
<file path=[Content_Types].xml><?xml version="1.0" encoding="utf-8"?>
<Types xmlns="http://schemas.openxmlformats.org/package/2006/content-types">
  <Default ContentType="image/jpeg" Extension="jpg"/>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autoCompressPictures="0"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file>

<file path=ppt/tableStyles.xml><?xml version="1.0" encoding="utf-8"?>
<a:tblStyleLst xmlns:a="http://schemas.openxmlformats.org/drawingml/2006/main" xmlns:r="http://schemas.openxmlformats.org/officeDocument/2006/relationships" def="{EE2CA779-22E4-4A07-9EC0-C93D53F7FE2C}">
  <a:tblStyle styleId="{EE2CA779-22E4-4A07-9EC0-C93D53F7FE2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2" Type="http://schemas.openxmlformats.org/officeDocument/2006/relationships/slide" Target="slides/slide46.xml"/><Relationship Id="rId11" Type="http://schemas.openxmlformats.org/officeDocument/2006/relationships/slide" Target="slides/slide5.xml"/><Relationship Id="rId10" Type="http://schemas.openxmlformats.org/officeDocument/2006/relationships/slide" Target="slides/slide4.xml"/><Relationship Id="rId13" Type="http://schemas.openxmlformats.org/officeDocument/2006/relationships/slide" Target="slides/slide7.xml"/><Relationship Id="rId12" Type="http://schemas.openxmlformats.org/officeDocument/2006/relationships/slide" Target="slides/slide6.xml"/><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84" name="Shape 284"/>
        <p:cNvGrpSpPr/>
        <p:nvPr/>
      </p:nvGrpSpPr>
      <p:grpSpPr>
        <a:xfrm>
          <a:off x="0" y="0"/>
          <a:ext cx="0" cy="0"/>
          <a:chOff x="0" y="0"/>
          <a:chExt cx="0" cy="0"/>
        </a:xfrm>
      </p:grpSpPr>
      <p:sp>
        <p:nvSpPr>
          <p:cNvPr id="285" name="Google Shape;285;g88cc34f963_0_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6" name="Google Shape;286;g88cc34f963_0_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90" name="Shape 290"/>
        <p:cNvGrpSpPr/>
        <p:nvPr/>
      </p:nvGrpSpPr>
      <p:grpSpPr>
        <a:xfrm>
          <a:off x="0" y="0"/>
          <a:ext cx="0" cy="0"/>
          <a:chOff x="0" y="0"/>
          <a:chExt cx="0" cy="0"/>
        </a:xfrm>
      </p:grpSpPr>
      <p:sp>
        <p:nvSpPr>
          <p:cNvPr id="291" name="Google Shape;291;g88cc34f963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 name="Google Shape;292;g88cc34f963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97" name="Shape 297"/>
        <p:cNvGrpSpPr/>
        <p:nvPr/>
      </p:nvGrpSpPr>
      <p:grpSpPr>
        <a:xfrm>
          <a:off x="0" y="0"/>
          <a:ext cx="0" cy="0"/>
          <a:chOff x="0" y="0"/>
          <a:chExt cx="0" cy="0"/>
        </a:xfrm>
      </p:grpSpPr>
      <p:sp>
        <p:nvSpPr>
          <p:cNvPr id="298" name="Google Shape;298;g88cc34f963_0_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9" name="Google Shape;299;g88cc34f963_0_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25" name="Shape 325"/>
        <p:cNvGrpSpPr/>
        <p:nvPr/>
      </p:nvGrpSpPr>
      <p:grpSpPr>
        <a:xfrm>
          <a:off x="0" y="0"/>
          <a:ext cx="0" cy="0"/>
          <a:chOff x="0" y="0"/>
          <a:chExt cx="0" cy="0"/>
        </a:xfrm>
      </p:grpSpPr>
      <p:sp>
        <p:nvSpPr>
          <p:cNvPr id="326" name="Google Shape;326;g88cc34f963_0_3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7" name="Google Shape;327;g88cc34f963_0_3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33" name="Shape 333"/>
        <p:cNvGrpSpPr/>
        <p:nvPr/>
      </p:nvGrpSpPr>
      <p:grpSpPr>
        <a:xfrm>
          <a:off x="0" y="0"/>
          <a:ext cx="0" cy="0"/>
          <a:chOff x="0" y="0"/>
          <a:chExt cx="0" cy="0"/>
        </a:xfrm>
      </p:grpSpPr>
      <p:sp>
        <p:nvSpPr>
          <p:cNvPr id="334" name="Google Shape;334;g88cc34f963_0_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5" name="Google Shape;335;g88cc34f963_0_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39" name="Shape 339"/>
        <p:cNvGrpSpPr/>
        <p:nvPr/>
      </p:nvGrpSpPr>
      <p:grpSpPr>
        <a:xfrm>
          <a:off x="0" y="0"/>
          <a:ext cx="0" cy="0"/>
          <a:chOff x="0" y="0"/>
          <a:chExt cx="0" cy="0"/>
        </a:xfrm>
      </p:grpSpPr>
      <p:sp>
        <p:nvSpPr>
          <p:cNvPr id="340" name="Google Shape;340;g88cc34f963_0_1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 name="Google Shape;341;g88cc34f963_0_1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14" name="Shape 414"/>
        <p:cNvGrpSpPr/>
        <p:nvPr/>
      </p:nvGrpSpPr>
      <p:grpSpPr>
        <a:xfrm>
          <a:off x="0" y="0"/>
          <a:ext cx="0" cy="0"/>
          <a:chOff x="0" y="0"/>
          <a:chExt cx="0" cy="0"/>
        </a:xfrm>
      </p:grpSpPr>
      <p:sp>
        <p:nvSpPr>
          <p:cNvPr id="415" name="Google Shape;415;g88cc34f963_0_5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6" name="Google Shape;416;g88cc34f963_0_5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35" name="Shape 435"/>
        <p:cNvGrpSpPr/>
        <p:nvPr/>
      </p:nvGrpSpPr>
      <p:grpSpPr>
        <a:xfrm>
          <a:off x="0" y="0"/>
          <a:ext cx="0" cy="0"/>
          <a:chOff x="0" y="0"/>
          <a:chExt cx="0" cy="0"/>
        </a:xfrm>
      </p:grpSpPr>
      <p:sp>
        <p:nvSpPr>
          <p:cNvPr id="436" name="Google Shape;436;g88cc34f963_0_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88cc34f963_0_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41" name="Shape 441"/>
        <p:cNvGrpSpPr/>
        <p:nvPr/>
      </p:nvGrpSpPr>
      <p:grpSpPr>
        <a:xfrm>
          <a:off x="0" y="0"/>
          <a:ext cx="0" cy="0"/>
          <a:chOff x="0" y="0"/>
          <a:chExt cx="0" cy="0"/>
        </a:xfrm>
      </p:grpSpPr>
      <p:sp>
        <p:nvSpPr>
          <p:cNvPr id="442" name="Google Shape;442;g88cc34f963_0_8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 name="Google Shape;443;g88cc34f963_0_8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70" name="Shape 470"/>
        <p:cNvGrpSpPr/>
        <p:nvPr/>
      </p:nvGrpSpPr>
      <p:grpSpPr>
        <a:xfrm>
          <a:off x="0" y="0"/>
          <a:ext cx="0" cy="0"/>
          <a:chOff x="0" y="0"/>
          <a:chExt cx="0" cy="0"/>
        </a:xfrm>
      </p:grpSpPr>
      <p:sp>
        <p:nvSpPr>
          <p:cNvPr id="471" name="Google Shape;471;g88cc34f963_0_12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 name="Google Shape;472;g88cc34f963_0_12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75" name="Shape 475"/>
        <p:cNvGrpSpPr/>
        <p:nvPr/>
      </p:nvGrpSpPr>
      <p:grpSpPr>
        <a:xfrm>
          <a:off x="0" y="0"/>
          <a:ext cx="0" cy="0"/>
          <a:chOff x="0" y="0"/>
          <a:chExt cx="0" cy="0"/>
        </a:xfrm>
      </p:grpSpPr>
      <p:sp>
        <p:nvSpPr>
          <p:cNvPr id="476" name="Google Shape;476;g88cc34f963_0_1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 name="Google Shape;477;g88cc34f963_0_1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90" name="Shape 490"/>
        <p:cNvGrpSpPr/>
        <p:nvPr/>
      </p:nvGrpSpPr>
      <p:grpSpPr>
        <a:xfrm>
          <a:off x="0" y="0"/>
          <a:ext cx="0" cy="0"/>
          <a:chOff x="0" y="0"/>
          <a:chExt cx="0" cy="0"/>
        </a:xfrm>
      </p:grpSpPr>
      <p:sp>
        <p:nvSpPr>
          <p:cNvPr id="491" name="Google Shape;491;g88cc34f963_0_1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 name="Google Shape;492;g88cc34f963_0_1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02" name="Shape 502"/>
        <p:cNvGrpSpPr/>
        <p:nvPr/>
      </p:nvGrpSpPr>
      <p:grpSpPr>
        <a:xfrm>
          <a:off x="0" y="0"/>
          <a:ext cx="0" cy="0"/>
          <a:chOff x="0" y="0"/>
          <a:chExt cx="0" cy="0"/>
        </a:xfrm>
      </p:grpSpPr>
      <p:sp>
        <p:nvSpPr>
          <p:cNvPr id="503" name="Google Shape;503;g88cc34f963_0_1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 name="Google Shape;504;g88cc34f963_0_1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15" name="Shape 515"/>
        <p:cNvGrpSpPr/>
        <p:nvPr/>
      </p:nvGrpSpPr>
      <p:grpSpPr>
        <a:xfrm>
          <a:off x="0" y="0"/>
          <a:ext cx="0" cy="0"/>
          <a:chOff x="0" y="0"/>
          <a:chExt cx="0" cy="0"/>
        </a:xfrm>
      </p:grpSpPr>
      <p:sp>
        <p:nvSpPr>
          <p:cNvPr id="516" name="Google Shape;516;g88cc34f963_0_13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7" name="Google Shape;517;g88cc34f963_0_13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58" name="Shape 658"/>
        <p:cNvGrpSpPr/>
        <p:nvPr/>
      </p:nvGrpSpPr>
      <p:grpSpPr>
        <a:xfrm>
          <a:off x="0" y="0"/>
          <a:ext cx="0" cy="0"/>
          <a:chOff x="0" y="0"/>
          <a:chExt cx="0" cy="0"/>
        </a:xfrm>
      </p:grpSpPr>
      <p:sp>
        <p:nvSpPr>
          <p:cNvPr id="659" name="Google Shape;659;g88cc34f963_0_16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0" name="Google Shape;660;g88cc34f963_0_16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72" name="Shape 672"/>
        <p:cNvGrpSpPr/>
        <p:nvPr/>
      </p:nvGrpSpPr>
      <p:grpSpPr>
        <a:xfrm>
          <a:off x="0" y="0"/>
          <a:ext cx="0" cy="0"/>
          <a:chOff x="0" y="0"/>
          <a:chExt cx="0" cy="0"/>
        </a:xfrm>
      </p:grpSpPr>
      <p:sp>
        <p:nvSpPr>
          <p:cNvPr id="673" name="Google Shape;673;g88cc34f963_0_17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4" name="Google Shape;674;g88cc34f963_0_17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83" name="Shape 683"/>
        <p:cNvGrpSpPr/>
        <p:nvPr/>
      </p:nvGrpSpPr>
      <p:grpSpPr>
        <a:xfrm>
          <a:off x="0" y="0"/>
          <a:ext cx="0" cy="0"/>
          <a:chOff x="0" y="0"/>
          <a:chExt cx="0" cy="0"/>
        </a:xfrm>
      </p:grpSpPr>
      <p:sp>
        <p:nvSpPr>
          <p:cNvPr id="684" name="Google Shape;684;g88cc34f963_0_1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 name="Google Shape;685;g88cc34f963_0_1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06" name="Shape 706"/>
        <p:cNvGrpSpPr/>
        <p:nvPr/>
      </p:nvGrpSpPr>
      <p:grpSpPr>
        <a:xfrm>
          <a:off x="0" y="0"/>
          <a:ext cx="0" cy="0"/>
          <a:chOff x="0" y="0"/>
          <a:chExt cx="0" cy="0"/>
        </a:xfrm>
      </p:grpSpPr>
      <p:sp>
        <p:nvSpPr>
          <p:cNvPr id="707" name="Google Shape;707;g88cc34f963_0_17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 name="Google Shape;708;g88cc34f963_0_17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2" name="Shape 752"/>
        <p:cNvGrpSpPr/>
        <p:nvPr/>
      </p:nvGrpSpPr>
      <p:grpSpPr>
        <a:xfrm>
          <a:off x="0" y="0"/>
          <a:ext cx="0" cy="0"/>
          <a:chOff x="0" y="0"/>
          <a:chExt cx="0" cy="0"/>
        </a:xfrm>
      </p:grpSpPr>
      <p:sp>
        <p:nvSpPr>
          <p:cNvPr id="753" name="Google Shape;753;g88fe03f80b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 name="Google Shape;754;g88fe03f80b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37" name="Shape 837"/>
        <p:cNvGrpSpPr/>
        <p:nvPr/>
      </p:nvGrpSpPr>
      <p:grpSpPr>
        <a:xfrm>
          <a:off x="0" y="0"/>
          <a:ext cx="0" cy="0"/>
          <a:chOff x="0" y="0"/>
          <a:chExt cx="0" cy="0"/>
        </a:xfrm>
      </p:grpSpPr>
      <p:sp>
        <p:nvSpPr>
          <p:cNvPr id="838" name="Google Shape;838;g88cc34f963_1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9" name="Google Shape;839;g88cc34f963_1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82" name="Shape 882"/>
        <p:cNvGrpSpPr/>
        <p:nvPr/>
      </p:nvGrpSpPr>
      <p:grpSpPr>
        <a:xfrm>
          <a:off x="0" y="0"/>
          <a:ext cx="0" cy="0"/>
          <a:chOff x="0" y="0"/>
          <a:chExt cx="0" cy="0"/>
        </a:xfrm>
      </p:grpSpPr>
      <p:sp>
        <p:nvSpPr>
          <p:cNvPr id="883" name="Google Shape;883;g88fe03f80b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4" name="Google Shape;884;g88fe03f80b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63" name="Shape 963"/>
        <p:cNvGrpSpPr/>
        <p:nvPr/>
      </p:nvGrpSpPr>
      <p:grpSpPr>
        <a:xfrm>
          <a:off x="0" y="0"/>
          <a:ext cx="0" cy="0"/>
          <a:chOff x="0" y="0"/>
          <a:chExt cx="0" cy="0"/>
        </a:xfrm>
      </p:grpSpPr>
      <p:sp>
        <p:nvSpPr>
          <p:cNvPr id="964" name="Google Shape;964;g88fe03f80b_0_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 name="Google Shape;965;g88fe03f80b_0_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70" name="Shape 970"/>
        <p:cNvGrpSpPr/>
        <p:nvPr/>
      </p:nvGrpSpPr>
      <p:grpSpPr>
        <a:xfrm>
          <a:off x="0" y="0"/>
          <a:ext cx="0" cy="0"/>
          <a:chOff x="0" y="0"/>
          <a:chExt cx="0" cy="0"/>
        </a:xfrm>
      </p:grpSpPr>
      <p:sp>
        <p:nvSpPr>
          <p:cNvPr id="971" name="Google Shape;971;g88fe03f80b_0_36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2" name="Google Shape;972;g88fe03f80b_0_36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01" name="Shape 1001"/>
        <p:cNvGrpSpPr/>
        <p:nvPr/>
      </p:nvGrpSpPr>
      <p:grpSpPr>
        <a:xfrm>
          <a:off x="0" y="0"/>
          <a:ext cx="0" cy="0"/>
          <a:chOff x="0" y="0"/>
          <a:chExt cx="0" cy="0"/>
        </a:xfrm>
      </p:grpSpPr>
      <p:sp>
        <p:nvSpPr>
          <p:cNvPr id="1002" name="Google Shape;1002;g88fe03f80b_0_2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3" name="Google Shape;1003;g88fe03f80b_0_2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14" name="Shape 1014"/>
        <p:cNvGrpSpPr/>
        <p:nvPr/>
      </p:nvGrpSpPr>
      <p:grpSpPr>
        <a:xfrm>
          <a:off x="0" y="0"/>
          <a:ext cx="0" cy="0"/>
          <a:chOff x="0" y="0"/>
          <a:chExt cx="0" cy="0"/>
        </a:xfrm>
      </p:grpSpPr>
      <p:sp>
        <p:nvSpPr>
          <p:cNvPr id="1015" name="Google Shape;1015;g88fe03f80b_0_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 name="Google Shape;1016;g88fe03f80b_0_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33" name="Shape 1033"/>
        <p:cNvGrpSpPr/>
        <p:nvPr/>
      </p:nvGrpSpPr>
      <p:grpSpPr>
        <a:xfrm>
          <a:off x="0" y="0"/>
          <a:ext cx="0" cy="0"/>
          <a:chOff x="0" y="0"/>
          <a:chExt cx="0" cy="0"/>
        </a:xfrm>
      </p:grpSpPr>
      <p:sp>
        <p:nvSpPr>
          <p:cNvPr id="1034" name="Google Shape;1034;g8912330088_2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5" name="Google Shape;1035;g8912330088_2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54" name="Shape 1054"/>
        <p:cNvGrpSpPr/>
        <p:nvPr/>
      </p:nvGrpSpPr>
      <p:grpSpPr>
        <a:xfrm>
          <a:off x="0" y="0"/>
          <a:ext cx="0" cy="0"/>
          <a:chOff x="0" y="0"/>
          <a:chExt cx="0" cy="0"/>
        </a:xfrm>
      </p:grpSpPr>
      <p:sp>
        <p:nvSpPr>
          <p:cNvPr id="1055" name="Google Shape;1055;g88fe03f80b_0_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6" name="Google Shape;1056;g88fe03f80b_0_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86" name="Shape 1086"/>
        <p:cNvGrpSpPr/>
        <p:nvPr/>
      </p:nvGrpSpPr>
      <p:grpSpPr>
        <a:xfrm>
          <a:off x="0" y="0"/>
          <a:ext cx="0" cy="0"/>
          <a:chOff x="0" y="0"/>
          <a:chExt cx="0" cy="0"/>
        </a:xfrm>
      </p:grpSpPr>
      <p:sp>
        <p:nvSpPr>
          <p:cNvPr id="1087" name="Google Shape;1087;g88fe03f80b_0_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 name="Google Shape;1088;g88fe03f80b_0_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93" name="Shape 1093"/>
        <p:cNvGrpSpPr/>
        <p:nvPr/>
      </p:nvGrpSpPr>
      <p:grpSpPr>
        <a:xfrm>
          <a:off x="0" y="0"/>
          <a:ext cx="0" cy="0"/>
          <a:chOff x="0" y="0"/>
          <a:chExt cx="0" cy="0"/>
        </a:xfrm>
      </p:grpSpPr>
      <p:sp>
        <p:nvSpPr>
          <p:cNvPr id="1094" name="Google Shape;1094;g88fe03f80b_0_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5" name="Google Shape;1095;g88fe03f80b_0_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00" name="Shape 1100"/>
        <p:cNvGrpSpPr/>
        <p:nvPr/>
      </p:nvGrpSpPr>
      <p:grpSpPr>
        <a:xfrm>
          <a:off x="0" y="0"/>
          <a:ext cx="0" cy="0"/>
          <a:chOff x="0" y="0"/>
          <a:chExt cx="0" cy="0"/>
        </a:xfrm>
      </p:grpSpPr>
      <p:sp>
        <p:nvSpPr>
          <p:cNvPr id="1101" name="Google Shape;1101;g88fe03f80b_0_24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2" name="Google Shape;1102;g88fe03f80b_0_24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07" name="Shape 1107"/>
        <p:cNvGrpSpPr/>
        <p:nvPr/>
      </p:nvGrpSpPr>
      <p:grpSpPr>
        <a:xfrm>
          <a:off x="0" y="0"/>
          <a:ext cx="0" cy="0"/>
          <a:chOff x="0" y="0"/>
          <a:chExt cx="0" cy="0"/>
        </a:xfrm>
      </p:grpSpPr>
      <p:sp>
        <p:nvSpPr>
          <p:cNvPr id="1108" name="Google Shape;1108;g88fe03f80b_0_24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9" name="Google Shape;1109;g88fe03f80b_0_24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24" name="Shape 1124"/>
        <p:cNvGrpSpPr/>
        <p:nvPr/>
      </p:nvGrpSpPr>
      <p:grpSpPr>
        <a:xfrm>
          <a:off x="0" y="0"/>
          <a:ext cx="0" cy="0"/>
          <a:chOff x="0" y="0"/>
          <a:chExt cx="0" cy="0"/>
        </a:xfrm>
      </p:grpSpPr>
      <p:sp>
        <p:nvSpPr>
          <p:cNvPr id="1125" name="Google Shape;1125;g88fe03f80b_0_24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6" name="Google Shape;1126;g88fe03f80b_0_24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38" name="Shape 1138"/>
        <p:cNvGrpSpPr/>
        <p:nvPr/>
      </p:nvGrpSpPr>
      <p:grpSpPr>
        <a:xfrm>
          <a:off x="0" y="0"/>
          <a:ext cx="0" cy="0"/>
          <a:chOff x="0" y="0"/>
          <a:chExt cx="0" cy="0"/>
        </a:xfrm>
      </p:grpSpPr>
      <p:sp>
        <p:nvSpPr>
          <p:cNvPr id="1139" name="Google Shape;1139;g88fe03f80b_0_242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0" name="Google Shape;1140;g88fe03f80b_0_242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475" name="Shape 1475"/>
        <p:cNvGrpSpPr/>
        <p:nvPr/>
      </p:nvGrpSpPr>
      <p:grpSpPr>
        <a:xfrm>
          <a:off x="0" y="0"/>
          <a:ext cx="0" cy="0"/>
          <a:chOff x="0" y="0"/>
          <a:chExt cx="0" cy="0"/>
        </a:xfrm>
      </p:grpSpPr>
      <p:sp>
        <p:nvSpPr>
          <p:cNvPr id="1476" name="Google Shape;1476;g88fe03f80b_0_246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7" name="Google Shape;1477;g88fe03f80b_0_246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752" name="Shape 7752"/>
        <p:cNvGrpSpPr/>
        <p:nvPr/>
      </p:nvGrpSpPr>
      <p:grpSpPr>
        <a:xfrm>
          <a:off x="0" y="0"/>
          <a:ext cx="0" cy="0"/>
          <a:chOff x="0" y="0"/>
          <a:chExt cx="0" cy="0"/>
        </a:xfrm>
      </p:grpSpPr>
      <p:sp>
        <p:nvSpPr>
          <p:cNvPr id="7753" name="Google Shape;7753;g88fe03f80b_0_30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4" name="Google Shape;7754;g88fe03f80b_0_30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179" name="Shape 8179"/>
        <p:cNvGrpSpPr/>
        <p:nvPr/>
      </p:nvGrpSpPr>
      <p:grpSpPr>
        <a:xfrm>
          <a:off x="0" y="0"/>
          <a:ext cx="0" cy="0"/>
          <a:chOff x="0" y="0"/>
          <a:chExt cx="0" cy="0"/>
        </a:xfrm>
      </p:grpSpPr>
      <p:sp>
        <p:nvSpPr>
          <p:cNvPr id="8180" name="Google Shape;8180;g88fe03f80b_0_31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1" name="Google Shape;8181;g88fe03f80b_0_31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342" name="Shape 8342"/>
        <p:cNvGrpSpPr/>
        <p:nvPr/>
      </p:nvGrpSpPr>
      <p:grpSpPr>
        <a:xfrm>
          <a:off x="0" y="0"/>
          <a:ext cx="0" cy="0"/>
          <a:chOff x="0" y="0"/>
          <a:chExt cx="0" cy="0"/>
        </a:xfrm>
      </p:grpSpPr>
      <p:sp>
        <p:nvSpPr>
          <p:cNvPr id="8343" name="Google Shape;8343;g88fe03f80b_0_314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4" name="Google Shape;8344;g88fe03f80b_0_314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744" name="Shape 8744"/>
        <p:cNvGrpSpPr/>
        <p:nvPr/>
      </p:nvGrpSpPr>
      <p:grpSpPr>
        <a:xfrm>
          <a:off x="0" y="0"/>
          <a:ext cx="0" cy="0"/>
          <a:chOff x="0" y="0"/>
          <a:chExt cx="0" cy="0"/>
        </a:xfrm>
      </p:grpSpPr>
      <p:sp>
        <p:nvSpPr>
          <p:cNvPr id="8745" name="Google Shape;8745;g88fe03f80b_0_318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6" name="Google Shape;8746;g88fe03f80b_0_318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115" name="Shape 9115"/>
        <p:cNvGrpSpPr/>
        <p:nvPr/>
      </p:nvGrpSpPr>
      <p:grpSpPr>
        <a:xfrm>
          <a:off x="0" y="0"/>
          <a:ext cx="0" cy="0"/>
          <a:chOff x="0" y="0"/>
          <a:chExt cx="0" cy="0"/>
        </a:xfrm>
      </p:grpSpPr>
      <p:sp>
        <p:nvSpPr>
          <p:cNvPr id="9116" name="Google Shape;9116;g88fe03f80b_0_32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17" name="Google Shape;9117;g88fe03f80b_0_32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492" name="Shape 9492"/>
        <p:cNvGrpSpPr/>
        <p:nvPr/>
      </p:nvGrpSpPr>
      <p:grpSpPr>
        <a:xfrm>
          <a:off x="0" y="0"/>
          <a:ext cx="0" cy="0"/>
          <a:chOff x="0" y="0"/>
          <a:chExt cx="0" cy="0"/>
        </a:xfrm>
      </p:grpSpPr>
      <p:sp>
        <p:nvSpPr>
          <p:cNvPr id="9493" name="Google Shape;9493;g88fe03f80b_0_326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94" name="Google Shape;9494;g88fe03f80b_0_326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923" name="Shape 9923"/>
        <p:cNvGrpSpPr/>
        <p:nvPr/>
      </p:nvGrpSpPr>
      <p:grpSpPr>
        <a:xfrm>
          <a:off x="0" y="0"/>
          <a:ext cx="0" cy="0"/>
          <a:chOff x="0" y="0"/>
          <a:chExt cx="0" cy="0"/>
        </a:xfrm>
      </p:grpSpPr>
      <p:sp>
        <p:nvSpPr>
          <p:cNvPr id="9924" name="Google Shape;9924;g88fe03f80b_0_330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5" name="Google Shape;9925;g88fe03f80b_0_330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716" name="Shape 10716"/>
        <p:cNvGrpSpPr/>
        <p:nvPr/>
      </p:nvGrpSpPr>
      <p:grpSpPr>
        <a:xfrm>
          <a:off x="0" y="0"/>
          <a:ext cx="0" cy="0"/>
          <a:chOff x="0" y="0"/>
          <a:chExt cx="0" cy="0"/>
        </a:xfrm>
      </p:grpSpPr>
      <p:sp>
        <p:nvSpPr>
          <p:cNvPr id="10717" name="Google Shape;10717;g88fe03f80b_0_338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18" name="Google Shape;10718;g88fe03f80b_0_338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457" name="Shape 11457"/>
        <p:cNvGrpSpPr/>
        <p:nvPr/>
      </p:nvGrpSpPr>
      <p:grpSpPr>
        <a:xfrm>
          <a:off x="0" y="0"/>
          <a:ext cx="0" cy="0"/>
          <a:chOff x="0" y="0"/>
          <a:chExt cx="0" cy="0"/>
        </a:xfrm>
      </p:grpSpPr>
      <p:sp>
        <p:nvSpPr>
          <p:cNvPr id="11458" name="Google Shape;11458;g88fe03f80b_0_346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59" name="Google Shape;11459;g88fe03f80b_0_346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150" name="Shape 12150"/>
        <p:cNvGrpSpPr/>
        <p:nvPr/>
      </p:nvGrpSpPr>
      <p:grpSpPr>
        <a:xfrm>
          <a:off x="0" y="0"/>
          <a:ext cx="0" cy="0"/>
          <a:chOff x="0" y="0"/>
          <a:chExt cx="0" cy="0"/>
        </a:xfrm>
      </p:grpSpPr>
      <p:sp>
        <p:nvSpPr>
          <p:cNvPr id="12151" name="Google Shape;12151;g88fe03f80b_0_35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52" name="Google Shape;12152;g88fe03f80b_0_35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452" name="Shape 12452"/>
        <p:cNvGrpSpPr/>
        <p:nvPr/>
      </p:nvGrpSpPr>
      <p:grpSpPr>
        <a:xfrm>
          <a:off x="0" y="0"/>
          <a:ext cx="0" cy="0"/>
          <a:chOff x="0" y="0"/>
          <a:chExt cx="0" cy="0"/>
        </a:xfrm>
      </p:grpSpPr>
      <p:sp>
        <p:nvSpPr>
          <p:cNvPr id="12453" name="Google Shape;12453;g88fe03f80b_0_355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54" name="Google Shape;12454;g88fe03f80b_0_355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086" name="Shape 13086"/>
        <p:cNvGrpSpPr/>
        <p:nvPr/>
      </p:nvGrpSpPr>
      <p:grpSpPr>
        <a:xfrm>
          <a:off x="0" y="0"/>
          <a:ext cx="0" cy="0"/>
          <a:chOff x="0" y="0"/>
          <a:chExt cx="0" cy="0"/>
        </a:xfrm>
      </p:grpSpPr>
      <p:sp>
        <p:nvSpPr>
          <p:cNvPr id="13087" name="Google Shape;13087;g88fe03f80b_0_362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88" name="Google Shape;13088;g88fe03f80b_0_362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75" y="0"/>
            <a:ext cx="9144000" cy="5143500"/>
            <a:chOff x="-75" y="0"/>
            <a:chExt cx="9144000" cy="5143500"/>
          </a:xfrm>
        </p:grpSpPr>
        <p:sp>
          <p:nvSpPr>
            <p:cNvPr id="10" name="Google Shape;10;p2"/>
            <p:cNvSpPr/>
            <p:nvPr/>
          </p:nvSpPr>
          <p:spPr>
            <a:xfrm>
              <a:off x="-75" y="0"/>
              <a:ext cx="9144000" cy="5143500"/>
            </a:xfrm>
            <a:prstGeom prst="rect">
              <a:avLst/>
            </a:prstGeom>
            <a:solidFill>
              <a:srgbClr val="444377">
                <a:alpha val="4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2206100" y="486026"/>
              <a:ext cx="2065970" cy="2275093"/>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1111575" y="3747650"/>
              <a:ext cx="372024" cy="38400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rot="-6098418">
              <a:off x="7463728" y="652991"/>
              <a:ext cx="372023" cy="383999"/>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5022685">
              <a:off x="7001575" y="3875482"/>
              <a:ext cx="818304" cy="844666"/>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8667850" y="2899182"/>
              <a:ext cx="164451" cy="169745"/>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401575" y="446698"/>
              <a:ext cx="183646" cy="18660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8484200" y="1736123"/>
              <a:ext cx="183646" cy="18660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 name="Google Shape;19;p2"/>
          <p:cNvSpPr txBox="1"/>
          <p:nvPr>
            <p:ph type="ctrTitle"/>
          </p:nvPr>
        </p:nvSpPr>
        <p:spPr>
          <a:xfrm>
            <a:off x="1195100" y="1130675"/>
            <a:ext cx="67539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6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20" name="Google Shape;20;p2"/>
          <p:cNvSpPr txBox="1"/>
          <p:nvPr>
            <p:ph idx="1" type="subTitle"/>
          </p:nvPr>
        </p:nvSpPr>
        <p:spPr>
          <a:xfrm>
            <a:off x="720225" y="3220225"/>
            <a:ext cx="77034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header" type="secHead">
  <p:cSld name="SECTION_HEADER">
    <p:spTree>
      <p:nvGrpSpPr>
        <p:cNvPr id="21" name="Shape 21"/>
        <p:cNvGrpSpPr/>
        <p:nvPr/>
      </p:nvGrpSpPr>
      <p:grpSpPr>
        <a:xfrm>
          <a:off x="0" y="0"/>
          <a:ext cx="0" cy="0"/>
          <a:chOff x="0" y="0"/>
          <a:chExt cx="0" cy="0"/>
        </a:xfrm>
      </p:grpSpPr>
      <p:sp>
        <p:nvSpPr>
          <p:cNvPr id="22" name="Google Shape;22;p3"/>
          <p:cNvSpPr/>
          <p:nvPr/>
        </p:nvSpPr>
        <p:spPr>
          <a:xfrm rot="6903668">
            <a:off x="954499" y="2684339"/>
            <a:ext cx="478448" cy="49385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rot="1642115">
            <a:off x="1514113" y="-16556"/>
            <a:ext cx="6770298" cy="7455566"/>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txBox="1"/>
          <p:nvPr>
            <p:ph type="title"/>
          </p:nvPr>
        </p:nvSpPr>
        <p:spPr>
          <a:xfrm>
            <a:off x="2605200" y="2571745"/>
            <a:ext cx="3933600" cy="108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200"/>
              <a:buNone/>
              <a:defRPr sz="4800">
                <a:solidFill>
                  <a:schemeClr val="lt1"/>
                </a:solidFill>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25" name="Google Shape;25;p3"/>
          <p:cNvSpPr txBox="1"/>
          <p:nvPr>
            <p:ph idx="1" type="subTitle"/>
          </p:nvPr>
        </p:nvSpPr>
        <p:spPr>
          <a:xfrm>
            <a:off x="720225" y="3672475"/>
            <a:ext cx="7703400" cy="49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6" name="Google Shape;26;p3"/>
          <p:cNvSpPr txBox="1"/>
          <p:nvPr>
            <p:ph hasCustomPrompt="1" idx="2" type="title"/>
          </p:nvPr>
        </p:nvSpPr>
        <p:spPr>
          <a:xfrm flipH="1">
            <a:off x="2498550" y="1712574"/>
            <a:ext cx="4146900" cy="289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E87E45"/>
              </a:buClr>
              <a:buSzPts val="3600"/>
              <a:buNone/>
              <a:defRPr sz="9600"/>
            </a:lvl1pPr>
            <a:lvl2pPr lvl="1"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9pPr>
          </a:lstStyle>
          <a:p>
            <a:r>
              <a:t>xx%</a:t>
            </a:r>
          </a:p>
        </p:txBody>
      </p:sp>
      <p:grpSp>
        <p:nvGrpSpPr>
          <p:cNvPr id="27" name="Google Shape;27;p3"/>
          <p:cNvGrpSpPr/>
          <p:nvPr/>
        </p:nvGrpSpPr>
        <p:grpSpPr>
          <a:xfrm>
            <a:off x="311700" y="260400"/>
            <a:ext cx="8647963" cy="4631326"/>
            <a:chOff x="311700" y="260400"/>
            <a:chExt cx="8647963" cy="4631326"/>
          </a:xfrm>
        </p:grpSpPr>
        <p:sp>
          <p:nvSpPr>
            <p:cNvPr id="28" name="Google Shape;28;p3"/>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3"/>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3"/>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3"/>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 name="Google Shape;33;p3"/>
          <p:cNvSpPr/>
          <p:nvPr/>
        </p:nvSpPr>
        <p:spPr>
          <a:xfrm>
            <a:off x="6391850" y="1286349"/>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3"/>
          <p:cNvSpPr/>
          <p:nvPr/>
        </p:nvSpPr>
        <p:spPr>
          <a:xfrm rot="2508423">
            <a:off x="7930595" y="1004210"/>
            <a:ext cx="395279" cy="408005"/>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3"/>
          <p:cNvSpPr/>
          <p:nvPr/>
        </p:nvSpPr>
        <p:spPr>
          <a:xfrm>
            <a:off x="1602575" y="97462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body" type="tx">
  <p:cSld name="TITLE_AND_BODY">
    <p:spTree>
      <p:nvGrpSpPr>
        <p:cNvPr id="36" name="Shape 36"/>
        <p:cNvGrpSpPr/>
        <p:nvPr/>
      </p:nvGrpSpPr>
      <p:grpSpPr>
        <a:xfrm>
          <a:off x="0" y="0"/>
          <a:ext cx="0" cy="0"/>
          <a:chOff x="0" y="0"/>
          <a:chExt cx="0" cy="0"/>
        </a:xfrm>
      </p:grpSpPr>
      <p:sp>
        <p:nvSpPr>
          <p:cNvPr id="37" name="Google Shape;37;p4"/>
          <p:cNvSpPr/>
          <p:nvPr/>
        </p:nvSpPr>
        <p:spPr>
          <a:xfrm flipH="1" rot="-1642112">
            <a:off x="886049" y="228869"/>
            <a:ext cx="6744014" cy="7426605"/>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4"/>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sz="24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9" name="Google Shape;39;p4"/>
          <p:cNvSpPr txBox="1"/>
          <p:nvPr>
            <p:ph idx="1" type="body"/>
          </p:nvPr>
        </p:nvSpPr>
        <p:spPr>
          <a:xfrm>
            <a:off x="720000" y="1041450"/>
            <a:ext cx="7703700" cy="35622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Clr>
                <a:srgbClr val="373A5A"/>
              </a:buClr>
              <a:buSzPts val="1400"/>
              <a:buFont typeface="Catamaran"/>
              <a:buChar char="●"/>
              <a:defRPr sz="1200">
                <a:solidFill>
                  <a:srgbClr val="F3F3F3"/>
                </a:solidFill>
              </a:defRPr>
            </a:lvl1pPr>
            <a:lvl2pPr indent="-317500" lvl="1" marL="914400">
              <a:spcBef>
                <a:spcPts val="1600"/>
              </a:spcBef>
              <a:spcAft>
                <a:spcPts val="0"/>
              </a:spcAft>
              <a:buClr>
                <a:srgbClr val="555555"/>
              </a:buClr>
              <a:buSzPts val="1400"/>
              <a:buFont typeface="Lato"/>
              <a:buChar char="○"/>
              <a:defRPr/>
            </a:lvl2pPr>
            <a:lvl3pPr indent="-317500" lvl="2" marL="1371600">
              <a:spcBef>
                <a:spcPts val="1600"/>
              </a:spcBef>
              <a:spcAft>
                <a:spcPts val="0"/>
              </a:spcAft>
              <a:buClr>
                <a:srgbClr val="555555"/>
              </a:buClr>
              <a:buSzPts val="1400"/>
              <a:buFont typeface="Lato"/>
              <a:buChar char="■"/>
              <a:defRPr/>
            </a:lvl3pPr>
            <a:lvl4pPr indent="-317500" lvl="3" marL="1828800">
              <a:spcBef>
                <a:spcPts val="1600"/>
              </a:spcBef>
              <a:spcAft>
                <a:spcPts val="0"/>
              </a:spcAft>
              <a:buClr>
                <a:srgbClr val="555555"/>
              </a:buClr>
              <a:buSzPts val="1400"/>
              <a:buFont typeface="Lato"/>
              <a:buChar char="●"/>
              <a:defRPr/>
            </a:lvl4pPr>
            <a:lvl5pPr indent="-317500" lvl="4" marL="2286000">
              <a:spcBef>
                <a:spcPts val="1600"/>
              </a:spcBef>
              <a:spcAft>
                <a:spcPts val="0"/>
              </a:spcAft>
              <a:buClr>
                <a:srgbClr val="555555"/>
              </a:buClr>
              <a:buSzPts val="1400"/>
              <a:buFont typeface="Lato"/>
              <a:buChar char="○"/>
              <a:defRPr/>
            </a:lvl5pPr>
            <a:lvl6pPr indent="-317500" lvl="5" marL="2743200">
              <a:spcBef>
                <a:spcPts val="1600"/>
              </a:spcBef>
              <a:spcAft>
                <a:spcPts val="0"/>
              </a:spcAft>
              <a:buClr>
                <a:srgbClr val="555555"/>
              </a:buClr>
              <a:buSzPts val="1400"/>
              <a:buFont typeface="Lato"/>
              <a:buChar char="■"/>
              <a:defRPr/>
            </a:lvl6pPr>
            <a:lvl7pPr indent="-317500" lvl="6" marL="3200400">
              <a:spcBef>
                <a:spcPts val="1600"/>
              </a:spcBef>
              <a:spcAft>
                <a:spcPts val="0"/>
              </a:spcAft>
              <a:buClr>
                <a:srgbClr val="555555"/>
              </a:buClr>
              <a:buSzPts val="1400"/>
              <a:buFont typeface="Lato"/>
              <a:buChar char="●"/>
              <a:defRPr/>
            </a:lvl7pPr>
            <a:lvl8pPr indent="-317500" lvl="7" marL="3657600">
              <a:spcBef>
                <a:spcPts val="1600"/>
              </a:spcBef>
              <a:spcAft>
                <a:spcPts val="0"/>
              </a:spcAft>
              <a:buClr>
                <a:srgbClr val="555555"/>
              </a:buClr>
              <a:buSzPts val="1400"/>
              <a:buFont typeface="Lato"/>
              <a:buChar char="○"/>
              <a:defRPr/>
            </a:lvl8pPr>
            <a:lvl9pPr indent="-317500" lvl="8" marL="4114800">
              <a:spcBef>
                <a:spcPts val="1600"/>
              </a:spcBef>
              <a:spcAft>
                <a:spcPts val="1600"/>
              </a:spcAft>
              <a:buClr>
                <a:srgbClr val="555555"/>
              </a:buClr>
              <a:buSzPts val="1400"/>
              <a:buFont typeface="Lato"/>
              <a:buChar char="■"/>
              <a:defRPr/>
            </a:lvl9pPr>
          </a:lstStyle>
          <a:p/>
        </p:txBody>
      </p:sp>
      <p:grpSp>
        <p:nvGrpSpPr>
          <p:cNvPr id="40" name="Google Shape;40;p4"/>
          <p:cNvGrpSpPr/>
          <p:nvPr/>
        </p:nvGrpSpPr>
        <p:grpSpPr>
          <a:xfrm>
            <a:off x="311700" y="260400"/>
            <a:ext cx="8647963" cy="4631326"/>
            <a:chOff x="311700" y="260400"/>
            <a:chExt cx="8647963" cy="4631326"/>
          </a:xfrm>
        </p:grpSpPr>
        <p:sp>
          <p:nvSpPr>
            <p:cNvPr id="41" name="Google Shape;41;p4"/>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4"/>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4"/>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4"/>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4"/>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two columns" type="twoColTx">
  <p:cSld name="TITLE_AND_TWO_COLUMNS">
    <p:spTree>
      <p:nvGrpSpPr>
        <p:cNvPr id="46" name="Shape 46"/>
        <p:cNvGrpSpPr/>
        <p:nvPr/>
      </p:nvGrpSpPr>
      <p:grpSpPr>
        <a:xfrm>
          <a:off x="0" y="0"/>
          <a:ext cx="0" cy="0"/>
          <a:chOff x="0" y="0"/>
          <a:chExt cx="0" cy="0"/>
        </a:xfrm>
      </p:grpSpPr>
      <p:sp>
        <p:nvSpPr>
          <p:cNvPr id="47" name="Google Shape;47;p5"/>
          <p:cNvSpPr/>
          <p:nvPr/>
        </p:nvSpPr>
        <p:spPr>
          <a:xfrm rot="2259169">
            <a:off x="2002565" y="-1790857"/>
            <a:ext cx="10466650" cy="11526052"/>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rgbClr val="3938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 name="Google Shape;48;p5"/>
          <p:cNvGrpSpPr/>
          <p:nvPr/>
        </p:nvGrpSpPr>
        <p:grpSpPr>
          <a:xfrm>
            <a:off x="311700" y="260400"/>
            <a:ext cx="8647963" cy="4631326"/>
            <a:chOff x="311700" y="260400"/>
            <a:chExt cx="8647963" cy="4631326"/>
          </a:xfrm>
        </p:grpSpPr>
        <p:sp>
          <p:nvSpPr>
            <p:cNvPr id="49" name="Google Shape;49;p5"/>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5"/>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5"/>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5"/>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5"/>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 name="Google Shape;54;p5"/>
          <p:cNvSpPr txBox="1"/>
          <p:nvPr>
            <p:ph type="ctrTitle"/>
          </p:nvPr>
        </p:nvSpPr>
        <p:spPr>
          <a:xfrm>
            <a:off x="718900" y="2876400"/>
            <a:ext cx="3433200" cy="691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Font typeface="Fira Sans Condensed Medium"/>
              <a:buNone/>
              <a:defRPr sz="1800"/>
            </a:lvl1pPr>
            <a:lvl2pPr lvl="1"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2pPr>
            <a:lvl3pPr lvl="2"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3pPr>
            <a:lvl4pPr lvl="3"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4pPr>
            <a:lvl5pPr lvl="4"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5pPr>
            <a:lvl6pPr lvl="5"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6pPr>
            <a:lvl7pPr lvl="6"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7pPr>
            <a:lvl8pPr lvl="7"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8pPr>
            <a:lvl9pPr lvl="8"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9pPr>
          </a:lstStyle>
          <a:p/>
        </p:txBody>
      </p:sp>
      <p:sp>
        <p:nvSpPr>
          <p:cNvPr id="55" name="Google Shape;55;p5"/>
          <p:cNvSpPr txBox="1"/>
          <p:nvPr>
            <p:ph idx="1" type="subTitle"/>
          </p:nvPr>
        </p:nvSpPr>
        <p:spPr>
          <a:xfrm>
            <a:off x="718925" y="3524100"/>
            <a:ext cx="3433200" cy="107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6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56" name="Google Shape;56;p5"/>
          <p:cNvSpPr txBox="1"/>
          <p:nvPr>
            <p:ph idx="2" type="ctrTitle"/>
          </p:nvPr>
        </p:nvSpPr>
        <p:spPr>
          <a:xfrm>
            <a:off x="4989450" y="2876400"/>
            <a:ext cx="3433200" cy="691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Font typeface="Fira Sans Condensed Medium"/>
              <a:buNone/>
              <a:defRPr sz="1800"/>
            </a:lvl1pPr>
            <a:lvl2pPr lvl="1"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2pPr>
            <a:lvl3pPr lvl="2"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3pPr>
            <a:lvl4pPr lvl="3"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4pPr>
            <a:lvl5pPr lvl="4"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5pPr>
            <a:lvl6pPr lvl="5"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6pPr>
            <a:lvl7pPr lvl="6"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7pPr>
            <a:lvl8pPr lvl="7"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8pPr>
            <a:lvl9pPr lvl="8"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9pPr>
          </a:lstStyle>
          <a:p/>
        </p:txBody>
      </p:sp>
      <p:sp>
        <p:nvSpPr>
          <p:cNvPr id="57" name="Google Shape;57;p5"/>
          <p:cNvSpPr txBox="1"/>
          <p:nvPr>
            <p:ph idx="3" type="subTitle"/>
          </p:nvPr>
        </p:nvSpPr>
        <p:spPr>
          <a:xfrm>
            <a:off x="4989452" y="3524100"/>
            <a:ext cx="3433200" cy="107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6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58" name="Google Shape;58;p5"/>
          <p:cNvSpPr txBox="1"/>
          <p:nvPr>
            <p:ph idx="4" type="title"/>
          </p:nvPr>
        </p:nvSpPr>
        <p:spPr>
          <a:xfrm>
            <a:off x="720000" y="394684"/>
            <a:ext cx="7703700" cy="564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only" type="titleOnly">
  <p:cSld name="TITLE_ONLY">
    <p:spTree>
      <p:nvGrpSpPr>
        <p:cNvPr id="59" name="Shape 59"/>
        <p:cNvGrpSpPr/>
        <p:nvPr/>
      </p:nvGrpSpPr>
      <p:grpSpPr>
        <a:xfrm>
          <a:off x="0" y="0"/>
          <a:ext cx="0" cy="0"/>
          <a:chOff x="0" y="0"/>
          <a:chExt cx="0" cy="0"/>
        </a:xfrm>
      </p:grpSpPr>
      <p:sp>
        <p:nvSpPr>
          <p:cNvPr id="60" name="Google Shape;60;p6"/>
          <p:cNvSpPr/>
          <p:nvPr/>
        </p:nvSpPr>
        <p:spPr>
          <a:xfrm rot="2259169">
            <a:off x="2002565" y="-1790857"/>
            <a:ext cx="10466650" cy="11526052"/>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rgbClr val="3938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 name="Google Shape;61;p6"/>
          <p:cNvGrpSpPr/>
          <p:nvPr/>
        </p:nvGrpSpPr>
        <p:grpSpPr>
          <a:xfrm>
            <a:off x="311700" y="260400"/>
            <a:ext cx="8647963" cy="4631326"/>
            <a:chOff x="311700" y="260400"/>
            <a:chExt cx="8647963" cy="4631326"/>
          </a:xfrm>
        </p:grpSpPr>
        <p:sp>
          <p:nvSpPr>
            <p:cNvPr id="62" name="Google Shape;62;p6"/>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6"/>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6"/>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6"/>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6"/>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 name="Google Shape;67;p6"/>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One column text">
  <p:cSld name="ONE_COLUMN_TEXT">
    <p:spTree>
      <p:nvGrpSpPr>
        <p:cNvPr id="68" name="Shape 68"/>
        <p:cNvGrpSpPr/>
        <p:nvPr/>
      </p:nvGrpSpPr>
      <p:grpSpPr>
        <a:xfrm>
          <a:off x="0" y="0"/>
          <a:ext cx="0" cy="0"/>
          <a:chOff x="0" y="0"/>
          <a:chExt cx="0" cy="0"/>
        </a:xfrm>
      </p:grpSpPr>
      <p:sp>
        <p:nvSpPr>
          <p:cNvPr id="69" name="Google Shape;69;p7"/>
          <p:cNvSpPr/>
          <p:nvPr/>
        </p:nvSpPr>
        <p:spPr>
          <a:xfrm rot="2383921">
            <a:off x="1975108" y="-1817434"/>
            <a:ext cx="10466663" cy="11526065"/>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rgbClr val="3938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 name="Google Shape;70;p7"/>
          <p:cNvGrpSpPr/>
          <p:nvPr/>
        </p:nvGrpSpPr>
        <p:grpSpPr>
          <a:xfrm>
            <a:off x="311700" y="260400"/>
            <a:ext cx="8647963" cy="4631326"/>
            <a:chOff x="311700" y="260400"/>
            <a:chExt cx="8647963" cy="4631326"/>
          </a:xfrm>
        </p:grpSpPr>
        <p:sp>
          <p:nvSpPr>
            <p:cNvPr id="71" name="Google Shape;71;p7"/>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7"/>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7"/>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7"/>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7"/>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 name="Google Shape;76;p7"/>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7" name="Google Shape;77;p7"/>
          <p:cNvSpPr txBox="1"/>
          <p:nvPr>
            <p:ph idx="1" type="subTitle"/>
          </p:nvPr>
        </p:nvSpPr>
        <p:spPr>
          <a:xfrm>
            <a:off x="720225" y="3220225"/>
            <a:ext cx="7703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Main point">
  <p:cSld name="MAIN_POINT">
    <p:spTree>
      <p:nvGrpSpPr>
        <p:cNvPr id="78" name="Shape 78"/>
        <p:cNvGrpSpPr/>
        <p:nvPr/>
      </p:nvGrpSpPr>
      <p:grpSpPr>
        <a:xfrm>
          <a:off x="0" y="0"/>
          <a:ext cx="0" cy="0"/>
          <a:chOff x="0" y="0"/>
          <a:chExt cx="0" cy="0"/>
        </a:xfrm>
      </p:grpSpPr>
      <p:sp>
        <p:nvSpPr>
          <p:cNvPr id="79" name="Google Shape;79;p8"/>
          <p:cNvSpPr/>
          <p:nvPr/>
        </p:nvSpPr>
        <p:spPr>
          <a:xfrm>
            <a:off x="0" y="0"/>
            <a:ext cx="9144000" cy="5143500"/>
          </a:xfrm>
          <a:prstGeom prst="rect">
            <a:avLst/>
          </a:pr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80" name="Google Shape;80;p8"/>
          <p:cNvSpPr txBox="1"/>
          <p:nvPr>
            <p:ph type="title"/>
          </p:nvPr>
        </p:nvSpPr>
        <p:spPr>
          <a:xfrm>
            <a:off x="720000" y="540000"/>
            <a:ext cx="7703700" cy="40635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81" name="Google Shape;81;p8"/>
          <p:cNvGrpSpPr/>
          <p:nvPr/>
        </p:nvGrpSpPr>
        <p:grpSpPr>
          <a:xfrm>
            <a:off x="311700" y="260400"/>
            <a:ext cx="8647963" cy="4631326"/>
            <a:chOff x="311700" y="260400"/>
            <a:chExt cx="8647963" cy="4631326"/>
          </a:xfrm>
        </p:grpSpPr>
        <p:sp>
          <p:nvSpPr>
            <p:cNvPr id="82" name="Google Shape;82;p8"/>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8"/>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8"/>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8"/>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8"/>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title and description">
  <p:cSld name="SECTION_TITLE_AND_DESCRIPTION">
    <p:spTree>
      <p:nvGrpSpPr>
        <p:cNvPr id="87" name="Shape 87"/>
        <p:cNvGrpSpPr/>
        <p:nvPr/>
      </p:nvGrpSpPr>
      <p:grpSpPr>
        <a:xfrm>
          <a:off x="0" y="0"/>
          <a:ext cx="0" cy="0"/>
          <a:chOff x="0" y="0"/>
          <a:chExt cx="0" cy="0"/>
        </a:xfrm>
      </p:grpSpPr>
      <p:sp>
        <p:nvSpPr>
          <p:cNvPr id="88" name="Google Shape;88;p9"/>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89" name="Google Shape;89;p9"/>
          <p:cNvSpPr txBox="1"/>
          <p:nvPr>
            <p:ph idx="1" type="subTitle"/>
          </p:nvPr>
        </p:nvSpPr>
        <p:spPr>
          <a:xfrm>
            <a:off x="2655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Caption">
  <p:cSld name="CAPTION_ONLY">
    <p:spTree>
      <p:nvGrpSpPr>
        <p:cNvPr id="90" name="Shape 90"/>
        <p:cNvGrpSpPr/>
        <p:nvPr/>
      </p:nvGrpSpPr>
      <p:grpSpPr>
        <a:xfrm>
          <a:off x="0" y="0"/>
          <a:ext cx="0" cy="0"/>
          <a:chOff x="0" y="0"/>
          <a:chExt cx="0" cy="0"/>
        </a:xfrm>
      </p:grpSpPr>
      <p:sp>
        <p:nvSpPr>
          <p:cNvPr id="91" name="Google Shape;91;p10"/>
          <p:cNvSpPr/>
          <p:nvPr/>
        </p:nvSpPr>
        <p:spPr>
          <a:xfrm rot="-8099989">
            <a:off x="-3396058" y="-5402985"/>
            <a:ext cx="10466648" cy="11526058"/>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rgbClr val="3938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0"/>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93" name="Google Shape;93;p10"/>
          <p:cNvGrpSpPr/>
          <p:nvPr/>
        </p:nvGrpSpPr>
        <p:grpSpPr>
          <a:xfrm>
            <a:off x="311700" y="260400"/>
            <a:ext cx="8647963" cy="4631326"/>
            <a:chOff x="311700" y="260400"/>
            <a:chExt cx="8647963" cy="4631326"/>
          </a:xfrm>
        </p:grpSpPr>
        <p:sp>
          <p:nvSpPr>
            <p:cNvPr id="94" name="Google Shape;94;p10"/>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0"/>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0"/>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0"/>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0"/>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number">
  <p:cSld name="BIG_NUMBER">
    <p:spTree>
      <p:nvGrpSpPr>
        <p:cNvPr id="99" name="Shape 99"/>
        <p:cNvGrpSpPr/>
        <p:nvPr/>
      </p:nvGrpSpPr>
      <p:grpSpPr>
        <a:xfrm>
          <a:off x="0" y="0"/>
          <a:ext cx="0" cy="0"/>
          <a:chOff x="0" y="0"/>
          <a:chExt cx="0" cy="0"/>
        </a:xfrm>
      </p:grpSpPr>
      <p:sp>
        <p:nvSpPr>
          <p:cNvPr id="100" name="Google Shape;100;p11"/>
          <p:cNvSpPr/>
          <p:nvPr/>
        </p:nvSpPr>
        <p:spPr>
          <a:xfrm>
            <a:off x="0" y="0"/>
            <a:ext cx="9144000" cy="5143500"/>
          </a:xfrm>
          <a:prstGeom prst="rect">
            <a:avLst/>
          </a:pr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101" name="Google Shape;101;p11"/>
          <p:cNvSpPr txBox="1"/>
          <p:nvPr>
            <p:ph hasCustomPrompt="1" type="title"/>
          </p:nvPr>
        </p:nvSpPr>
        <p:spPr>
          <a:xfrm>
            <a:off x="720000" y="1316950"/>
            <a:ext cx="7704000" cy="1752600"/>
          </a:xfrm>
          <a:prstGeom prst="rect">
            <a:avLst/>
          </a:prstGeom>
        </p:spPr>
        <p:txBody>
          <a:bodyPr anchorCtr="0" anchor="b" bIns="91425" lIns="91425" spcFirstLastPara="1" rIns="91425" wrap="square" tIns="91425">
            <a:noAutofit/>
          </a:bodyPr>
          <a:lstStyle>
            <a:lvl1pPr lvl="0">
              <a:spcBef>
                <a:spcPts val="0"/>
              </a:spcBef>
              <a:spcAft>
                <a:spcPts val="0"/>
              </a:spcAft>
              <a:buSzPts val="12000"/>
              <a:buNone/>
              <a:defRPr sz="9000">
                <a:solidFill>
                  <a:schemeClr val="lt1"/>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02" name="Google Shape;102;p11"/>
          <p:cNvSpPr txBox="1"/>
          <p:nvPr>
            <p:ph idx="1" type="body"/>
          </p:nvPr>
        </p:nvSpPr>
        <p:spPr>
          <a:xfrm>
            <a:off x="720000" y="3152225"/>
            <a:ext cx="3540900" cy="4821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chemeClr val="lt1"/>
                </a:solidFill>
              </a:defRPr>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type="blank">
  <p:cSld name="BLANK">
    <p:bg>
      <p:bgPr>
        <a:noFill/>
      </p:bgPr>
    </p:bg>
    <p:spTree>
      <p:nvGrpSpPr>
        <p:cNvPr id="103" name="Shape 10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Agenda">
  <p:cSld name="BLANK_1">
    <p:spTree>
      <p:nvGrpSpPr>
        <p:cNvPr id="104" name="Shape 104"/>
        <p:cNvGrpSpPr/>
        <p:nvPr/>
      </p:nvGrpSpPr>
      <p:grpSpPr>
        <a:xfrm>
          <a:off x="0" y="0"/>
          <a:ext cx="0" cy="0"/>
          <a:chOff x="0" y="0"/>
          <a:chExt cx="0" cy="0"/>
        </a:xfrm>
      </p:grpSpPr>
      <p:sp>
        <p:nvSpPr>
          <p:cNvPr id="105" name="Google Shape;105;p13"/>
          <p:cNvSpPr txBox="1"/>
          <p:nvPr>
            <p:ph hasCustomPrompt="1" type="title"/>
          </p:nvPr>
        </p:nvSpPr>
        <p:spPr>
          <a:xfrm flipH="1">
            <a:off x="719749" y="540000"/>
            <a:ext cx="1901100" cy="5379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3F3F3"/>
              </a:buClr>
              <a:buSzPts val="3600"/>
              <a:buNone/>
              <a:defRPr sz="3600">
                <a:solidFill>
                  <a:schemeClr val="lt2"/>
                </a:solidFill>
              </a:defRPr>
            </a:lvl1pPr>
            <a:lvl2pPr lvl="1"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106" name="Google Shape;106;p13"/>
          <p:cNvSpPr txBox="1"/>
          <p:nvPr>
            <p:ph idx="1" type="subTitle"/>
          </p:nvPr>
        </p:nvSpPr>
        <p:spPr>
          <a:xfrm>
            <a:off x="719751" y="1110025"/>
            <a:ext cx="24096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atin typeface="Viga"/>
                <a:ea typeface="Viga"/>
                <a:cs typeface="Viga"/>
                <a:sym typeface="Viga"/>
              </a:defRPr>
            </a:lvl1pPr>
            <a:lvl2pPr lvl="1" rtl="0">
              <a:lnSpc>
                <a:spcPct val="100000"/>
              </a:lnSpc>
              <a:spcBef>
                <a:spcPts val="1600"/>
              </a:spcBef>
              <a:spcAft>
                <a:spcPts val="0"/>
              </a:spcAft>
              <a:buNone/>
              <a:defRPr sz="1600">
                <a:latin typeface="Viga"/>
                <a:ea typeface="Viga"/>
                <a:cs typeface="Viga"/>
                <a:sym typeface="Viga"/>
              </a:defRPr>
            </a:lvl2pPr>
            <a:lvl3pPr lvl="2" rtl="0">
              <a:lnSpc>
                <a:spcPct val="100000"/>
              </a:lnSpc>
              <a:spcBef>
                <a:spcPts val="1600"/>
              </a:spcBef>
              <a:spcAft>
                <a:spcPts val="0"/>
              </a:spcAft>
              <a:buNone/>
              <a:defRPr sz="1600">
                <a:latin typeface="Viga"/>
                <a:ea typeface="Viga"/>
                <a:cs typeface="Viga"/>
                <a:sym typeface="Viga"/>
              </a:defRPr>
            </a:lvl3pPr>
            <a:lvl4pPr lvl="3" rtl="0">
              <a:lnSpc>
                <a:spcPct val="100000"/>
              </a:lnSpc>
              <a:spcBef>
                <a:spcPts val="1600"/>
              </a:spcBef>
              <a:spcAft>
                <a:spcPts val="0"/>
              </a:spcAft>
              <a:buNone/>
              <a:defRPr sz="1600">
                <a:latin typeface="Viga"/>
                <a:ea typeface="Viga"/>
                <a:cs typeface="Viga"/>
                <a:sym typeface="Viga"/>
              </a:defRPr>
            </a:lvl4pPr>
            <a:lvl5pPr lvl="4" rtl="0">
              <a:lnSpc>
                <a:spcPct val="100000"/>
              </a:lnSpc>
              <a:spcBef>
                <a:spcPts val="1600"/>
              </a:spcBef>
              <a:spcAft>
                <a:spcPts val="0"/>
              </a:spcAft>
              <a:buNone/>
              <a:defRPr sz="1600">
                <a:latin typeface="Viga"/>
                <a:ea typeface="Viga"/>
                <a:cs typeface="Viga"/>
                <a:sym typeface="Viga"/>
              </a:defRPr>
            </a:lvl5pPr>
            <a:lvl6pPr lvl="5" rtl="0">
              <a:lnSpc>
                <a:spcPct val="100000"/>
              </a:lnSpc>
              <a:spcBef>
                <a:spcPts val="1600"/>
              </a:spcBef>
              <a:spcAft>
                <a:spcPts val="0"/>
              </a:spcAft>
              <a:buNone/>
              <a:defRPr sz="1600">
                <a:latin typeface="Viga"/>
                <a:ea typeface="Viga"/>
                <a:cs typeface="Viga"/>
                <a:sym typeface="Viga"/>
              </a:defRPr>
            </a:lvl6pPr>
            <a:lvl7pPr lvl="6" rtl="0">
              <a:lnSpc>
                <a:spcPct val="100000"/>
              </a:lnSpc>
              <a:spcBef>
                <a:spcPts val="1600"/>
              </a:spcBef>
              <a:spcAft>
                <a:spcPts val="0"/>
              </a:spcAft>
              <a:buNone/>
              <a:defRPr sz="1600">
                <a:latin typeface="Viga"/>
                <a:ea typeface="Viga"/>
                <a:cs typeface="Viga"/>
                <a:sym typeface="Viga"/>
              </a:defRPr>
            </a:lvl7pPr>
            <a:lvl8pPr lvl="7" rtl="0">
              <a:lnSpc>
                <a:spcPct val="100000"/>
              </a:lnSpc>
              <a:spcBef>
                <a:spcPts val="1600"/>
              </a:spcBef>
              <a:spcAft>
                <a:spcPts val="0"/>
              </a:spcAft>
              <a:buNone/>
              <a:defRPr sz="1600">
                <a:latin typeface="Viga"/>
                <a:ea typeface="Viga"/>
                <a:cs typeface="Viga"/>
                <a:sym typeface="Viga"/>
              </a:defRPr>
            </a:lvl8pPr>
            <a:lvl9pPr lvl="8" rtl="0">
              <a:lnSpc>
                <a:spcPct val="100000"/>
              </a:lnSpc>
              <a:spcBef>
                <a:spcPts val="1600"/>
              </a:spcBef>
              <a:spcAft>
                <a:spcPts val="1600"/>
              </a:spcAft>
              <a:buNone/>
              <a:defRPr sz="1600">
                <a:latin typeface="Viga"/>
                <a:ea typeface="Viga"/>
                <a:cs typeface="Viga"/>
                <a:sym typeface="Viga"/>
              </a:defRPr>
            </a:lvl9pPr>
          </a:lstStyle>
          <a:p/>
        </p:txBody>
      </p:sp>
      <p:sp>
        <p:nvSpPr>
          <p:cNvPr id="107" name="Google Shape;107;p13"/>
          <p:cNvSpPr txBox="1"/>
          <p:nvPr>
            <p:ph idx="2" type="subTitle"/>
          </p:nvPr>
        </p:nvSpPr>
        <p:spPr>
          <a:xfrm>
            <a:off x="719750" y="145562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300"/>
            </a:lvl1pPr>
            <a:lvl2pPr lvl="1" rtl="0">
              <a:lnSpc>
                <a:spcPct val="100000"/>
              </a:lnSpc>
              <a:spcBef>
                <a:spcPts val="1600"/>
              </a:spcBef>
              <a:spcAft>
                <a:spcPts val="0"/>
              </a:spcAft>
              <a:buNone/>
              <a:defRPr sz="1300"/>
            </a:lvl2pPr>
            <a:lvl3pPr lvl="2" rtl="0">
              <a:lnSpc>
                <a:spcPct val="100000"/>
              </a:lnSpc>
              <a:spcBef>
                <a:spcPts val="1600"/>
              </a:spcBef>
              <a:spcAft>
                <a:spcPts val="0"/>
              </a:spcAft>
              <a:buNone/>
              <a:defRPr sz="1300"/>
            </a:lvl3pPr>
            <a:lvl4pPr lvl="3" rtl="0">
              <a:lnSpc>
                <a:spcPct val="100000"/>
              </a:lnSpc>
              <a:spcBef>
                <a:spcPts val="1600"/>
              </a:spcBef>
              <a:spcAft>
                <a:spcPts val="0"/>
              </a:spcAft>
              <a:buNone/>
              <a:defRPr sz="1300"/>
            </a:lvl4pPr>
            <a:lvl5pPr lvl="4" rtl="0">
              <a:lnSpc>
                <a:spcPct val="100000"/>
              </a:lnSpc>
              <a:spcBef>
                <a:spcPts val="1600"/>
              </a:spcBef>
              <a:spcAft>
                <a:spcPts val="0"/>
              </a:spcAft>
              <a:buNone/>
              <a:defRPr sz="1300"/>
            </a:lvl5pPr>
            <a:lvl6pPr lvl="5" rtl="0">
              <a:lnSpc>
                <a:spcPct val="100000"/>
              </a:lnSpc>
              <a:spcBef>
                <a:spcPts val="1600"/>
              </a:spcBef>
              <a:spcAft>
                <a:spcPts val="0"/>
              </a:spcAft>
              <a:buNone/>
              <a:defRPr sz="1300"/>
            </a:lvl6pPr>
            <a:lvl7pPr lvl="6" rtl="0">
              <a:lnSpc>
                <a:spcPct val="100000"/>
              </a:lnSpc>
              <a:spcBef>
                <a:spcPts val="1600"/>
              </a:spcBef>
              <a:spcAft>
                <a:spcPts val="0"/>
              </a:spcAft>
              <a:buNone/>
              <a:defRPr sz="1300"/>
            </a:lvl7pPr>
            <a:lvl8pPr lvl="7" rtl="0">
              <a:lnSpc>
                <a:spcPct val="100000"/>
              </a:lnSpc>
              <a:spcBef>
                <a:spcPts val="1600"/>
              </a:spcBef>
              <a:spcAft>
                <a:spcPts val="0"/>
              </a:spcAft>
              <a:buNone/>
              <a:defRPr sz="1300"/>
            </a:lvl8pPr>
            <a:lvl9pPr lvl="8" rtl="0">
              <a:lnSpc>
                <a:spcPct val="100000"/>
              </a:lnSpc>
              <a:spcBef>
                <a:spcPts val="1600"/>
              </a:spcBef>
              <a:spcAft>
                <a:spcPts val="1600"/>
              </a:spcAft>
              <a:buNone/>
              <a:defRPr sz="1300"/>
            </a:lvl9pPr>
          </a:lstStyle>
          <a:p/>
        </p:txBody>
      </p:sp>
      <p:sp>
        <p:nvSpPr>
          <p:cNvPr id="108" name="Google Shape;108;p13"/>
          <p:cNvSpPr txBox="1"/>
          <p:nvPr>
            <p:ph hasCustomPrompt="1" idx="3" type="title"/>
          </p:nvPr>
        </p:nvSpPr>
        <p:spPr>
          <a:xfrm flipH="1">
            <a:off x="3621449" y="540000"/>
            <a:ext cx="1901100" cy="5379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3F3F3"/>
              </a:buClr>
              <a:buSzPts val="3600"/>
              <a:buNone/>
              <a:defRPr sz="3600"/>
            </a:lvl1pPr>
            <a:lvl2pPr lvl="1"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109" name="Google Shape;109;p13"/>
          <p:cNvSpPr txBox="1"/>
          <p:nvPr>
            <p:ph idx="4" type="subTitle"/>
          </p:nvPr>
        </p:nvSpPr>
        <p:spPr>
          <a:xfrm>
            <a:off x="3621447" y="1110025"/>
            <a:ext cx="19011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atin typeface="Viga"/>
                <a:ea typeface="Viga"/>
                <a:cs typeface="Viga"/>
                <a:sym typeface="Viga"/>
              </a:defRPr>
            </a:lvl1pPr>
            <a:lvl2pPr lvl="1" rtl="0">
              <a:lnSpc>
                <a:spcPct val="100000"/>
              </a:lnSpc>
              <a:spcBef>
                <a:spcPts val="1600"/>
              </a:spcBef>
              <a:spcAft>
                <a:spcPts val="0"/>
              </a:spcAft>
              <a:buNone/>
              <a:defRPr sz="1600">
                <a:latin typeface="Viga"/>
                <a:ea typeface="Viga"/>
                <a:cs typeface="Viga"/>
                <a:sym typeface="Viga"/>
              </a:defRPr>
            </a:lvl2pPr>
            <a:lvl3pPr lvl="2" rtl="0">
              <a:lnSpc>
                <a:spcPct val="100000"/>
              </a:lnSpc>
              <a:spcBef>
                <a:spcPts val="1600"/>
              </a:spcBef>
              <a:spcAft>
                <a:spcPts val="0"/>
              </a:spcAft>
              <a:buNone/>
              <a:defRPr sz="1600">
                <a:latin typeface="Viga"/>
                <a:ea typeface="Viga"/>
                <a:cs typeface="Viga"/>
                <a:sym typeface="Viga"/>
              </a:defRPr>
            </a:lvl3pPr>
            <a:lvl4pPr lvl="3" rtl="0">
              <a:lnSpc>
                <a:spcPct val="100000"/>
              </a:lnSpc>
              <a:spcBef>
                <a:spcPts val="1600"/>
              </a:spcBef>
              <a:spcAft>
                <a:spcPts val="0"/>
              </a:spcAft>
              <a:buNone/>
              <a:defRPr sz="1600">
                <a:latin typeface="Viga"/>
                <a:ea typeface="Viga"/>
                <a:cs typeface="Viga"/>
                <a:sym typeface="Viga"/>
              </a:defRPr>
            </a:lvl4pPr>
            <a:lvl5pPr lvl="4" rtl="0">
              <a:lnSpc>
                <a:spcPct val="100000"/>
              </a:lnSpc>
              <a:spcBef>
                <a:spcPts val="1600"/>
              </a:spcBef>
              <a:spcAft>
                <a:spcPts val="0"/>
              </a:spcAft>
              <a:buNone/>
              <a:defRPr sz="1600">
                <a:latin typeface="Viga"/>
                <a:ea typeface="Viga"/>
                <a:cs typeface="Viga"/>
                <a:sym typeface="Viga"/>
              </a:defRPr>
            </a:lvl5pPr>
            <a:lvl6pPr lvl="5" rtl="0">
              <a:lnSpc>
                <a:spcPct val="100000"/>
              </a:lnSpc>
              <a:spcBef>
                <a:spcPts val="1600"/>
              </a:spcBef>
              <a:spcAft>
                <a:spcPts val="0"/>
              </a:spcAft>
              <a:buNone/>
              <a:defRPr sz="1600">
                <a:latin typeface="Viga"/>
                <a:ea typeface="Viga"/>
                <a:cs typeface="Viga"/>
                <a:sym typeface="Viga"/>
              </a:defRPr>
            </a:lvl6pPr>
            <a:lvl7pPr lvl="6" rtl="0">
              <a:lnSpc>
                <a:spcPct val="100000"/>
              </a:lnSpc>
              <a:spcBef>
                <a:spcPts val="1600"/>
              </a:spcBef>
              <a:spcAft>
                <a:spcPts val="0"/>
              </a:spcAft>
              <a:buNone/>
              <a:defRPr sz="1600">
                <a:latin typeface="Viga"/>
                <a:ea typeface="Viga"/>
                <a:cs typeface="Viga"/>
                <a:sym typeface="Viga"/>
              </a:defRPr>
            </a:lvl7pPr>
            <a:lvl8pPr lvl="7" rtl="0">
              <a:lnSpc>
                <a:spcPct val="100000"/>
              </a:lnSpc>
              <a:spcBef>
                <a:spcPts val="1600"/>
              </a:spcBef>
              <a:spcAft>
                <a:spcPts val="0"/>
              </a:spcAft>
              <a:buNone/>
              <a:defRPr sz="1600">
                <a:latin typeface="Viga"/>
                <a:ea typeface="Viga"/>
                <a:cs typeface="Viga"/>
                <a:sym typeface="Viga"/>
              </a:defRPr>
            </a:lvl8pPr>
            <a:lvl9pPr lvl="8" rtl="0">
              <a:lnSpc>
                <a:spcPct val="100000"/>
              </a:lnSpc>
              <a:spcBef>
                <a:spcPts val="1600"/>
              </a:spcBef>
              <a:spcAft>
                <a:spcPts val="1600"/>
              </a:spcAft>
              <a:buNone/>
              <a:defRPr sz="1600">
                <a:latin typeface="Viga"/>
                <a:ea typeface="Viga"/>
                <a:cs typeface="Viga"/>
                <a:sym typeface="Viga"/>
              </a:defRPr>
            </a:lvl9pPr>
          </a:lstStyle>
          <a:p/>
        </p:txBody>
      </p:sp>
      <p:sp>
        <p:nvSpPr>
          <p:cNvPr id="110" name="Google Shape;110;p13"/>
          <p:cNvSpPr txBox="1"/>
          <p:nvPr>
            <p:ph idx="5" type="subTitle"/>
          </p:nvPr>
        </p:nvSpPr>
        <p:spPr>
          <a:xfrm>
            <a:off x="3621450" y="145562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300"/>
            </a:lvl1pPr>
            <a:lvl2pPr lvl="1" rtl="0">
              <a:lnSpc>
                <a:spcPct val="100000"/>
              </a:lnSpc>
              <a:spcBef>
                <a:spcPts val="1600"/>
              </a:spcBef>
              <a:spcAft>
                <a:spcPts val="0"/>
              </a:spcAft>
              <a:buNone/>
              <a:defRPr sz="1300"/>
            </a:lvl2pPr>
            <a:lvl3pPr lvl="2" rtl="0">
              <a:lnSpc>
                <a:spcPct val="100000"/>
              </a:lnSpc>
              <a:spcBef>
                <a:spcPts val="1600"/>
              </a:spcBef>
              <a:spcAft>
                <a:spcPts val="0"/>
              </a:spcAft>
              <a:buNone/>
              <a:defRPr sz="1300"/>
            </a:lvl3pPr>
            <a:lvl4pPr lvl="3" rtl="0">
              <a:lnSpc>
                <a:spcPct val="100000"/>
              </a:lnSpc>
              <a:spcBef>
                <a:spcPts val="1600"/>
              </a:spcBef>
              <a:spcAft>
                <a:spcPts val="0"/>
              </a:spcAft>
              <a:buNone/>
              <a:defRPr sz="1300"/>
            </a:lvl4pPr>
            <a:lvl5pPr lvl="4" rtl="0">
              <a:lnSpc>
                <a:spcPct val="100000"/>
              </a:lnSpc>
              <a:spcBef>
                <a:spcPts val="1600"/>
              </a:spcBef>
              <a:spcAft>
                <a:spcPts val="0"/>
              </a:spcAft>
              <a:buNone/>
              <a:defRPr sz="1300"/>
            </a:lvl5pPr>
            <a:lvl6pPr lvl="5" rtl="0">
              <a:lnSpc>
                <a:spcPct val="100000"/>
              </a:lnSpc>
              <a:spcBef>
                <a:spcPts val="1600"/>
              </a:spcBef>
              <a:spcAft>
                <a:spcPts val="0"/>
              </a:spcAft>
              <a:buNone/>
              <a:defRPr sz="1300"/>
            </a:lvl6pPr>
            <a:lvl7pPr lvl="6" rtl="0">
              <a:lnSpc>
                <a:spcPct val="100000"/>
              </a:lnSpc>
              <a:spcBef>
                <a:spcPts val="1600"/>
              </a:spcBef>
              <a:spcAft>
                <a:spcPts val="0"/>
              </a:spcAft>
              <a:buNone/>
              <a:defRPr sz="1300"/>
            </a:lvl7pPr>
            <a:lvl8pPr lvl="7" rtl="0">
              <a:lnSpc>
                <a:spcPct val="100000"/>
              </a:lnSpc>
              <a:spcBef>
                <a:spcPts val="1600"/>
              </a:spcBef>
              <a:spcAft>
                <a:spcPts val="0"/>
              </a:spcAft>
              <a:buNone/>
              <a:defRPr sz="1300"/>
            </a:lvl8pPr>
            <a:lvl9pPr lvl="8" rtl="0">
              <a:lnSpc>
                <a:spcPct val="100000"/>
              </a:lnSpc>
              <a:spcBef>
                <a:spcPts val="1600"/>
              </a:spcBef>
              <a:spcAft>
                <a:spcPts val="1600"/>
              </a:spcAft>
              <a:buNone/>
              <a:defRPr sz="1300"/>
            </a:lvl9pPr>
          </a:lstStyle>
          <a:p/>
        </p:txBody>
      </p:sp>
      <p:sp>
        <p:nvSpPr>
          <p:cNvPr id="111" name="Google Shape;111;p13"/>
          <p:cNvSpPr txBox="1"/>
          <p:nvPr>
            <p:ph hasCustomPrompt="1" idx="6" type="title"/>
          </p:nvPr>
        </p:nvSpPr>
        <p:spPr>
          <a:xfrm flipH="1">
            <a:off x="6523149" y="540000"/>
            <a:ext cx="1901100" cy="5379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3F3F3"/>
              </a:buClr>
              <a:buSzPts val="3600"/>
              <a:buNone/>
              <a:defRPr sz="3600"/>
            </a:lvl1pPr>
            <a:lvl2pPr lvl="1"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112" name="Google Shape;112;p13"/>
          <p:cNvSpPr txBox="1"/>
          <p:nvPr>
            <p:ph idx="7" type="subTitle"/>
          </p:nvPr>
        </p:nvSpPr>
        <p:spPr>
          <a:xfrm>
            <a:off x="6523147" y="1110025"/>
            <a:ext cx="19011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atin typeface="Viga"/>
                <a:ea typeface="Viga"/>
                <a:cs typeface="Viga"/>
                <a:sym typeface="Viga"/>
              </a:defRPr>
            </a:lvl1pPr>
            <a:lvl2pPr lvl="1" rtl="0">
              <a:lnSpc>
                <a:spcPct val="100000"/>
              </a:lnSpc>
              <a:spcBef>
                <a:spcPts val="1600"/>
              </a:spcBef>
              <a:spcAft>
                <a:spcPts val="0"/>
              </a:spcAft>
              <a:buNone/>
              <a:defRPr sz="1600">
                <a:latin typeface="Viga"/>
                <a:ea typeface="Viga"/>
                <a:cs typeface="Viga"/>
                <a:sym typeface="Viga"/>
              </a:defRPr>
            </a:lvl2pPr>
            <a:lvl3pPr lvl="2" rtl="0">
              <a:lnSpc>
                <a:spcPct val="100000"/>
              </a:lnSpc>
              <a:spcBef>
                <a:spcPts val="1600"/>
              </a:spcBef>
              <a:spcAft>
                <a:spcPts val="0"/>
              </a:spcAft>
              <a:buNone/>
              <a:defRPr sz="1600">
                <a:latin typeface="Viga"/>
                <a:ea typeface="Viga"/>
                <a:cs typeface="Viga"/>
                <a:sym typeface="Viga"/>
              </a:defRPr>
            </a:lvl3pPr>
            <a:lvl4pPr lvl="3" rtl="0">
              <a:lnSpc>
                <a:spcPct val="100000"/>
              </a:lnSpc>
              <a:spcBef>
                <a:spcPts val="1600"/>
              </a:spcBef>
              <a:spcAft>
                <a:spcPts val="0"/>
              </a:spcAft>
              <a:buNone/>
              <a:defRPr sz="1600">
                <a:latin typeface="Viga"/>
                <a:ea typeface="Viga"/>
                <a:cs typeface="Viga"/>
                <a:sym typeface="Viga"/>
              </a:defRPr>
            </a:lvl4pPr>
            <a:lvl5pPr lvl="4" rtl="0">
              <a:lnSpc>
                <a:spcPct val="100000"/>
              </a:lnSpc>
              <a:spcBef>
                <a:spcPts val="1600"/>
              </a:spcBef>
              <a:spcAft>
                <a:spcPts val="0"/>
              </a:spcAft>
              <a:buNone/>
              <a:defRPr sz="1600">
                <a:latin typeface="Viga"/>
                <a:ea typeface="Viga"/>
                <a:cs typeface="Viga"/>
                <a:sym typeface="Viga"/>
              </a:defRPr>
            </a:lvl5pPr>
            <a:lvl6pPr lvl="5" rtl="0">
              <a:lnSpc>
                <a:spcPct val="100000"/>
              </a:lnSpc>
              <a:spcBef>
                <a:spcPts val="1600"/>
              </a:spcBef>
              <a:spcAft>
                <a:spcPts val="0"/>
              </a:spcAft>
              <a:buNone/>
              <a:defRPr sz="1600">
                <a:latin typeface="Viga"/>
                <a:ea typeface="Viga"/>
                <a:cs typeface="Viga"/>
                <a:sym typeface="Viga"/>
              </a:defRPr>
            </a:lvl6pPr>
            <a:lvl7pPr lvl="6" rtl="0">
              <a:lnSpc>
                <a:spcPct val="100000"/>
              </a:lnSpc>
              <a:spcBef>
                <a:spcPts val="1600"/>
              </a:spcBef>
              <a:spcAft>
                <a:spcPts val="0"/>
              </a:spcAft>
              <a:buNone/>
              <a:defRPr sz="1600">
                <a:latin typeface="Viga"/>
                <a:ea typeface="Viga"/>
                <a:cs typeface="Viga"/>
                <a:sym typeface="Viga"/>
              </a:defRPr>
            </a:lvl7pPr>
            <a:lvl8pPr lvl="7" rtl="0">
              <a:lnSpc>
                <a:spcPct val="100000"/>
              </a:lnSpc>
              <a:spcBef>
                <a:spcPts val="1600"/>
              </a:spcBef>
              <a:spcAft>
                <a:spcPts val="0"/>
              </a:spcAft>
              <a:buNone/>
              <a:defRPr sz="1600">
                <a:latin typeface="Viga"/>
                <a:ea typeface="Viga"/>
                <a:cs typeface="Viga"/>
                <a:sym typeface="Viga"/>
              </a:defRPr>
            </a:lvl8pPr>
            <a:lvl9pPr lvl="8" rtl="0">
              <a:lnSpc>
                <a:spcPct val="100000"/>
              </a:lnSpc>
              <a:spcBef>
                <a:spcPts val="1600"/>
              </a:spcBef>
              <a:spcAft>
                <a:spcPts val="1600"/>
              </a:spcAft>
              <a:buNone/>
              <a:defRPr sz="1600">
                <a:latin typeface="Viga"/>
                <a:ea typeface="Viga"/>
                <a:cs typeface="Viga"/>
                <a:sym typeface="Viga"/>
              </a:defRPr>
            </a:lvl9pPr>
          </a:lstStyle>
          <a:p/>
        </p:txBody>
      </p:sp>
      <p:sp>
        <p:nvSpPr>
          <p:cNvPr id="113" name="Google Shape;113;p13"/>
          <p:cNvSpPr txBox="1"/>
          <p:nvPr>
            <p:ph idx="8" type="subTitle"/>
          </p:nvPr>
        </p:nvSpPr>
        <p:spPr>
          <a:xfrm>
            <a:off x="6523150" y="145562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300"/>
            </a:lvl1pPr>
            <a:lvl2pPr lvl="1" rtl="0">
              <a:lnSpc>
                <a:spcPct val="100000"/>
              </a:lnSpc>
              <a:spcBef>
                <a:spcPts val="1600"/>
              </a:spcBef>
              <a:spcAft>
                <a:spcPts val="0"/>
              </a:spcAft>
              <a:buNone/>
              <a:defRPr sz="1300"/>
            </a:lvl2pPr>
            <a:lvl3pPr lvl="2" rtl="0">
              <a:lnSpc>
                <a:spcPct val="100000"/>
              </a:lnSpc>
              <a:spcBef>
                <a:spcPts val="1600"/>
              </a:spcBef>
              <a:spcAft>
                <a:spcPts val="0"/>
              </a:spcAft>
              <a:buNone/>
              <a:defRPr sz="1300"/>
            </a:lvl3pPr>
            <a:lvl4pPr lvl="3" rtl="0">
              <a:lnSpc>
                <a:spcPct val="100000"/>
              </a:lnSpc>
              <a:spcBef>
                <a:spcPts val="1600"/>
              </a:spcBef>
              <a:spcAft>
                <a:spcPts val="0"/>
              </a:spcAft>
              <a:buNone/>
              <a:defRPr sz="1300"/>
            </a:lvl4pPr>
            <a:lvl5pPr lvl="4" rtl="0">
              <a:lnSpc>
                <a:spcPct val="100000"/>
              </a:lnSpc>
              <a:spcBef>
                <a:spcPts val="1600"/>
              </a:spcBef>
              <a:spcAft>
                <a:spcPts val="0"/>
              </a:spcAft>
              <a:buNone/>
              <a:defRPr sz="1300"/>
            </a:lvl5pPr>
            <a:lvl6pPr lvl="5" rtl="0">
              <a:lnSpc>
                <a:spcPct val="100000"/>
              </a:lnSpc>
              <a:spcBef>
                <a:spcPts val="1600"/>
              </a:spcBef>
              <a:spcAft>
                <a:spcPts val="0"/>
              </a:spcAft>
              <a:buNone/>
              <a:defRPr sz="1300"/>
            </a:lvl6pPr>
            <a:lvl7pPr lvl="6" rtl="0">
              <a:lnSpc>
                <a:spcPct val="100000"/>
              </a:lnSpc>
              <a:spcBef>
                <a:spcPts val="1600"/>
              </a:spcBef>
              <a:spcAft>
                <a:spcPts val="0"/>
              </a:spcAft>
              <a:buNone/>
              <a:defRPr sz="1300"/>
            </a:lvl7pPr>
            <a:lvl8pPr lvl="7" rtl="0">
              <a:lnSpc>
                <a:spcPct val="100000"/>
              </a:lnSpc>
              <a:spcBef>
                <a:spcPts val="1600"/>
              </a:spcBef>
              <a:spcAft>
                <a:spcPts val="0"/>
              </a:spcAft>
              <a:buNone/>
              <a:defRPr sz="1300"/>
            </a:lvl8pPr>
            <a:lvl9pPr lvl="8" rtl="0">
              <a:lnSpc>
                <a:spcPct val="100000"/>
              </a:lnSpc>
              <a:spcBef>
                <a:spcPts val="1600"/>
              </a:spcBef>
              <a:spcAft>
                <a:spcPts val="1600"/>
              </a:spcAft>
              <a:buNone/>
              <a:defRPr sz="1300"/>
            </a:lvl9pPr>
          </a:lstStyle>
          <a:p/>
        </p:txBody>
      </p:sp>
      <p:sp>
        <p:nvSpPr>
          <p:cNvPr id="114" name="Google Shape;114;p13"/>
          <p:cNvSpPr txBox="1"/>
          <p:nvPr>
            <p:ph hasCustomPrompt="1" idx="9" type="title"/>
          </p:nvPr>
        </p:nvSpPr>
        <p:spPr>
          <a:xfrm flipH="1">
            <a:off x="719749" y="2996975"/>
            <a:ext cx="1901100" cy="5379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3F3F3"/>
              </a:buClr>
              <a:buSzPts val="3600"/>
              <a:buNone/>
              <a:defRPr sz="3600">
                <a:solidFill>
                  <a:schemeClr val="lt1"/>
                </a:solidFill>
              </a:defRPr>
            </a:lvl1pPr>
            <a:lvl2pPr lvl="1"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115" name="Google Shape;115;p13"/>
          <p:cNvSpPr txBox="1"/>
          <p:nvPr>
            <p:ph idx="13" type="subTitle"/>
          </p:nvPr>
        </p:nvSpPr>
        <p:spPr>
          <a:xfrm>
            <a:off x="719747" y="3567000"/>
            <a:ext cx="19011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atin typeface="Viga"/>
                <a:ea typeface="Viga"/>
                <a:cs typeface="Viga"/>
                <a:sym typeface="Viga"/>
              </a:defRPr>
            </a:lvl1pPr>
            <a:lvl2pPr lvl="1" rtl="0">
              <a:lnSpc>
                <a:spcPct val="100000"/>
              </a:lnSpc>
              <a:spcBef>
                <a:spcPts val="1600"/>
              </a:spcBef>
              <a:spcAft>
                <a:spcPts val="0"/>
              </a:spcAft>
              <a:buNone/>
              <a:defRPr sz="1600">
                <a:latin typeface="Viga"/>
                <a:ea typeface="Viga"/>
                <a:cs typeface="Viga"/>
                <a:sym typeface="Viga"/>
              </a:defRPr>
            </a:lvl2pPr>
            <a:lvl3pPr lvl="2" rtl="0">
              <a:lnSpc>
                <a:spcPct val="100000"/>
              </a:lnSpc>
              <a:spcBef>
                <a:spcPts val="1600"/>
              </a:spcBef>
              <a:spcAft>
                <a:spcPts val="0"/>
              </a:spcAft>
              <a:buNone/>
              <a:defRPr sz="1600">
                <a:latin typeface="Viga"/>
                <a:ea typeface="Viga"/>
                <a:cs typeface="Viga"/>
                <a:sym typeface="Viga"/>
              </a:defRPr>
            </a:lvl3pPr>
            <a:lvl4pPr lvl="3" rtl="0">
              <a:lnSpc>
                <a:spcPct val="100000"/>
              </a:lnSpc>
              <a:spcBef>
                <a:spcPts val="1600"/>
              </a:spcBef>
              <a:spcAft>
                <a:spcPts val="0"/>
              </a:spcAft>
              <a:buNone/>
              <a:defRPr sz="1600">
                <a:latin typeface="Viga"/>
                <a:ea typeface="Viga"/>
                <a:cs typeface="Viga"/>
                <a:sym typeface="Viga"/>
              </a:defRPr>
            </a:lvl4pPr>
            <a:lvl5pPr lvl="4" rtl="0">
              <a:lnSpc>
                <a:spcPct val="100000"/>
              </a:lnSpc>
              <a:spcBef>
                <a:spcPts val="1600"/>
              </a:spcBef>
              <a:spcAft>
                <a:spcPts val="0"/>
              </a:spcAft>
              <a:buNone/>
              <a:defRPr sz="1600">
                <a:latin typeface="Viga"/>
                <a:ea typeface="Viga"/>
                <a:cs typeface="Viga"/>
                <a:sym typeface="Viga"/>
              </a:defRPr>
            </a:lvl5pPr>
            <a:lvl6pPr lvl="5" rtl="0">
              <a:lnSpc>
                <a:spcPct val="100000"/>
              </a:lnSpc>
              <a:spcBef>
                <a:spcPts val="1600"/>
              </a:spcBef>
              <a:spcAft>
                <a:spcPts val="0"/>
              </a:spcAft>
              <a:buNone/>
              <a:defRPr sz="1600">
                <a:latin typeface="Viga"/>
                <a:ea typeface="Viga"/>
                <a:cs typeface="Viga"/>
                <a:sym typeface="Viga"/>
              </a:defRPr>
            </a:lvl6pPr>
            <a:lvl7pPr lvl="6" rtl="0">
              <a:lnSpc>
                <a:spcPct val="100000"/>
              </a:lnSpc>
              <a:spcBef>
                <a:spcPts val="1600"/>
              </a:spcBef>
              <a:spcAft>
                <a:spcPts val="0"/>
              </a:spcAft>
              <a:buNone/>
              <a:defRPr sz="1600">
                <a:latin typeface="Viga"/>
                <a:ea typeface="Viga"/>
                <a:cs typeface="Viga"/>
                <a:sym typeface="Viga"/>
              </a:defRPr>
            </a:lvl7pPr>
            <a:lvl8pPr lvl="7" rtl="0">
              <a:lnSpc>
                <a:spcPct val="100000"/>
              </a:lnSpc>
              <a:spcBef>
                <a:spcPts val="1600"/>
              </a:spcBef>
              <a:spcAft>
                <a:spcPts val="0"/>
              </a:spcAft>
              <a:buNone/>
              <a:defRPr sz="1600">
                <a:latin typeface="Viga"/>
                <a:ea typeface="Viga"/>
                <a:cs typeface="Viga"/>
                <a:sym typeface="Viga"/>
              </a:defRPr>
            </a:lvl8pPr>
            <a:lvl9pPr lvl="8" rtl="0">
              <a:lnSpc>
                <a:spcPct val="100000"/>
              </a:lnSpc>
              <a:spcBef>
                <a:spcPts val="1600"/>
              </a:spcBef>
              <a:spcAft>
                <a:spcPts val="1600"/>
              </a:spcAft>
              <a:buNone/>
              <a:defRPr sz="1600">
                <a:latin typeface="Viga"/>
                <a:ea typeface="Viga"/>
                <a:cs typeface="Viga"/>
                <a:sym typeface="Viga"/>
              </a:defRPr>
            </a:lvl9pPr>
          </a:lstStyle>
          <a:p/>
        </p:txBody>
      </p:sp>
      <p:sp>
        <p:nvSpPr>
          <p:cNvPr id="116" name="Google Shape;116;p13"/>
          <p:cNvSpPr txBox="1"/>
          <p:nvPr>
            <p:ph idx="14" type="subTitle"/>
          </p:nvPr>
        </p:nvSpPr>
        <p:spPr>
          <a:xfrm>
            <a:off x="719750" y="3912600"/>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300"/>
            </a:lvl1pPr>
            <a:lvl2pPr lvl="1" rtl="0">
              <a:lnSpc>
                <a:spcPct val="100000"/>
              </a:lnSpc>
              <a:spcBef>
                <a:spcPts val="1600"/>
              </a:spcBef>
              <a:spcAft>
                <a:spcPts val="0"/>
              </a:spcAft>
              <a:buNone/>
              <a:defRPr sz="1300"/>
            </a:lvl2pPr>
            <a:lvl3pPr lvl="2" rtl="0">
              <a:lnSpc>
                <a:spcPct val="100000"/>
              </a:lnSpc>
              <a:spcBef>
                <a:spcPts val="1600"/>
              </a:spcBef>
              <a:spcAft>
                <a:spcPts val="0"/>
              </a:spcAft>
              <a:buNone/>
              <a:defRPr sz="1300"/>
            </a:lvl3pPr>
            <a:lvl4pPr lvl="3" rtl="0">
              <a:lnSpc>
                <a:spcPct val="100000"/>
              </a:lnSpc>
              <a:spcBef>
                <a:spcPts val="1600"/>
              </a:spcBef>
              <a:spcAft>
                <a:spcPts val="0"/>
              </a:spcAft>
              <a:buNone/>
              <a:defRPr sz="1300"/>
            </a:lvl4pPr>
            <a:lvl5pPr lvl="4" rtl="0">
              <a:lnSpc>
                <a:spcPct val="100000"/>
              </a:lnSpc>
              <a:spcBef>
                <a:spcPts val="1600"/>
              </a:spcBef>
              <a:spcAft>
                <a:spcPts val="0"/>
              </a:spcAft>
              <a:buNone/>
              <a:defRPr sz="1300"/>
            </a:lvl5pPr>
            <a:lvl6pPr lvl="5" rtl="0">
              <a:lnSpc>
                <a:spcPct val="100000"/>
              </a:lnSpc>
              <a:spcBef>
                <a:spcPts val="1600"/>
              </a:spcBef>
              <a:spcAft>
                <a:spcPts val="0"/>
              </a:spcAft>
              <a:buNone/>
              <a:defRPr sz="1300"/>
            </a:lvl6pPr>
            <a:lvl7pPr lvl="6" rtl="0">
              <a:lnSpc>
                <a:spcPct val="100000"/>
              </a:lnSpc>
              <a:spcBef>
                <a:spcPts val="1600"/>
              </a:spcBef>
              <a:spcAft>
                <a:spcPts val="0"/>
              </a:spcAft>
              <a:buNone/>
              <a:defRPr sz="1300"/>
            </a:lvl7pPr>
            <a:lvl8pPr lvl="7" rtl="0">
              <a:lnSpc>
                <a:spcPct val="100000"/>
              </a:lnSpc>
              <a:spcBef>
                <a:spcPts val="1600"/>
              </a:spcBef>
              <a:spcAft>
                <a:spcPts val="0"/>
              </a:spcAft>
              <a:buNone/>
              <a:defRPr sz="1300"/>
            </a:lvl8pPr>
            <a:lvl9pPr lvl="8" rtl="0">
              <a:lnSpc>
                <a:spcPct val="100000"/>
              </a:lnSpc>
              <a:spcBef>
                <a:spcPts val="1600"/>
              </a:spcBef>
              <a:spcAft>
                <a:spcPts val="1600"/>
              </a:spcAft>
              <a:buNone/>
              <a:defRPr sz="1300"/>
            </a:lvl9pPr>
          </a:lstStyle>
          <a:p/>
        </p:txBody>
      </p:sp>
      <p:sp>
        <p:nvSpPr>
          <p:cNvPr id="117" name="Google Shape;117;p13"/>
          <p:cNvSpPr txBox="1"/>
          <p:nvPr>
            <p:ph hasCustomPrompt="1" idx="15" type="title"/>
          </p:nvPr>
        </p:nvSpPr>
        <p:spPr>
          <a:xfrm flipH="1">
            <a:off x="3621449" y="2996975"/>
            <a:ext cx="1901100" cy="5379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3F3F3"/>
              </a:buClr>
              <a:buSzPts val="3600"/>
              <a:buNone/>
              <a:defRPr sz="3600"/>
            </a:lvl1pPr>
            <a:lvl2pPr lvl="1"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118" name="Google Shape;118;p13"/>
          <p:cNvSpPr txBox="1"/>
          <p:nvPr>
            <p:ph idx="16" type="subTitle"/>
          </p:nvPr>
        </p:nvSpPr>
        <p:spPr>
          <a:xfrm>
            <a:off x="3621450" y="3567000"/>
            <a:ext cx="24096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atin typeface="Viga"/>
                <a:ea typeface="Viga"/>
                <a:cs typeface="Viga"/>
                <a:sym typeface="Viga"/>
              </a:defRPr>
            </a:lvl1pPr>
            <a:lvl2pPr lvl="1" rtl="0">
              <a:lnSpc>
                <a:spcPct val="100000"/>
              </a:lnSpc>
              <a:spcBef>
                <a:spcPts val="1600"/>
              </a:spcBef>
              <a:spcAft>
                <a:spcPts val="0"/>
              </a:spcAft>
              <a:buNone/>
              <a:defRPr sz="1600">
                <a:latin typeface="Viga"/>
                <a:ea typeface="Viga"/>
                <a:cs typeface="Viga"/>
                <a:sym typeface="Viga"/>
              </a:defRPr>
            </a:lvl2pPr>
            <a:lvl3pPr lvl="2" rtl="0">
              <a:lnSpc>
                <a:spcPct val="100000"/>
              </a:lnSpc>
              <a:spcBef>
                <a:spcPts val="1600"/>
              </a:spcBef>
              <a:spcAft>
                <a:spcPts val="0"/>
              </a:spcAft>
              <a:buNone/>
              <a:defRPr sz="1600">
                <a:latin typeface="Viga"/>
                <a:ea typeface="Viga"/>
                <a:cs typeface="Viga"/>
                <a:sym typeface="Viga"/>
              </a:defRPr>
            </a:lvl3pPr>
            <a:lvl4pPr lvl="3" rtl="0">
              <a:lnSpc>
                <a:spcPct val="100000"/>
              </a:lnSpc>
              <a:spcBef>
                <a:spcPts val="1600"/>
              </a:spcBef>
              <a:spcAft>
                <a:spcPts val="0"/>
              </a:spcAft>
              <a:buNone/>
              <a:defRPr sz="1600">
                <a:latin typeface="Viga"/>
                <a:ea typeface="Viga"/>
                <a:cs typeface="Viga"/>
                <a:sym typeface="Viga"/>
              </a:defRPr>
            </a:lvl4pPr>
            <a:lvl5pPr lvl="4" rtl="0">
              <a:lnSpc>
                <a:spcPct val="100000"/>
              </a:lnSpc>
              <a:spcBef>
                <a:spcPts val="1600"/>
              </a:spcBef>
              <a:spcAft>
                <a:spcPts val="0"/>
              </a:spcAft>
              <a:buNone/>
              <a:defRPr sz="1600">
                <a:latin typeface="Viga"/>
                <a:ea typeface="Viga"/>
                <a:cs typeface="Viga"/>
                <a:sym typeface="Viga"/>
              </a:defRPr>
            </a:lvl5pPr>
            <a:lvl6pPr lvl="5" rtl="0">
              <a:lnSpc>
                <a:spcPct val="100000"/>
              </a:lnSpc>
              <a:spcBef>
                <a:spcPts val="1600"/>
              </a:spcBef>
              <a:spcAft>
                <a:spcPts val="0"/>
              </a:spcAft>
              <a:buNone/>
              <a:defRPr sz="1600">
                <a:latin typeface="Viga"/>
                <a:ea typeface="Viga"/>
                <a:cs typeface="Viga"/>
                <a:sym typeface="Viga"/>
              </a:defRPr>
            </a:lvl6pPr>
            <a:lvl7pPr lvl="6" rtl="0">
              <a:lnSpc>
                <a:spcPct val="100000"/>
              </a:lnSpc>
              <a:spcBef>
                <a:spcPts val="1600"/>
              </a:spcBef>
              <a:spcAft>
                <a:spcPts val="0"/>
              </a:spcAft>
              <a:buNone/>
              <a:defRPr sz="1600">
                <a:latin typeface="Viga"/>
                <a:ea typeface="Viga"/>
                <a:cs typeface="Viga"/>
                <a:sym typeface="Viga"/>
              </a:defRPr>
            </a:lvl7pPr>
            <a:lvl8pPr lvl="7" rtl="0">
              <a:lnSpc>
                <a:spcPct val="100000"/>
              </a:lnSpc>
              <a:spcBef>
                <a:spcPts val="1600"/>
              </a:spcBef>
              <a:spcAft>
                <a:spcPts val="0"/>
              </a:spcAft>
              <a:buNone/>
              <a:defRPr sz="1600">
                <a:latin typeface="Viga"/>
                <a:ea typeface="Viga"/>
                <a:cs typeface="Viga"/>
                <a:sym typeface="Viga"/>
              </a:defRPr>
            </a:lvl8pPr>
            <a:lvl9pPr lvl="8" rtl="0">
              <a:lnSpc>
                <a:spcPct val="100000"/>
              </a:lnSpc>
              <a:spcBef>
                <a:spcPts val="1600"/>
              </a:spcBef>
              <a:spcAft>
                <a:spcPts val="1600"/>
              </a:spcAft>
              <a:buNone/>
              <a:defRPr sz="1600">
                <a:latin typeface="Viga"/>
                <a:ea typeface="Viga"/>
                <a:cs typeface="Viga"/>
                <a:sym typeface="Viga"/>
              </a:defRPr>
            </a:lvl9pPr>
          </a:lstStyle>
          <a:p/>
        </p:txBody>
      </p:sp>
      <p:sp>
        <p:nvSpPr>
          <p:cNvPr id="119" name="Google Shape;119;p13"/>
          <p:cNvSpPr txBox="1"/>
          <p:nvPr>
            <p:ph idx="17" type="subTitle"/>
          </p:nvPr>
        </p:nvSpPr>
        <p:spPr>
          <a:xfrm>
            <a:off x="3621450" y="3912600"/>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300"/>
            </a:lvl1pPr>
            <a:lvl2pPr lvl="1" rtl="0">
              <a:lnSpc>
                <a:spcPct val="100000"/>
              </a:lnSpc>
              <a:spcBef>
                <a:spcPts val="1600"/>
              </a:spcBef>
              <a:spcAft>
                <a:spcPts val="0"/>
              </a:spcAft>
              <a:buNone/>
              <a:defRPr sz="1300"/>
            </a:lvl2pPr>
            <a:lvl3pPr lvl="2" rtl="0">
              <a:lnSpc>
                <a:spcPct val="100000"/>
              </a:lnSpc>
              <a:spcBef>
                <a:spcPts val="1600"/>
              </a:spcBef>
              <a:spcAft>
                <a:spcPts val="0"/>
              </a:spcAft>
              <a:buNone/>
              <a:defRPr sz="1300"/>
            </a:lvl3pPr>
            <a:lvl4pPr lvl="3" rtl="0">
              <a:lnSpc>
                <a:spcPct val="100000"/>
              </a:lnSpc>
              <a:spcBef>
                <a:spcPts val="1600"/>
              </a:spcBef>
              <a:spcAft>
                <a:spcPts val="0"/>
              </a:spcAft>
              <a:buNone/>
              <a:defRPr sz="1300"/>
            </a:lvl4pPr>
            <a:lvl5pPr lvl="4" rtl="0">
              <a:lnSpc>
                <a:spcPct val="100000"/>
              </a:lnSpc>
              <a:spcBef>
                <a:spcPts val="1600"/>
              </a:spcBef>
              <a:spcAft>
                <a:spcPts val="0"/>
              </a:spcAft>
              <a:buNone/>
              <a:defRPr sz="1300"/>
            </a:lvl5pPr>
            <a:lvl6pPr lvl="5" rtl="0">
              <a:lnSpc>
                <a:spcPct val="100000"/>
              </a:lnSpc>
              <a:spcBef>
                <a:spcPts val="1600"/>
              </a:spcBef>
              <a:spcAft>
                <a:spcPts val="0"/>
              </a:spcAft>
              <a:buNone/>
              <a:defRPr sz="1300"/>
            </a:lvl6pPr>
            <a:lvl7pPr lvl="6" rtl="0">
              <a:lnSpc>
                <a:spcPct val="100000"/>
              </a:lnSpc>
              <a:spcBef>
                <a:spcPts val="1600"/>
              </a:spcBef>
              <a:spcAft>
                <a:spcPts val="0"/>
              </a:spcAft>
              <a:buNone/>
              <a:defRPr sz="1300"/>
            </a:lvl7pPr>
            <a:lvl8pPr lvl="7" rtl="0">
              <a:lnSpc>
                <a:spcPct val="100000"/>
              </a:lnSpc>
              <a:spcBef>
                <a:spcPts val="1600"/>
              </a:spcBef>
              <a:spcAft>
                <a:spcPts val="0"/>
              </a:spcAft>
              <a:buNone/>
              <a:defRPr sz="1300"/>
            </a:lvl8pPr>
            <a:lvl9pPr lvl="8" rtl="0">
              <a:lnSpc>
                <a:spcPct val="100000"/>
              </a:lnSpc>
              <a:spcBef>
                <a:spcPts val="1600"/>
              </a:spcBef>
              <a:spcAft>
                <a:spcPts val="1600"/>
              </a:spcAft>
              <a:buNone/>
              <a:defRPr sz="1300"/>
            </a:lvl9pPr>
          </a:lstStyle>
          <a:p/>
        </p:txBody>
      </p:sp>
      <p:sp>
        <p:nvSpPr>
          <p:cNvPr id="120" name="Google Shape;120;p13"/>
          <p:cNvSpPr txBox="1"/>
          <p:nvPr>
            <p:ph hasCustomPrompt="1" idx="18" type="title"/>
          </p:nvPr>
        </p:nvSpPr>
        <p:spPr>
          <a:xfrm flipH="1">
            <a:off x="6523149" y="2996975"/>
            <a:ext cx="1901100" cy="5379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3F3F3"/>
              </a:buClr>
              <a:buSzPts val="3600"/>
              <a:buNone/>
              <a:defRPr sz="3600">
                <a:solidFill>
                  <a:schemeClr val="lt2"/>
                </a:solidFill>
              </a:defRPr>
            </a:lvl1pPr>
            <a:lvl2pPr lvl="1"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3F3F3"/>
              </a:buClr>
              <a:buSzPts val="3600"/>
              <a:buFont typeface="Fira Sans Extra Condensed Medium"/>
              <a:buNone/>
              <a:defRPr sz="36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121" name="Google Shape;121;p13"/>
          <p:cNvSpPr txBox="1"/>
          <p:nvPr>
            <p:ph idx="19" type="subTitle"/>
          </p:nvPr>
        </p:nvSpPr>
        <p:spPr>
          <a:xfrm>
            <a:off x="6523147" y="3567000"/>
            <a:ext cx="19011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atin typeface="Viga"/>
                <a:ea typeface="Viga"/>
                <a:cs typeface="Viga"/>
                <a:sym typeface="Viga"/>
              </a:defRPr>
            </a:lvl1pPr>
            <a:lvl2pPr lvl="1" rtl="0">
              <a:lnSpc>
                <a:spcPct val="100000"/>
              </a:lnSpc>
              <a:spcBef>
                <a:spcPts val="1600"/>
              </a:spcBef>
              <a:spcAft>
                <a:spcPts val="0"/>
              </a:spcAft>
              <a:buNone/>
              <a:defRPr sz="1600">
                <a:latin typeface="Viga"/>
                <a:ea typeface="Viga"/>
                <a:cs typeface="Viga"/>
                <a:sym typeface="Viga"/>
              </a:defRPr>
            </a:lvl2pPr>
            <a:lvl3pPr lvl="2" rtl="0">
              <a:lnSpc>
                <a:spcPct val="100000"/>
              </a:lnSpc>
              <a:spcBef>
                <a:spcPts val="1600"/>
              </a:spcBef>
              <a:spcAft>
                <a:spcPts val="0"/>
              </a:spcAft>
              <a:buNone/>
              <a:defRPr sz="1600">
                <a:latin typeface="Viga"/>
                <a:ea typeface="Viga"/>
                <a:cs typeface="Viga"/>
                <a:sym typeface="Viga"/>
              </a:defRPr>
            </a:lvl3pPr>
            <a:lvl4pPr lvl="3" rtl="0">
              <a:lnSpc>
                <a:spcPct val="100000"/>
              </a:lnSpc>
              <a:spcBef>
                <a:spcPts val="1600"/>
              </a:spcBef>
              <a:spcAft>
                <a:spcPts val="0"/>
              </a:spcAft>
              <a:buNone/>
              <a:defRPr sz="1600">
                <a:latin typeface="Viga"/>
                <a:ea typeface="Viga"/>
                <a:cs typeface="Viga"/>
                <a:sym typeface="Viga"/>
              </a:defRPr>
            </a:lvl4pPr>
            <a:lvl5pPr lvl="4" rtl="0">
              <a:lnSpc>
                <a:spcPct val="100000"/>
              </a:lnSpc>
              <a:spcBef>
                <a:spcPts val="1600"/>
              </a:spcBef>
              <a:spcAft>
                <a:spcPts val="0"/>
              </a:spcAft>
              <a:buNone/>
              <a:defRPr sz="1600">
                <a:latin typeface="Viga"/>
                <a:ea typeface="Viga"/>
                <a:cs typeface="Viga"/>
                <a:sym typeface="Viga"/>
              </a:defRPr>
            </a:lvl5pPr>
            <a:lvl6pPr lvl="5" rtl="0">
              <a:lnSpc>
                <a:spcPct val="100000"/>
              </a:lnSpc>
              <a:spcBef>
                <a:spcPts val="1600"/>
              </a:spcBef>
              <a:spcAft>
                <a:spcPts val="0"/>
              </a:spcAft>
              <a:buNone/>
              <a:defRPr sz="1600">
                <a:latin typeface="Viga"/>
                <a:ea typeface="Viga"/>
                <a:cs typeface="Viga"/>
                <a:sym typeface="Viga"/>
              </a:defRPr>
            </a:lvl6pPr>
            <a:lvl7pPr lvl="6" rtl="0">
              <a:lnSpc>
                <a:spcPct val="100000"/>
              </a:lnSpc>
              <a:spcBef>
                <a:spcPts val="1600"/>
              </a:spcBef>
              <a:spcAft>
                <a:spcPts val="0"/>
              </a:spcAft>
              <a:buNone/>
              <a:defRPr sz="1600">
                <a:latin typeface="Viga"/>
                <a:ea typeface="Viga"/>
                <a:cs typeface="Viga"/>
                <a:sym typeface="Viga"/>
              </a:defRPr>
            </a:lvl7pPr>
            <a:lvl8pPr lvl="7" rtl="0">
              <a:lnSpc>
                <a:spcPct val="100000"/>
              </a:lnSpc>
              <a:spcBef>
                <a:spcPts val="1600"/>
              </a:spcBef>
              <a:spcAft>
                <a:spcPts val="0"/>
              </a:spcAft>
              <a:buNone/>
              <a:defRPr sz="1600">
                <a:latin typeface="Viga"/>
                <a:ea typeface="Viga"/>
                <a:cs typeface="Viga"/>
                <a:sym typeface="Viga"/>
              </a:defRPr>
            </a:lvl8pPr>
            <a:lvl9pPr lvl="8" rtl="0">
              <a:lnSpc>
                <a:spcPct val="100000"/>
              </a:lnSpc>
              <a:spcBef>
                <a:spcPts val="1600"/>
              </a:spcBef>
              <a:spcAft>
                <a:spcPts val="1600"/>
              </a:spcAft>
              <a:buNone/>
              <a:defRPr sz="1600">
                <a:latin typeface="Viga"/>
                <a:ea typeface="Viga"/>
                <a:cs typeface="Viga"/>
                <a:sym typeface="Viga"/>
              </a:defRPr>
            </a:lvl9pPr>
          </a:lstStyle>
          <a:p/>
        </p:txBody>
      </p:sp>
      <p:sp>
        <p:nvSpPr>
          <p:cNvPr id="122" name="Google Shape;122;p13"/>
          <p:cNvSpPr txBox="1"/>
          <p:nvPr>
            <p:ph idx="20" type="subTitle"/>
          </p:nvPr>
        </p:nvSpPr>
        <p:spPr>
          <a:xfrm>
            <a:off x="6523150" y="3912600"/>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300"/>
            </a:lvl1pPr>
            <a:lvl2pPr lvl="1" rtl="0">
              <a:lnSpc>
                <a:spcPct val="100000"/>
              </a:lnSpc>
              <a:spcBef>
                <a:spcPts val="1600"/>
              </a:spcBef>
              <a:spcAft>
                <a:spcPts val="0"/>
              </a:spcAft>
              <a:buNone/>
              <a:defRPr sz="1300"/>
            </a:lvl2pPr>
            <a:lvl3pPr lvl="2" rtl="0">
              <a:lnSpc>
                <a:spcPct val="100000"/>
              </a:lnSpc>
              <a:spcBef>
                <a:spcPts val="1600"/>
              </a:spcBef>
              <a:spcAft>
                <a:spcPts val="0"/>
              </a:spcAft>
              <a:buNone/>
              <a:defRPr sz="1300"/>
            </a:lvl3pPr>
            <a:lvl4pPr lvl="3" rtl="0">
              <a:lnSpc>
                <a:spcPct val="100000"/>
              </a:lnSpc>
              <a:spcBef>
                <a:spcPts val="1600"/>
              </a:spcBef>
              <a:spcAft>
                <a:spcPts val="0"/>
              </a:spcAft>
              <a:buNone/>
              <a:defRPr sz="1300"/>
            </a:lvl4pPr>
            <a:lvl5pPr lvl="4" rtl="0">
              <a:lnSpc>
                <a:spcPct val="100000"/>
              </a:lnSpc>
              <a:spcBef>
                <a:spcPts val="1600"/>
              </a:spcBef>
              <a:spcAft>
                <a:spcPts val="0"/>
              </a:spcAft>
              <a:buNone/>
              <a:defRPr sz="1300"/>
            </a:lvl5pPr>
            <a:lvl6pPr lvl="5" rtl="0">
              <a:lnSpc>
                <a:spcPct val="100000"/>
              </a:lnSpc>
              <a:spcBef>
                <a:spcPts val="1600"/>
              </a:spcBef>
              <a:spcAft>
                <a:spcPts val="0"/>
              </a:spcAft>
              <a:buNone/>
              <a:defRPr sz="1300"/>
            </a:lvl6pPr>
            <a:lvl7pPr lvl="6" rtl="0">
              <a:lnSpc>
                <a:spcPct val="100000"/>
              </a:lnSpc>
              <a:spcBef>
                <a:spcPts val="1600"/>
              </a:spcBef>
              <a:spcAft>
                <a:spcPts val="0"/>
              </a:spcAft>
              <a:buNone/>
              <a:defRPr sz="1300"/>
            </a:lvl7pPr>
            <a:lvl8pPr lvl="7" rtl="0">
              <a:lnSpc>
                <a:spcPct val="100000"/>
              </a:lnSpc>
              <a:spcBef>
                <a:spcPts val="1600"/>
              </a:spcBef>
              <a:spcAft>
                <a:spcPts val="0"/>
              </a:spcAft>
              <a:buNone/>
              <a:defRPr sz="1300"/>
            </a:lvl8pPr>
            <a:lvl9pPr lvl="8" rtl="0">
              <a:lnSpc>
                <a:spcPct val="100000"/>
              </a:lnSpc>
              <a:spcBef>
                <a:spcPts val="1600"/>
              </a:spcBef>
              <a:spcAft>
                <a:spcPts val="1600"/>
              </a:spcAft>
              <a:buNone/>
              <a:defRPr sz="1300"/>
            </a:lvl9pPr>
          </a:lstStyle>
          <a:p/>
        </p:txBody>
      </p:sp>
      <p:grpSp>
        <p:nvGrpSpPr>
          <p:cNvPr id="123" name="Google Shape;123;p13"/>
          <p:cNvGrpSpPr/>
          <p:nvPr/>
        </p:nvGrpSpPr>
        <p:grpSpPr>
          <a:xfrm>
            <a:off x="311700" y="260400"/>
            <a:ext cx="8647963" cy="4631326"/>
            <a:chOff x="311700" y="260400"/>
            <a:chExt cx="8647963" cy="4631326"/>
          </a:xfrm>
        </p:grpSpPr>
        <p:sp>
          <p:nvSpPr>
            <p:cNvPr id="124" name="Google Shape;124;p13"/>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3"/>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3"/>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3"/>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3"/>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Quote">
  <p:cSld name="BLANK_1_1">
    <p:spTree>
      <p:nvGrpSpPr>
        <p:cNvPr id="129" name="Shape 129"/>
        <p:cNvGrpSpPr/>
        <p:nvPr/>
      </p:nvGrpSpPr>
      <p:grpSpPr>
        <a:xfrm>
          <a:off x="0" y="0"/>
          <a:ext cx="0" cy="0"/>
          <a:chOff x="0" y="0"/>
          <a:chExt cx="0" cy="0"/>
        </a:xfrm>
      </p:grpSpPr>
      <p:sp>
        <p:nvSpPr>
          <p:cNvPr id="130" name="Google Shape;130;p14"/>
          <p:cNvSpPr/>
          <p:nvPr/>
        </p:nvSpPr>
        <p:spPr>
          <a:xfrm>
            <a:off x="0" y="0"/>
            <a:ext cx="9144000" cy="5143500"/>
          </a:xfrm>
          <a:prstGeom prst="rect">
            <a:avLst/>
          </a:prstGeom>
          <a:solidFill>
            <a:srgbClr val="444377">
              <a:alpha val="4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grpSp>
        <p:nvGrpSpPr>
          <p:cNvPr id="131" name="Google Shape;131;p14"/>
          <p:cNvGrpSpPr/>
          <p:nvPr/>
        </p:nvGrpSpPr>
        <p:grpSpPr>
          <a:xfrm>
            <a:off x="-95170" y="260400"/>
            <a:ext cx="9054833" cy="4742100"/>
            <a:chOff x="-95170" y="260400"/>
            <a:chExt cx="9054833" cy="4742100"/>
          </a:xfrm>
        </p:grpSpPr>
        <p:sp>
          <p:nvSpPr>
            <p:cNvPr id="132" name="Google Shape;132;p14"/>
            <p:cNvSpPr/>
            <p:nvPr/>
          </p:nvSpPr>
          <p:spPr>
            <a:xfrm rot="-8980652">
              <a:off x="298377" y="2602013"/>
              <a:ext cx="1877825" cy="2067901"/>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 name="Google Shape;133;p14"/>
            <p:cNvGrpSpPr/>
            <p:nvPr/>
          </p:nvGrpSpPr>
          <p:grpSpPr>
            <a:xfrm>
              <a:off x="311700" y="260400"/>
              <a:ext cx="8647963" cy="4631326"/>
              <a:chOff x="311700" y="260400"/>
              <a:chExt cx="8647963" cy="4631326"/>
            </a:xfrm>
          </p:grpSpPr>
          <p:sp>
            <p:nvSpPr>
              <p:cNvPr id="134" name="Google Shape;134;p14"/>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4"/>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4"/>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4"/>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4"/>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 name="Google Shape;139;p14"/>
            <p:cNvSpPr/>
            <p:nvPr/>
          </p:nvSpPr>
          <p:spPr>
            <a:xfrm rot="6903668">
              <a:off x="5431899" y="3494664"/>
              <a:ext cx="478448" cy="49385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4"/>
            <p:cNvSpPr/>
            <p:nvPr/>
          </p:nvSpPr>
          <p:spPr>
            <a:xfrm rot="2508423">
              <a:off x="1825958" y="1004360"/>
              <a:ext cx="395279" cy="408005"/>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4"/>
            <p:cNvSpPr/>
            <p:nvPr/>
          </p:nvSpPr>
          <p:spPr>
            <a:xfrm>
              <a:off x="3786075" y="616249"/>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 name="Google Shape;142;p14"/>
          <p:cNvSpPr txBox="1"/>
          <p:nvPr>
            <p:ph type="ctrTitle"/>
          </p:nvPr>
        </p:nvSpPr>
        <p:spPr>
          <a:xfrm flipH="1">
            <a:off x="710300" y="3625350"/>
            <a:ext cx="3187200" cy="677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800"/>
              <a:buNone/>
              <a:defRPr b="0" sz="2400">
                <a:solidFill>
                  <a:schemeClr val="lt1"/>
                </a:solidFill>
              </a:defRPr>
            </a:lvl1pPr>
            <a:lvl2pPr lvl="1" rtl="0" algn="ctr">
              <a:spcBef>
                <a:spcPts val="0"/>
              </a:spcBef>
              <a:spcAft>
                <a:spcPts val="0"/>
              </a:spcAft>
              <a:buClr>
                <a:srgbClr val="F3F3F3"/>
              </a:buClr>
              <a:buSzPts val="12000"/>
              <a:buNone/>
              <a:defRPr sz="12000">
                <a:solidFill>
                  <a:srgbClr val="F3F3F3"/>
                </a:solidFill>
              </a:defRPr>
            </a:lvl2pPr>
            <a:lvl3pPr lvl="2" rtl="0" algn="ctr">
              <a:spcBef>
                <a:spcPts val="0"/>
              </a:spcBef>
              <a:spcAft>
                <a:spcPts val="0"/>
              </a:spcAft>
              <a:buClr>
                <a:srgbClr val="F3F3F3"/>
              </a:buClr>
              <a:buSzPts val="12000"/>
              <a:buNone/>
              <a:defRPr sz="12000">
                <a:solidFill>
                  <a:srgbClr val="F3F3F3"/>
                </a:solidFill>
              </a:defRPr>
            </a:lvl3pPr>
            <a:lvl4pPr lvl="3" rtl="0" algn="ctr">
              <a:spcBef>
                <a:spcPts val="0"/>
              </a:spcBef>
              <a:spcAft>
                <a:spcPts val="0"/>
              </a:spcAft>
              <a:buClr>
                <a:srgbClr val="F3F3F3"/>
              </a:buClr>
              <a:buSzPts val="12000"/>
              <a:buNone/>
              <a:defRPr sz="12000">
                <a:solidFill>
                  <a:srgbClr val="F3F3F3"/>
                </a:solidFill>
              </a:defRPr>
            </a:lvl4pPr>
            <a:lvl5pPr lvl="4" rtl="0" algn="ctr">
              <a:spcBef>
                <a:spcPts val="0"/>
              </a:spcBef>
              <a:spcAft>
                <a:spcPts val="0"/>
              </a:spcAft>
              <a:buClr>
                <a:srgbClr val="F3F3F3"/>
              </a:buClr>
              <a:buSzPts val="12000"/>
              <a:buNone/>
              <a:defRPr sz="12000">
                <a:solidFill>
                  <a:srgbClr val="F3F3F3"/>
                </a:solidFill>
              </a:defRPr>
            </a:lvl5pPr>
            <a:lvl6pPr lvl="5" rtl="0" algn="ctr">
              <a:spcBef>
                <a:spcPts val="0"/>
              </a:spcBef>
              <a:spcAft>
                <a:spcPts val="0"/>
              </a:spcAft>
              <a:buClr>
                <a:srgbClr val="F3F3F3"/>
              </a:buClr>
              <a:buSzPts val="12000"/>
              <a:buNone/>
              <a:defRPr sz="12000">
                <a:solidFill>
                  <a:srgbClr val="F3F3F3"/>
                </a:solidFill>
              </a:defRPr>
            </a:lvl6pPr>
            <a:lvl7pPr lvl="6" rtl="0" algn="ctr">
              <a:spcBef>
                <a:spcPts val="0"/>
              </a:spcBef>
              <a:spcAft>
                <a:spcPts val="0"/>
              </a:spcAft>
              <a:buClr>
                <a:srgbClr val="F3F3F3"/>
              </a:buClr>
              <a:buSzPts val="12000"/>
              <a:buNone/>
              <a:defRPr sz="12000">
                <a:solidFill>
                  <a:srgbClr val="F3F3F3"/>
                </a:solidFill>
              </a:defRPr>
            </a:lvl7pPr>
            <a:lvl8pPr lvl="7" rtl="0" algn="ctr">
              <a:spcBef>
                <a:spcPts val="0"/>
              </a:spcBef>
              <a:spcAft>
                <a:spcPts val="0"/>
              </a:spcAft>
              <a:buClr>
                <a:srgbClr val="F3F3F3"/>
              </a:buClr>
              <a:buSzPts val="12000"/>
              <a:buNone/>
              <a:defRPr sz="12000">
                <a:solidFill>
                  <a:srgbClr val="F3F3F3"/>
                </a:solidFill>
              </a:defRPr>
            </a:lvl8pPr>
            <a:lvl9pPr lvl="8" rtl="0" algn="ctr">
              <a:spcBef>
                <a:spcPts val="0"/>
              </a:spcBef>
              <a:spcAft>
                <a:spcPts val="0"/>
              </a:spcAft>
              <a:buClr>
                <a:srgbClr val="F3F3F3"/>
              </a:buClr>
              <a:buSzPts val="12000"/>
              <a:buNone/>
              <a:defRPr sz="12000">
                <a:solidFill>
                  <a:srgbClr val="F3F3F3"/>
                </a:solidFill>
              </a:defRPr>
            </a:lvl9pPr>
          </a:lstStyle>
          <a:p/>
        </p:txBody>
      </p:sp>
      <p:sp>
        <p:nvSpPr>
          <p:cNvPr id="143" name="Google Shape;143;p14"/>
          <p:cNvSpPr txBox="1"/>
          <p:nvPr>
            <p:ph idx="1" type="subTitle"/>
          </p:nvPr>
        </p:nvSpPr>
        <p:spPr>
          <a:xfrm flipH="1">
            <a:off x="710350" y="1712275"/>
            <a:ext cx="5130000" cy="126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sz="22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p:cSld name="CAPTION_ONLY_1">
    <p:spTree>
      <p:nvGrpSpPr>
        <p:cNvPr id="144" name="Shape 144"/>
        <p:cNvGrpSpPr/>
        <p:nvPr/>
      </p:nvGrpSpPr>
      <p:grpSpPr>
        <a:xfrm>
          <a:off x="0" y="0"/>
          <a:ext cx="0" cy="0"/>
          <a:chOff x="0" y="0"/>
          <a:chExt cx="0" cy="0"/>
        </a:xfrm>
      </p:grpSpPr>
      <p:sp>
        <p:nvSpPr>
          <p:cNvPr id="145" name="Google Shape;145;p15"/>
          <p:cNvSpPr/>
          <p:nvPr/>
        </p:nvSpPr>
        <p:spPr>
          <a:xfrm flipH="1" rot="-1642112">
            <a:off x="886049" y="228869"/>
            <a:ext cx="6744014" cy="7426605"/>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5"/>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47" name="Google Shape;147;p15"/>
          <p:cNvGrpSpPr/>
          <p:nvPr/>
        </p:nvGrpSpPr>
        <p:grpSpPr>
          <a:xfrm>
            <a:off x="311700" y="260400"/>
            <a:ext cx="8647963" cy="4631326"/>
            <a:chOff x="311700" y="260400"/>
            <a:chExt cx="8647963" cy="4631326"/>
          </a:xfrm>
        </p:grpSpPr>
        <p:sp>
          <p:nvSpPr>
            <p:cNvPr id="148" name="Google Shape;148;p15"/>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5"/>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5"/>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5"/>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5"/>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1">
  <p:cSld name="CAPTION_ONLY_1_1">
    <p:spTree>
      <p:nvGrpSpPr>
        <p:cNvPr id="153" name="Shape 153"/>
        <p:cNvGrpSpPr/>
        <p:nvPr/>
      </p:nvGrpSpPr>
      <p:grpSpPr>
        <a:xfrm>
          <a:off x="0" y="0"/>
          <a:ext cx="0" cy="0"/>
          <a:chOff x="0" y="0"/>
          <a:chExt cx="0" cy="0"/>
        </a:xfrm>
      </p:grpSpPr>
      <p:sp>
        <p:nvSpPr>
          <p:cNvPr id="154" name="Google Shape;154;p16"/>
          <p:cNvSpPr/>
          <p:nvPr/>
        </p:nvSpPr>
        <p:spPr>
          <a:xfrm>
            <a:off x="-150" y="0"/>
            <a:ext cx="9144000" cy="5143500"/>
          </a:xfrm>
          <a:prstGeom prst="rect">
            <a:avLst/>
          </a:prstGeom>
          <a:solidFill>
            <a:srgbClr val="444377">
              <a:alpha val="47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155" name="Google Shape;155;p16"/>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56" name="Google Shape;156;p16"/>
          <p:cNvGrpSpPr/>
          <p:nvPr/>
        </p:nvGrpSpPr>
        <p:grpSpPr>
          <a:xfrm>
            <a:off x="311700" y="260400"/>
            <a:ext cx="8647963" cy="4631326"/>
            <a:chOff x="311700" y="260400"/>
            <a:chExt cx="8647963" cy="4631326"/>
          </a:xfrm>
        </p:grpSpPr>
        <p:sp>
          <p:nvSpPr>
            <p:cNvPr id="157" name="Google Shape;157;p16"/>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6"/>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6"/>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6"/>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6"/>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 name="Google Shape;162;p16"/>
          <p:cNvSpPr/>
          <p:nvPr/>
        </p:nvSpPr>
        <p:spPr>
          <a:xfrm rot="-8980652">
            <a:off x="8658527" y="-542987"/>
            <a:ext cx="1877825" cy="2067901"/>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four columns">
  <p:cSld name="BLANK_1_1_1">
    <p:spTree>
      <p:nvGrpSpPr>
        <p:cNvPr id="163" name="Shape 163"/>
        <p:cNvGrpSpPr/>
        <p:nvPr/>
      </p:nvGrpSpPr>
      <p:grpSpPr>
        <a:xfrm>
          <a:off x="0" y="0"/>
          <a:ext cx="0" cy="0"/>
          <a:chOff x="0" y="0"/>
          <a:chExt cx="0" cy="0"/>
        </a:xfrm>
      </p:grpSpPr>
      <p:sp>
        <p:nvSpPr>
          <p:cNvPr id="164" name="Google Shape;164;p17"/>
          <p:cNvSpPr/>
          <p:nvPr/>
        </p:nvSpPr>
        <p:spPr>
          <a:xfrm flipH="1" rot="8540831">
            <a:off x="2002565" y="-4565182"/>
            <a:ext cx="10466650" cy="11526052"/>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rgbClr val="3938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 name="Google Shape;165;p17"/>
          <p:cNvGrpSpPr/>
          <p:nvPr/>
        </p:nvGrpSpPr>
        <p:grpSpPr>
          <a:xfrm>
            <a:off x="311700" y="260400"/>
            <a:ext cx="8647963" cy="4631326"/>
            <a:chOff x="311700" y="260400"/>
            <a:chExt cx="8647963" cy="4631326"/>
          </a:xfrm>
        </p:grpSpPr>
        <p:sp>
          <p:nvSpPr>
            <p:cNvPr id="166" name="Google Shape;166;p17"/>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7"/>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7"/>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7"/>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7"/>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 name="Google Shape;171;p17"/>
          <p:cNvSpPr txBox="1"/>
          <p:nvPr>
            <p:ph idx="1" type="subTitle"/>
          </p:nvPr>
        </p:nvSpPr>
        <p:spPr>
          <a:xfrm flipH="1">
            <a:off x="900465" y="2033625"/>
            <a:ext cx="2970600" cy="772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72" name="Google Shape;172;p17"/>
          <p:cNvSpPr txBox="1"/>
          <p:nvPr>
            <p:ph idx="2" type="subTitle"/>
          </p:nvPr>
        </p:nvSpPr>
        <p:spPr>
          <a:xfrm flipH="1">
            <a:off x="5272925" y="2033625"/>
            <a:ext cx="2970600" cy="772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73" name="Google Shape;173;p17"/>
          <p:cNvSpPr txBox="1"/>
          <p:nvPr>
            <p:ph idx="3" type="subTitle"/>
          </p:nvPr>
        </p:nvSpPr>
        <p:spPr>
          <a:xfrm flipH="1">
            <a:off x="900465" y="3827188"/>
            <a:ext cx="2970600" cy="772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74" name="Google Shape;174;p17"/>
          <p:cNvSpPr txBox="1"/>
          <p:nvPr>
            <p:ph idx="4" type="subTitle"/>
          </p:nvPr>
        </p:nvSpPr>
        <p:spPr>
          <a:xfrm flipH="1">
            <a:off x="5272925" y="3827188"/>
            <a:ext cx="2970600" cy="772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75" name="Google Shape;175;p17"/>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76" name="Google Shape;176;p17"/>
          <p:cNvSpPr/>
          <p:nvPr/>
        </p:nvSpPr>
        <p:spPr>
          <a:xfrm>
            <a:off x="1937401" y="5974922"/>
            <a:ext cx="1723" cy="1723"/>
          </a:xfrm>
          <a:custGeom>
            <a:rect b="b" l="l" r="r" t="t"/>
            <a:pathLst>
              <a:path extrusionOk="0" h="22" w="22">
                <a:moveTo>
                  <a:pt x="22" y="0"/>
                </a:moveTo>
                <a:cubicBezTo>
                  <a:pt x="15" y="4"/>
                  <a:pt x="8" y="15"/>
                  <a:pt x="1" y="21"/>
                </a:cubicBezTo>
                <a:cubicBezTo>
                  <a:pt x="8" y="15"/>
                  <a:pt x="15" y="7"/>
                  <a:pt x="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7"/>
          <p:cNvSpPr/>
          <p:nvPr/>
        </p:nvSpPr>
        <p:spPr>
          <a:xfrm>
            <a:off x="1984073" y="5766463"/>
            <a:ext cx="78" cy="470"/>
          </a:xfrm>
          <a:custGeom>
            <a:rect b="b" l="l" r="r" t="t"/>
            <a:pathLst>
              <a:path extrusionOk="0" h="6" w="1">
                <a:moveTo>
                  <a:pt x="0" y="5"/>
                </a:move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7"/>
          <p:cNvSpPr/>
          <p:nvPr/>
        </p:nvSpPr>
        <p:spPr>
          <a:xfrm>
            <a:off x="710297" y="5766463"/>
            <a:ext cx="78" cy="470"/>
          </a:xfrm>
          <a:custGeom>
            <a:rect b="b" l="l" r="r" t="t"/>
            <a:pathLst>
              <a:path extrusionOk="0" h="6" w="1">
                <a:moveTo>
                  <a:pt x="1" y="5"/>
                </a:move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three columns ">
  <p:cSld name="BLANK_1_1_1_1">
    <p:spTree>
      <p:nvGrpSpPr>
        <p:cNvPr id="179" name="Shape 179"/>
        <p:cNvGrpSpPr/>
        <p:nvPr/>
      </p:nvGrpSpPr>
      <p:grpSpPr>
        <a:xfrm>
          <a:off x="0" y="0"/>
          <a:ext cx="0" cy="0"/>
          <a:chOff x="0" y="0"/>
          <a:chExt cx="0" cy="0"/>
        </a:xfrm>
      </p:grpSpPr>
      <p:sp>
        <p:nvSpPr>
          <p:cNvPr id="180" name="Google Shape;180;p18"/>
          <p:cNvSpPr/>
          <p:nvPr/>
        </p:nvSpPr>
        <p:spPr>
          <a:xfrm flipH="1" rot="8416079">
            <a:off x="-2406142" y="-5086209"/>
            <a:ext cx="10466663" cy="11526065"/>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rgbClr val="3938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 name="Google Shape;181;p18"/>
          <p:cNvGrpSpPr/>
          <p:nvPr/>
        </p:nvGrpSpPr>
        <p:grpSpPr>
          <a:xfrm>
            <a:off x="311700" y="260400"/>
            <a:ext cx="8647963" cy="4631326"/>
            <a:chOff x="311700" y="260400"/>
            <a:chExt cx="8647963" cy="4631326"/>
          </a:xfrm>
        </p:grpSpPr>
        <p:sp>
          <p:nvSpPr>
            <p:cNvPr id="182" name="Google Shape;182;p18"/>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8"/>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8"/>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8"/>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8"/>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 name="Google Shape;187;p18"/>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8" name="Google Shape;188;p18"/>
          <p:cNvSpPr/>
          <p:nvPr/>
        </p:nvSpPr>
        <p:spPr>
          <a:xfrm>
            <a:off x="1937401" y="5974922"/>
            <a:ext cx="1723" cy="1723"/>
          </a:xfrm>
          <a:custGeom>
            <a:rect b="b" l="l" r="r" t="t"/>
            <a:pathLst>
              <a:path extrusionOk="0" h="22" w="22">
                <a:moveTo>
                  <a:pt x="22" y="0"/>
                </a:moveTo>
                <a:cubicBezTo>
                  <a:pt x="15" y="4"/>
                  <a:pt x="8" y="15"/>
                  <a:pt x="1" y="21"/>
                </a:cubicBezTo>
                <a:cubicBezTo>
                  <a:pt x="8" y="15"/>
                  <a:pt x="15" y="7"/>
                  <a:pt x="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8"/>
          <p:cNvSpPr/>
          <p:nvPr/>
        </p:nvSpPr>
        <p:spPr>
          <a:xfrm>
            <a:off x="1984073" y="5766463"/>
            <a:ext cx="78" cy="470"/>
          </a:xfrm>
          <a:custGeom>
            <a:rect b="b" l="l" r="r" t="t"/>
            <a:pathLst>
              <a:path extrusionOk="0" h="6" w="1">
                <a:moveTo>
                  <a:pt x="0" y="5"/>
                </a:move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8"/>
          <p:cNvSpPr/>
          <p:nvPr/>
        </p:nvSpPr>
        <p:spPr>
          <a:xfrm>
            <a:off x="710297" y="5766463"/>
            <a:ext cx="78" cy="470"/>
          </a:xfrm>
          <a:custGeom>
            <a:rect b="b" l="l" r="r" t="t"/>
            <a:pathLst>
              <a:path extrusionOk="0" h="6" w="1">
                <a:moveTo>
                  <a:pt x="1" y="5"/>
                </a:move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8"/>
          <p:cNvSpPr txBox="1"/>
          <p:nvPr>
            <p:ph idx="2" type="ctrTitle"/>
          </p:nvPr>
        </p:nvSpPr>
        <p:spPr>
          <a:xfrm flipH="1">
            <a:off x="2109000" y="1126860"/>
            <a:ext cx="49353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800"/>
              <a:buNone/>
              <a:defRPr sz="1600">
                <a:solidFill>
                  <a:schemeClr val="l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92" name="Google Shape;192;p18"/>
          <p:cNvSpPr txBox="1"/>
          <p:nvPr>
            <p:ph idx="1" type="subTitle"/>
          </p:nvPr>
        </p:nvSpPr>
        <p:spPr>
          <a:xfrm flipH="1">
            <a:off x="3549600" y="1614300"/>
            <a:ext cx="3494700" cy="645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93" name="Google Shape;193;p18"/>
          <p:cNvSpPr txBox="1"/>
          <p:nvPr>
            <p:ph idx="3" type="ctrTitle"/>
          </p:nvPr>
        </p:nvSpPr>
        <p:spPr>
          <a:xfrm flipH="1">
            <a:off x="2099403" y="2283434"/>
            <a:ext cx="4935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600">
                <a:solidFill>
                  <a:schemeClr val="l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94" name="Google Shape;194;p18"/>
          <p:cNvSpPr txBox="1"/>
          <p:nvPr>
            <p:ph idx="4" type="subTitle"/>
          </p:nvPr>
        </p:nvSpPr>
        <p:spPr>
          <a:xfrm flipH="1">
            <a:off x="2099550" y="2770875"/>
            <a:ext cx="3494700" cy="64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95" name="Google Shape;195;p18"/>
          <p:cNvSpPr txBox="1"/>
          <p:nvPr>
            <p:ph idx="5" type="ctrTitle"/>
          </p:nvPr>
        </p:nvSpPr>
        <p:spPr>
          <a:xfrm flipH="1">
            <a:off x="2109000" y="3440009"/>
            <a:ext cx="49353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800"/>
              <a:buNone/>
              <a:defRPr sz="1600">
                <a:solidFill>
                  <a:schemeClr val="l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96" name="Google Shape;196;p18"/>
          <p:cNvSpPr txBox="1"/>
          <p:nvPr>
            <p:ph idx="6" type="subTitle"/>
          </p:nvPr>
        </p:nvSpPr>
        <p:spPr>
          <a:xfrm flipH="1">
            <a:off x="3549600" y="3927450"/>
            <a:ext cx="3494700" cy="645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six columns ">
  <p:cSld name="BLANK_1_1_1_1_1">
    <p:spTree>
      <p:nvGrpSpPr>
        <p:cNvPr id="197" name="Shape 197"/>
        <p:cNvGrpSpPr/>
        <p:nvPr/>
      </p:nvGrpSpPr>
      <p:grpSpPr>
        <a:xfrm>
          <a:off x="0" y="0"/>
          <a:ext cx="0" cy="0"/>
          <a:chOff x="0" y="0"/>
          <a:chExt cx="0" cy="0"/>
        </a:xfrm>
      </p:grpSpPr>
      <p:sp>
        <p:nvSpPr>
          <p:cNvPr id="198" name="Google Shape;198;p19"/>
          <p:cNvSpPr/>
          <p:nvPr/>
        </p:nvSpPr>
        <p:spPr>
          <a:xfrm rot="2383921">
            <a:off x="-2406142" y="-1817434"/>
            <a:ext cx="10466663" cy="11526065"/>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rgbClr val="3938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 name="Google Shape;199;p19"/>
          <p:cNvGrpSpPr/>
          <p:nvPr/>
        </p:nvGrpSpPr>
        <p:grpSpPr>
          <a:xfrm>
            <a:off x="311700" y="260400"/>
            <a:ext cx="8647963" cy="4631326"/>
            <a:chOff x="311700" y="260400"/>
            <a:chExt cx="8647963" cy="4631326"/>
          </a:xfrm>
        </p:grpSpPr>
        <p:sp>
          <p:nvSpPr>
            <p:cNvPr id="200" name="Google Shape;200;p19"/>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9"/>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9"/>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9"/>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9"/>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 name="Google Shape;205;p19"/>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06" name="Google Shape;206;p19"/>
          <p:cNvSpPr/>
          <p:nvPr/>
        </p:nvSpPr>
        <p:spPr>
          <a:xfrm>
            <a:off x="1937401" y="5974922"/>
            <a:ext cx="1723" cy="1723"/>
          </a:xfrm>
          <a:custGeom>
            <a:rect b="b" l="l" r="r" t="t"/>
            <a:pathLst>
              <a:path extrusionOk="0" h="22" w="22">
                <a:moveTo>
                  <a:pt x="22" y="0"/>
                </a:moveTo>
                <a:cubicBezTo>
                  <a:pt x="15" y="4"/>
                  <a:pt x="8" y="15"/>
                  <a:pt x="1" y="21"/>
                </a:cubicBezTo>
                <a:cubicBezTo>
                  <a:pt x="8" y="15"/>
                  <a:pt x="15" y="7"/>
                  <a:pt x="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9"/>
          <p:cNvSpPr/>
          <p:nvPr/>
        </p:nvSpPr>
        <p:spPr>
          <a:xfrm>
            <a:off x="1984073" y="5766463"/>
            <a:ext cx="78" cy="470"/>
          </a:xfrm>
          <a:custGeom>
            <a:rect b="b" l="l" r="r" t="t"/>
            <a:pathLst>
              <a:path extrusionOk="0" h="6" w="1">
                <a:moveTo>
                  <a:pt x="0" y="5"/>
                </a:move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9"/>
          <p:cNvSpPr/>
          <p:nvPr/>
        </p:nvSpPr>
        <p:spPr>
          <a:xfrm>
            <a:off x="710297" y="5766463"/>
            <a:ext cx="78" cy="470"/>
          </a:xfrm>
          <a:custGeom>
            <a:rect b="b" l="l" r="r" t="t"/>
            <a:pathLst>
              <a:path extrusionOk="0" h="6" w="1">
                <a:moveTo>
                  <a:pt x="1" y="5"/>
                </a:move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9"/>
          <p:cNvSpPr txBox="1"/>
          <p:nvPr>
            <p:ph idx="1" type="subTitle"/>
          </p:nvPr>
        </p:nvSpPr>
        <p:spPr>
          <a:xfrm>
            <a:off x="719751" y="1627325"/>
            <a:ext cx="24096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atin typeface="Viga"/>
                <a:ea typeface="Viga"/>
                <a:cs typeface="Viga"/>
                <a:sym typeface="Viga"/>
              </a:defRPr>
            </a:lvl1pPr>
            <a:lvl2pPr lvl="1" rtl="0">
              <a:lnSpc>
                <a:spcPct val="100000"/>
              </a:lnSpc>
              <a:spcBef>
                <a:spcPts val="1600"/>
              </a:spcBef>
              <a:spcAft>
                <a:spcPts val="0"/>
              </a:spcAft>
              <a:buNone/>
              <a:defRPr sz="1600">
                <a:latin typeface="Viga"/>
                <a:ea typeface="Viga"/>
                <a:cs typeface="Viga"/>
                <a:sym typeface="Viga"/>
              </a:defRPr>
            </a:lvl2pPr>
            <a:lvl3pPr lvl="2" rtl="0">
              <a:lnSpc>
                <a:spcPct val="100000"/>
              </a:lnSpc>
              <a:spcBef>
                <a:spcPts val="1600"/>
              </a:spcBef>
              <a:spcAft>
                <a:spcPts val="0"/>
              </a:spcAft>
              <a:buNone/>
              <a:defRPr sz="1600">
                <a:latin typeface="Viga"/>
                <a:ea typeface="Viga"/>
                <a:cs typeface="Viga"/>
                <a:sym typeface="Viga"/>
              </a:defRPr>
            </a:lvl3pPr>
            <a:lvl4pPr lvl="3" rtl="0">
              <a:lnSpc>
                <a:spcPct val="100000"/>
              </a:lnSpc>
              <a:spcBef>
                <a:spcPts val="1600"/>
              </a:spcBef>
              <a:spcAft>
                <a:spcPts val="0"/>
              </a:spcAft>
              <a:buNone/>
              <a:defRPr sz="1600">
                <a:latin typeface="Viga"/>
                <a:ea typeface="Viga"/>
                <a:cs typeface="Viga"/>
                <a:sym typeface="Viga"/>
              </a:defRPr>
            </a:lvl4pPr>
            <a:lvl5pPr lvl="4" rtl="0">
              <a:lnSpc>
                <a:spcPct val="100000"/>
              </a:lnSpc>
              <a:spcBef>
                <a:spcPts val="1600"/>
              </a:spcBef>
              <a:spcAft>
                <a:spcPts val="0"/>
              </a:spcAft>
              <a:buNone/>
              <a:defRPr sz="1600">
                <a:latin typeface="Viga"/>
                <a:ea typeface="Viga"/>
                <a:cs typeface="Viga"/>
                <a:sym typeface="Viga"/>
              </a:defRPr>
            </a:lvl5pPr>
            <a:lvl6pPr lvl="5" rtl="0">
              <a:lnSpc>
                <a:spcPct val="100000"/>
              </a:lnSpc>
              <a:spcBef>
                <a:spcPts val="1600"/>
              </a:spcBef>
              <a:spcAft>
                <a:spcPts val="0"/>
              </a:spcAft>
              <a:buNone/>
              <a:defRPr sz="1600">
                <a:latin typeface="Viga"/>
                <a:ea typeface="Viga"/>
                <a:cs typeface="Viga"/>
                <a:sym typeface="Viga"/>
              </a:defRPr>
            </a:lvl6pPr>
            <a:lvl7pPr lvl="6" rtl="0">
              <a:lnSpc>
                <a:spcPct val="100000"/>
              </a:lnSpc>
              <a:spcBef>
                <a:spcPts val="1600"/>
              </a:spcBef>
              <a:spcAft>
                <a:spcPts val="0"/>
              </a:spcAft>
              <a:buNone/>
              <a:defRPr sz="1600">
                <a:latin typeface="Viga"/>
                <a:ea typeface="Viga"/>
                <a:cs typeface="Viga"/>
                <a:sym typeface="Viga"/>
              </a:defRPr>
            </a:lvl7pPr>
            <a:lvl8pPr lvl="7" rtl="0">
              <a:lnSpc>
                <a:spcPct val="100000"/>
              </a:lnSpc>
              <a:spcBef>
                <a:spcPts val="1600"/>
              </a:spcBef>
              <a:spcAft>
                <a:spcPts val="0"/>
              </a:spcAft>
              <a:buNone/>
              <a:defRPr sz="1600">
                <a:latin typeface="Viga"/>
                <a:ea typeface="Viga"/>
                <a:cs typeface="Viga"/>
                <a:sym typeface="Viga"/>
              </a:defRPr>
            </a:lvl8pPr>
            <a:lvl9pPr lvl="8" rtl="0">
              <a:lnSpc>
                <a:spcPct val="100000"/>
              </a:lnSpc>
              <a:spcBef>
                <a:spcPts val="1600"/>
              </a:spcBef>
              <a:spcAft>
                <a:spcPts val="1600"/>
              </a:spcAft>
              <a:buNone/>
              <a:defRPr sz="1600">
                <a:latin typeface="Viga"/>
                <a:ea typeface="Viga"/>
                <a:cs typeface="Viga"/>
                <a:sym typeface="Viga"/>
              </a:defRPr>
            </a:lvl9pPr>
          </a:lstStyle>
          <a:p/>
        </p:txBody>
      </p:sp>
      <p:sp>
        <p:nvSpPr>
          <p:cNvPr id="210" name="Google Shape;210;p19"/>
          <p:cNvSpPr txBox="1"/>
          <p:nvPr>
            <p:ph idx="2" type="subTitle"/>
          </p:nvPr>
        </p:nvSpPr>
        <p:spPr>
          <a:xfrm>
            <a:off x="719750" y="197292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300"/>
            </a:lvl1pPr>
            <a:lvl2pPr lvl="1" rtl="0">
              <a:lnSpc>
                <a:spcPct val="100000"/>
              </a:lnSpc>
              <a:spcBef>
                <a:spcPts val="1600"/>
              </a:spcBef>
              <a:spcAft>
                <a:spcPts val="0"/>
              </a:spcAft>
              <a:buNone/>
              <a:defRPr sz="1300"/>
            </a:lvl2pPr>
            <a:lvl3pPr lvl="2" rtl="0">
              <a:lnSpc>
                <a:spcPct val="100000"/>
              </a:lnSpc>
              <a:spcBef>
                <a:spcPts val="1600"/>
              </a:spcBef>
              <a:spcAft>
                <a:spcPts val="0"/>
              </a:spcAft>
              <a:buNone/>
              <a:defRPr sz="1300"/>
            </a:lvl3pPr>
            <a:lvl4pPr lvl="3" rtl="0">
              <a:lnSpc>
                <a:spcPct val="100000"/>
              </a:lnSpc>
              <a:spcBef>
                <a:spcPts val="1600"/>
              </a:spcBef>
              <a:spcAft>
                <a:spcPts val="0"/>
              </a:spcAft>
              <a:buNone/>
              <a:defRPr sz="1300"/>
            </a:lvl4pPr>
            <a:lvl5pPr lvl="4" rtl="0">
              <a:lnSpc>
                <a:spcPct val="100000"/>
              </a:lnSpc>
              <a:spcBef>
                <a:spcPts val="1600"/>
              </a:spcBef>
              <a:spcAft>
                <a:spcPts val="0"/>
              </a:spcAft>
              <a:buNone/>
              <a:defRPr sz="1300"/>
            </a:lvl5pPr>
            <a:lvl6pPr lvl="5" rtl="0">
              <a:lnSpc>
                <a:spcPct val="100000"/>
              </a:lnSpc>
              <a:spcBef>
                <a:spcPts val="1600"/>
              </a:spcBef>
              <a:spcAft>
                <a:spcPts val="0"/>
              </a:spcAft>
              <a:buNone/>
              <a:defRPr sz="1300"/>
            </a:lvl6pPr>
            <a:lvl7pPr lvl="6" rtl="0">
              <a:lnSpc>
                <a:spcPct val="100000"/>
              </a:lnSpc>
              <a:spcBef>
                <a:spcPts val="1600"/>
              </a:spcBef>
              <a:spcAft>
                <a:spcPts val="0"/>
              </a:spcAft>
              <a:buNone/>
              <a:defRPr sz="1300"/>
            </a:lvl7pPr>
            <a:lvl8pPr lvl="7" rtl="0">
              <a:lnSpc>
                <a:spcPct val="100000"/>
              </a:lnSpc>
              <a:spcBef>
                <a:spcPts val="1600"/>
              </a:spcBef>
              <a:spcAft>
                <a:spcPts val="0"/>
              </a:spcAft>
              <a:buNone/>
              <a:defRPr sz="1300"/>
            </a:lvl8pPr>
            <a:lvl9pPr lvl="8" rtl="0">
              <a:lnSpc>
                <a:spcPct val="100000"/>
              </a:lnSpc>
              <a:spcBef>
                <a:spcPts val="1600"/>
              </a:spcBef>
              <a:spcAft>
                <a:spcPts val="1600"/>
              </a:spcAft>
              <a:buNone/>
              <a:defRPr sz="1300"/>
            </a:lvl9pPr>
          </a:lstStyle>
          <a:p/>
        </p:txBody>
      </p:sp>
      <p:sp>
        <p:nvSpPr>
          <p:cNvPr id="211" name="Google Shape;211;p19"/>
          <p:cNvSpPr txBox="1"/>
          <p:nvPr>
            <p:ph idx="3" type="subTitle"/>
          </p:nvPr>
        </p:nvSpPr>
        <p:spPr>
          <a:xfrm>
            <a:off x="3367201" y="1627325"/>
            <a:ext cx="24096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atin typeface="Viga"/>
                <a:ea typeface="Viga"/>
                <a:cs typeface="Viga"/>
                <a:sym typeface="Viga"/>
              </a:defRPr>
            </a:lvl1pPr>
            <a:lvl2pPr lvl="1" rtl="0">
              <a:lnSpc>
                <a:spcPct val="100000"/>
              </a:lnSpc>
              <a:spcBef>
                <a:spcPts val="1600"/>
              </a:spcBef>
              <a:spcAft>
                <a:spcPts val="0"/>
              </a:spcAft>
              <a:buNone/>
              <a:defRPr sz="1600">
                <a:latin typeface="Viga"/>
                <a:ea typeface="Viga"/>
                <a:cs typeface="Viga"/>
                <a:sym typeface="Viga"/>
              </a:defRPr>
            </a:lvl2pPr>
            <a:lvl3pPr lvl="2" rtl="0">
              <a:lnSpc>
                <a:spcPct val="100000"/>
              </a:lnSpc>
              <a:spcBef>
                <a:spcPts val="1600"/>
              </a:spcBef>
              <a:spcAft>
                <a:spcPts val="0"/>
              </a:spcAft>
              <a:buNone/>
              <a:defRPr sz="1600">
                <a:latin typeface="Viga"/>
                <a:ea typeface="Viga"/>
                <a:cs typeface="Viga"/>
                <a:sym typeface="Viga"/>
              </a:defRPr>
            </a:lvl3pPr>
            <a:lvl4pPr lvl="3" rtl="0">
              <a:lnSpc>
                <a:spcPct val="100000"/>
              </a:lnSpc>
              <a:spcBef>
                <a:spcPts val="1600"/>
              </a:spcBef>
              <a:spcAft>
                <a:spcPts val="0"/>
              </a:spcAft>
              <a:buNone/>
              <a:defRPr sz="1600">
                <a:latin typeface="Viga"/>
                <a:ea typeface="Viga"/>
                <a:cs typeface="Viga"/>
                <a:sym typeface="Viga"/>
              </a:defRPr>
            </a:lvl4pPr>
            <a:lvl5pPr lvl="4" rtl="0">
              <a:lnSpc>
                <a:spcPct val="100000"/>
              </a:lnSpc>
              <a:spcBef>
                <a:spcPts val="1600"/>
              </a:spcBef>
              <a:spcAft>
                <a:spcPts val="0"/>
              </a:spcAft>
              <a:buNone/>
              <a:defRPr sz="1600">
                <a:latin typeface="Viga"/>
                <a:ea typeface="Viga"/>
                <a:cs typeface="Viga"/>
                <a:sym typeface="Viga"/>
              </a:defRPr>
            </a:lvl5pPr>
            <a:lvl6pPr lvl="5" rtl="0">
              <a:lnSpc>
                <a:spcPct val="100000"/>
              </a:lnSpc>
              <a:spcBef>
                <a:spcPts val="1600"/>
              </a:spcBef>
              <a:spcAft>
                <a:spcPts val="0"/>
              </a:spcAft>
              <a:buNone/>
              <a:defRPr sz="1600">
                <a:latin typeface="Viga"/>
                <a:ea typeface="Viga"/>
                <a:cs typeface="Viga"/>
                <a:sym typeface="Viga"/>
              </a:defRPr>
            </a:lvl6pPr>
            <a:lvl7pPr lvl="6" rtl="0">
              <a:lnSpc>
                <a:spcPct val="100000"/>
              </a:lnSpc>
              <a:spcBef>
                <a:spcPts val="1600"/>
              </a:spcBef>
              <a:spcAft>
                <a:spcPts val="0"/>
              </a:spcAft>
              <a:buNone/>
              <a:defRPr sz="1600">
                <a:latin typeface="Viga"/>
                <a:ea typeface="Viga"/>
                <a:cs typeface="Viga"/>
                <a:sym typeface="Viga"/>
              </a:defRPr>
            </a:lvl7pPr>
            <a:lvl8pPr lvl="7" rtl="0">
              <a:lnSpc>
                <a:spcPct val="100000"/>
              </a:lnSpc>
              <a:spcBef>
                <a:spcPts val="1600"/>
              </a:spcBef>
              <a:spcAft>
                <a:spcPts val="0"/>
              </a:spcAft>
              <a:buNone/>
              <a:defRPr sz="1600">
                <a:latin typeface="Viga"/>
                <a:ea typeface="Viga"/>
                <a:cs typeface="Viga"/>
                <a:sym typeface="Viga"/>
              </a:defRPr>
            </a:lvl8pPr>
            <a:lvl9pPr lvl="8" rtl="0">
              <a:lnSpc>
                <a:spcPct val="100000"/>
              </a:lnSpc>
              <a:spcBef>
                <a:spcPts val="1600"/>
              </a:spcBef>
              <a:spcAft>
                <a:spcPts val="1600"/>
              </a:spcAft>
              <a:buNone/>
              <a:defRPr sz="1600">
                <a:latin typeface="Viga"/>
                <a:ea typeface="Viga"/>
                <a:cs typeface="Viga"/>
                <a:sym typeface="Viga"/>
              </a:defRPr>
            </a:lvl9pPr>
          </a:lstStyle>
          <a:p/>
        </p:txBody>
      </p:sp>
      <p:sp>
        <p:nvSpPr>
          <p:cNvPr id="212" name="Google Shape;212;p19"/>
          <p:cNvSpPr txBox="1"/>
          <p:nvPr>
            <p:ph idx="4" type="subTitle"/>
          </p:nvPr>
        </p:nvSpPr>
        <p:spPr>
          <a:xfrm>
            <a:off x="3367200" y="197292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300"/>
            </a:lvl1pPr>
            <a:lvl2pPr lvl="1" rtl="0">
              <a:lnSpc>
                <a:spcPct val="100000"/>
              </a:lnSpc>
              <a:spcBef>
                <a:spcPts val="1600"/>
              </a:spcBef>
              <a:spcAft>
                <a:spcPts val="0"/>
              </a:spcAft>
              <a:buNone/>
              <a:defRPr sz="1300"/>
            </a:lvl2pPr>
            <a:lvl3pPr lvl="2" rtl="0">
              <a:lnSpc>
                <a:spcPct val="100000"/>
              </a:lnSpc>
              <a:spcBef>
                <a:spcPts val="1600"/>
              </a:spcBef>
              <a:spcAft>
                <a:spcPts val="0"/>
              </a:spcAft>
              <a:buNone/>
              <a:defRPr sz="1300"/>
            </a:lvl3pPr>
            <a:lvl4pPr lvl="3" rtl="0">
              <a:lnSpc>
                <a:spcPct val="100000"/>
              </a:lnSpc>
              <a:spcBef>
                <a:spcPts val="1600"/>
              </a:spcBef>
              <a:spcAft>
                <a:spcPts val="0"/>
              </a:spcAft>
              <a:buNone/>
              <a:defRPr sz="1300"/>
            </a:lvl4pPr>
            <a:lvl5pPr lvl="4" rtl="0">
              <a:lnSpc>
                <a:spcPct val="100000"/>
              </a:lnSpc>
              <a:spcBef>
                <a:spcPts val="1600"/>
              </a:spcBef>
              <a:spcAft>
                <a:spcPts val="0"/>
              </a:spcAft>
              <a:buNone/>
              <a:defRPr sz="1300"/>
            </a:lvl5pPr>
            <a:lvl6pPr lvl="5" rtl="0">
              <a:lnSpc>
                <a:spcPct val="100000"/>
              </a:lnSpc>
              <a:spcBef>
                <a:spcPts val="1600"/>
              </a:spcBef>
              <a:spcAft>
                <a:spcPts val="0"/>
              </a:spcAft>
              <a:buNone/>
              <a:defRPr sz="1300"/>
            </a:lvl6pPr>
            <a:lvl7pPr lvl="6" rtl="0">
              <a:lnSpc>
                <a:spcPct val="100000"/>
              </a:lnSpc>
              <a:spcBef>
                <a:spcPts val="1600"/>
              </a:spcBef>
              <a:spcAft>
                <a:spcPts val="0"/>
              </a:spcAft>
              <a:buNone/>
              <a:defRPr sz="1300"/>
            </a:lvl7pPr>
            <a:lvl8pPr lvl="7" rtl="0">
              <a:lnSpc>
                <a:spcPct val="100000"/>
              </a:lnSpc>
              <a:spcBef>
                <a:spcPts val="1600"/>
              </a:spcBef>
              <a:spcAft>
                <a:spcPts val="0"/>
              </a:spcAft>
              <a:buNone/>
              <a:defRPr sz="1300"/>
            </a:lvl8pPr>
            <a:lvl9pPr lvl="8" rtl="0">
              <a:lnSpc>
                <a:spcPct val="100000"/>
              </a:lnSpc>
              <a:spcBef>
                <a:spcPts val="1600"/>
              </a:spcBef>
              <a:spcAft>
                <a:spcPts val="1600"/>
              </a:spcAft>
              <a:buNone/>
              <a:defRPr sz="1300"/>
            </a:lvl9pPr>
          </a:lstStyle>
          <a:p/>
        </p:txBody>
      </p:sp>
      <p:sp>
        <p:nvSpPr>
          <p:cNvPr id="213" name="Google Shape;213;p19"/>
          <p:cNvSpPr txBox="1"/>
          <p:nvPr>
            <p:ph idx="5" type="subTitle"/>
          </p:nvPr>
        </p:nvSpPr>
        <p:spPr>
          <a:xfrm>
            <a:off x="6014651" y="1627325"/>
            <a:ext cx="24096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atin typeface="Viga"/>
                <a:ea typeface="Viga"/>
                <a:cs typeface="Viga"/>
                <a:sym typeface="Viga"/>
              </a:defRPr>
            </a:lvl1pPr>
            <a:lvl2pPr lvl="1" rtl="0">
              <a:lnSpc>
                <a:spcPct val="100000"/>
              </a:lnSpc>
              <a:spcBef>
                <a:spcPts val="1600"/>
              </a:spcBef>
              <a:spcAft>
                <a:spcPts val="0"/>
              </a:spcAft>
              <a:buNone/>
              <a:defRPr sz="1600">
                <a:latin typeface="Viga"/>
                <a:ea typeface="Viga"/>
                <a:cs typeface="Viga"/>
                <a:sym typeface="Viga"/>
              </a:defRPr>
            </a:lvl2pPr>
            <a:lvl3pPr lvl="2" rtl="0">
              <a:lnSpc>
                <a:spcPct val="100000"/>
              </a:lnSpc>
              <a:spcBef>
                <a:spcPts val="1600"/>
              </a:spcBef>
              <a:spcAft>
                <a:spcPts val="0"/>
              </a:spcAft>
              <a:buNone/>
              <a:defRPr sz="1600">
                <a:latin typeface="Viga"/>
                <a:ea typeface="Viga"/>
                <a:cs typeface="Viga"/>
                <a:sym typeface="Viga"/>
              </a:defRPr>
            </a:lvl3pPr>
            <a:lvl4pPr lvl="3" rtl="0">
              <a:lnSpc>
                <a:spcPct val="100000"/>
              </a:lnSpc>
              <a:spcBef>
                <a:spcPts val="1600"/>
              </a:spcBef>
              <a:spcAft>
                <a:spcPts val="0"/>
              </a:spcAft>
              <a:buNone/>
              <a:defRPr sz="1600">
                <a:latin typeface="Viga"/>
                <a:ea typeface="Viga"/>
                <a:cs typeface="Viga"/>
                <a:sym typeface="Viga"/>
              </a:defRPr>
            </a:lvl4pPr>
            <a:lvl5pPr lvl="4" rtl="0">
              <a:lnSpc>
                <a:spcPct val="100000"/>
              </a:lnSpc>
              <a:spcBef>
                <a:spcPts val="1600"/>
              </a:spcBef>
              <a:spcAft>
                <a:spcPts val="0"/>
              </a:spcAft>
              <a:buNone/>
              <a:defRPr sz="1600">
                <a:latin typeface="Viga"/>
                <a:ea typeface="Viga"/>
                <a:cs typeface="Viga"/>
                <a:sym typeface="Viga"/>
              </a:defRPr>
            </a:lvl5pPr>
            <a:lvl6pPr lvl="5" rtl="0">
              <a:lnSpc>
                <a:spcPct val="100000"/>
              </a:lnSpc>
              <a:spcBef>
                <a:spcPts val="1600"/>
              </a:spcBef>
              <a:spcAft>
                <a:spcPts val="0"/>
              </a:spcAft>
              <a:buNone/>
              <a:defRPr sz="1600">
                <a:latin typeface="Viga"/>
                <a:ea typeface="Viga"/>
                <a:cs typeface="Viga"/>
                <a:sym typeface="Viga"/>
              </a:defRPr>
            </a:lvl6pPr>
            <a:lvl7pPr lvl="6" rtl="0">
              <a:lnSpc>
                <a:spcPct val="100000"/>
              </a:lnSpc>
              <a:spcBef>
                <a:spcPts val="1600"/>
              </a:spcBef>
              <a:spcAft>
                <a:spcPts val="0"/>
              </a:spcAft>
              <a:buNone/>
              <a:defRPr sz="1600">
                <a:latin typeface="Viga"/>
                <a:ea typeface="Viga"/>
                <a:cs typeface="Viga"/>
                <a:sym typeface="Viga"/>
              </a:defRPr>
            </a:lvl7pPr>
            <a:lvl8pPr lvl="7" rtl="0">
              <a:lnSpc>
                <a:spcPct val="100000"/>
              </a:lnSpc>
              <a:spcBef>
                <a:spcPts val="1600"/>
              </a:spcBef>
              <a:spcAft>
                <a:spcPts val="0"/>
              </a:spcAft>
              <a:buNone/>
              <a:defRPr sz="1600">
                <a:latin typeface="Viga"/>
                <a:ea typeface="Viga"/>
                <a:cs typeface="Viga"/>
                <a:sym typeface="Viga"/>
              </a:defRPr>
            </a:lvl8pPr>
            <a:lvl9pPr lvl="8" rtl="0">
              <a:lnSpc>
                <a:spcPct val="100000"/>
              </a:lnSpc>
              <a:spcBef>
                <a:spcPts val="1600"/>
              </a:spcBef>
              <a:spcAft>
                <a:spcPts val="1600"/>
              </a:spcAft>
              <a:buNone/>
              <a:defRPr sz="1600">
                <a:latin typeface="Viga"/>
                <a:ea typeface="Viga"/>
                <a:cs typeface="Viga"/>
                <a:sym typeface="Viga"/>
              </a:defRPr>
            </a:lvl9pPr>
          </a:lstStyle>
          <a:p/>
        </p:txBody>
      </p:sp>
      <p:sp>
        <p:nvSpPr>
          <p:cNvPr id="214" name="Google Shape;214;p19"/>
          <p:cNvSpPr txBox="1"/>
          <p:nvPr>
            <p:ph idx="6" type="subTitle"/>
          </p:nvPr>
        </p:nvSpPr>
        <p:spPr>
          <a:xfrm>
            <a:off x="6014650" y="197292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300"/>
            </a:lvl1pPr>
            <a:lvl2pPr lvl="1" rtl="0">
              <a:lnSpc>
                <a:spcPct val="100000"/>
              </a:lnSpc>
              <a:spcBef>
                <a:spcPts val="1600"/>
              </a:spcBef>
              <a:spcAft>
                <a:spcPts val="0"/>
              </a:spcAft>
              <a:buNone/>
              <a:defRPr sz="1300"/>
            </a:lvl2pPr>
            <a:lvl3pPr lvl="2" rtl="0">
              <a:lnSpc>
                <a:spcPct val="100000"/>
              </a:lnSpc>
              <a:spcBef>
                <a:spcPts val="1600"/>
              </a:spcBef>
              <a:spcAft>
                <a:spcPts val="0"/>
              </a:spcAft>
              <a:buNone/>
              <a:defRPr sz="1300"/>
            </a:lvl3pPr>
            <a:lvl4pPr lvl="3" rtl="0">
              <a:lnSpc>
                <a:spcPct val="100000"/>
              </a:lnSpc>
              <a:spcBef>
                <a:spcPts val="1600"/>
              </a:spcBef>
              <a:spcAft>
                <a:spcPts val="0"/>
              </a:spcAft>
              <a:buNone/>
              <a:defRPr sz="1300"/>
            </a:lvl4pPr>
            <a:lvl5pPr lvl="4" rtl="0">
              <a:lnSpc>
                <a:spcPct val="100000"/>
              </a:lnSpc>
              <a:spcBef>
                <a:spcPts val="1600"/>
              </a:spcBef>
              <a:spcAft>
                <a:spcPts val="0"/>
              </a:spcAft>
              <a:buNone/>
              <a:defRPr sz="1300"/>
            </a:lvl5pPr>
            <a:lvl6pPr lvl="5" rtl="0">
              <a:lnSpc>
                <a:spcPct val="100000"/>
              </a:lnSpc>
              <a:spcBef>
                <a:spcPts val="1600"/>
              </a:spcBef>
              <a:spcAft>
                <a:spcPts val="0"/>
              </a:spcAft>
              <a:buNone/>
              <a:defRPr sz="1300"/>
            </a:lvl6pPr>
            <a:lvl7pPr lvl="6" rtl="0">
              <a:lnSpc>
                <a:spcPct val="100000"/>
              </a:lnSpc>
              <a:spcBef>
                <a:spcPts val="1600"/>
              </a:spcBef>
              <a:spcAft>
                <a:spcPts val="0"/>
              </a:spcAft>
              <a:buNone/>
              <a:defRPr sz="1300"/>
            </a:lvl7pPr>
            <a:lvl8pPr lvl="7" rtl="0">
              <a:lnSpc>
                <a:spcPct val="100000"/>
              </a:lnSpc>
              <a:spcBef>
                <a:spcPts val="1600"/>
              </a:spcBef>
              <a:spcAft>
                <a:spcPts val="0"/>
              </a:spcAft>
              <a:buNone/>
              <a:defRPr sz="1300"/>
            </a:lvl8pPr>
            <a:lvl9pPr lvl="8" rtl="0">
              <a:lnSpc>
                <a:spcPct val="100000"/>
              </a:lnSpc>
              <a:spcBef>
                <a:spcPts val="1600"/>
              </a:spcBef>
              <a:spcAft>
                <a:spcPts val="1600"/>
              </a:spcAft>
              <a:buNone/>
              <a:defRPr sz="1300"/>
            </a:lvl9pPr>
          </a:lstStyle>
          <a:p/>
        </p:txBody>
      </p:sp>
      <p:sp>
        <p:nvSpPr>
          <p:cNvPr id="215" name="Google Shape;215;p19"/>
          <p:cNvSpPr txBox="1"/>
          <p:nvPr>
            <p:ph idx="7" type="subTitle"/>
          </p:nvPr>
        </p:nvSpPr>
        <p:spPr>
          <a:xfrm>
            <a:off x="719751" y="3192975"/>
            <a:ext cx="24096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atin typeface="Viga"/>
                <a:ea typeface="Viga"/>
                <a:cs typeface="Viga"/>
                <a:sym typeface="Viga"/>
              </a:defRPr>
            </a:lvl1pPr>
            <a:lvl2pPr lvl="1" rtl="0">
              <a:lnSpc>
                <a:spcPct val="100000"/>
              </a:lnSpc>
              <a:spcBef>
                <a:spcPts val="1600"/>
              </a:spcBef>
              <a:spcAft>
                <a:spcPts val="0"/>
              </a:spcAft>
              <a:buNone/>
              <a:defRPr sz="1600">
                <a:latin typeface="Viga"/>
                <a:ea typeface="Viga"/>
                <a:cs typeface="Viga"/>
                <a:sym typeface="Viga"/>
              </a:defRPr>
            </a:lvl2pPr>
            <a:lvl3pPr lvl="2" rtl="0">
              <a:lnSpc>
                <a:spcPct val="100000"/>
              </a:lnSpc>
              <a:spcBef>
                <a:spcPts val="1600"/>
              </a:spcBef>
              <a:spcAft>
                <a:spcPts val="0"/>
              </a:spcAft>
              <a:buNone/>
              <a:defRPr sz="1600">
                <a:latin typeface="Viga"/>
                <a:ea typeface="Viga"/>
                <a:cs typeface="Viga"/>
                <a:sym typeface="Viga"/>
              </a:defRPr>
            </a:lvl3pPr>
            <a:lvl4pPr lvl="3" rtl="0">
              <a:lnSpc>
                <a:spcPct val="100000"/>
              </a:lnSpc>
              <a:spcBef>
                <a:spcPts val="1600"/>
              </a:spcBef>
              <a:spcAft>
                <a:spcPts val="0"/>
              </a:spcAft>
              <a:buNone/>
              <a:defRPr sz="1600">
                <a:latin typeface="Viga"/>
                <a:ea typeface="Viga"/>
                <a:cs typeface="Viga"/>
                <a:sym typeface="Viga"/>
              </a:defRPr>
            </a:lvl4pPr>
            <a:lvl5pPr lvl="4" rtl="0">
              <a:lnSpc>
                <a:spcPct val="100000"/>
              </a:lnSpc>
              <a:spcBef>
                <a:spcPts val="1600"/>
              </a:spcBef>
              <a:spcAft>
                <a:spcPts val="0"/>
              </a:spcAft>
              <a:buNone/>
              <a:defRPr sz="1600">
                <a:latin typeface="Viga"/>
                <a:ea typeface="Viga"/>
                <a:cs typeface="Viga"/>
                <a:sym typeface="Viga"/>
              </a:defRPr>
            </a:lvl5pPr>
            <a:lvl6pPr lvl="5" rtl="0">
              <a:lnSpc>
                <a:spcPct val="100000"/>
              </a:lnSpc>
              <a:spcBef>
                <a:spcPts val="1600"/>
              </a:spcBef>
              <a:spcAft>
                <a:spcPts val="0"/>
              </a:spcAft>
              <a:buNone/>
              <a:defRPr sz="1600">
                <a:latin typeface="Viga"/>
                <a:ea typeface="Viga"/>
                <a:cs typeface="Viga"/>
                <a:sym typeface="Viga"/>
              </a:defRPr>
            </a:lvl6pPr>
            <a:lvl7pPr lvl="6" rtl="0">
              <a:lnSpc>
                <a:spcPct val="100000"/>
              </a:lnSpc>
              <a:spcBef>
                <a:spcPts val="1600"/>
              </a:spcBef>
              <a:spcAft>
                <a:spcPts val="0"/>
              </a:spcAft>
              <a:buNone/>
              <a:defRPr sz="1600">
                <a:latin typeface="Viga"/>
                <a:ea typeface="Viga"/>
                <a:cs typeface="Viga"/>
                <a:sym typeface="Viga"/>
              </a:defRPr>
            </a:lvl7pPr>
            <a:lvl8pPr lvl="7" rtl="0">
              <a:lnSpc>
                <a:spcPct val="100000"/>
              </a:lnSpc>
              <a:spcBef>
                <a:spcPts val="1600"/>
              </a:spcBef>
              <a:spcAft>
                <a:spcPts val="0"/>
              </a:spcAft>
              <a:buNone/>
              <a:defRPr sz="1600">
                <a:latin typeface="Viga"/>
                <a:ea typeface="Viga"/>
                <a:cs typeface="Viga"/>
                <a:sym typeface="Viga"/>
              </a:defRPr>
            </a:lvl8pPr>
            <a:lvl9pPr lvl="8" rtl="0">
              <a:lnSpc>
                <a:spcPct val="100000"/>
              </a:lnSpc>
              <a:spcBef>
                <a:spcPts val="1600"/>
              </a:spcBef>
              <a:spcAft>
                <a:spcPts val="1600"/>
              </a:spcAft>
              <a:buNone/>
              <a:defRPr sz="1600">
                <a:latin typeface="Viga"/>
                <a:ea typeface="Viga"/>
                <a:cs typeface="Viga"/>
                <a:sym typeface="Viga"/>
              </a:defRPr>
            </a:lvl9pPr>
          </a:lstStyle>
          <a:p/>
        </p:txBody>
      </p:sp>
      <p:sp>
        <p:nvSpPr>
          <p:cNvPr id="216" name="Google Shape;216;p19"/>
          <p:cNvSpPr txBox="1"/>
          <p:nvPr>
            <p:ph idx="8" type="subTitle"/>
          </p:nvPr>
        </p:nvSpPr>
        <p:spPr>
          <a:xfrm>
            <a:off x="719750" y="353857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300"/>
            </a:lvl1pPr>
            <a:lvl2pPr lvl="1" rtl="0">
              <a:lnSpc>
                <a:spcPct val="100000"/>
              </a:lnSpc>
              <a:spcBef>
                <a:spcPts val="1600"/>
              </a:spcBef>
              <a:spcAft>
                <a:spcPts val="0"/>
              </a:spcAft>
              <a:buNone/>
              <a:defRPr sz="1300"/>
            </a:lvl2pPr>
            <a:lvl3pPr lvl="2" rtl="0">
              <a:lnSpc>
                <a:spcPct val="100000"/>
              </a:lnSpc>
              <a:spcBef>
                <a:spcPts val="1600"/>
              </a:spcBef>
              <a:spcAft>
                <a:spcPts val="0"/>
              </a:spcAft>
              <a:buNone/>
              <a:defRPr sz="1300"/>
            </a:lvl3pPr>
            <a:lvl4pPr lvl="3" rtl="0">
              <a:lnSpc>
                <a:spcPct val="100000"/>
              </a:lnSpc>
              <a:spcBef>
                <a:spcPts val="1600"/>
              </a:spcBef>
              <a:spcAft>
                <a:spcPts val="0"/>
              </a:spcAft>
              <a:buNone/>
              <a:defRPr sz="1300"/>
            </a:lvl4pPr>
            <a:lvl5pPr lvl="4" rtl="0">
              <a:lnSpc>
                <a:spcPct val="100000"/>
              </a:lnSpc>
              <a:spcBef>
                <a:spcPts val="1600"/>
              </a:spcBef>
              <a:spcAft>
                <a:spcPts val="0"/>
              </a:spcAft>
              <a:buNone/>
              <a:defRPr sz="1300"/>
            </a:lvl5pPr>
            <a:lvl6pPr lvl="5" rtl="0">
              <a:lnSpc>
                <a:spcPct val="100000"/>
              </a:lnSpc>
              <a:spcBef>
                <a:spcPts val="1600"/>
              </a:spcBef>
              <a:spcAft>
                <a:spcPts val="0"/>
              </a:spcAft>
              <a:buNone/>
              <a:defRPr sz="1300"/>
            </a:lvl6pPr>
            <a:lvl7pPr lvl="6" rtl="0">
              <a:lnSpc>
                <a:spcPct val="100000"/>
              </a:lnSpc>
              <a:spcBef>
                <a:spcPts val="1600"/>
              </a:spcBef>
              <a:spcAft>
                <a:spcPts val="0"/>
              </a:spcAft>
              <a:buNone/>
              <a:defRPr sz="1300"/>
            </a:lvl7pPr>
            <a:lvl8pPr lvl="7" rtl="0">
              <a:lnSpc>
                <a:spcPct val="100000"/>
              </a:lnSpc>
              <a:spcBef>
                <a:spcPts val="1600"/>
              </a:spcBef>
              <a:spcAft>
                <a:spcPts val="0"/>
              </a:spcAft>
              <a:buNone/>
              <a:defRPr sz="1300"/>
            </a:lvl8pPr>
            <a:lvl9pPr lvl="8" rtl="0">
              <a:lnSpc>
                <a:spcPct val="100000"/>
              </a:lnSpc>
              <a:spcBef>
                <a:spcPts val="1600"/>
              </a:spcBef>
              <a:spcAft>
                <a:spcPts val="1600"/>
              </a:spcAft>
              <a:buNone/>
              <a:defRPr sz="1300"/>
            </a:lvl9pPr>
          </a:lstStyle>
          <a:p/>
        </p:txBody>
      </p:sp>
      <p:sp>
        <p:nvSpPr>
          <p:cNvPr id="217" name="Google Shape;217;p19"/>
          <p:cNvSpPr txBox="1"/>
          <p:nvPr>
            <p:ph idx="9" type="subTitle"/>
          </p:nvPr>
        </p:nvSpPr>
        <p:spPr>
          <a:xfrm>
            <a:off x="3367201" y="3192975"/>
            <a:ext cx="24096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atin typeface="Viga"/>
                <a:ea typeface="Viga"/>
                <a:cs typeface="Viga"/>
                <a:sym typeface="Viga"/>
              </a:defRPr>
            </a:lvl1pPr>
            <a:lvl2pPr lvl="1" rtl="0">
              <a:lnSpc>
                <a:spcPct val="100000"/>
              </a:lnSpc>
              <a:spcBef>
                <a:spcPts val="1600"/>
              </a:spcBef>
              <a:spcAft>
                <a:spcPts val="0"/>
              </a:spcAft>
              <a:buNone/>
              <a:defRPr sz="1600">
                <a:latin typeface="Viga"/>
                <a:ea typeface="Viga"/>
                <a:cs typeface="Viga"/>
                <a:sym typeface="Viga"/>
              </a:defRPr>
            </a:lvl2pPr>
            <a:lvl3pPr lvl="2" rtl="0">
              <a:lnSpc>
                <a:spcPct val="100000"/>
              </a:lnSpc>
              <a:spcBef>
                <a:spcPts val="1600"/>
              </a:spcBef>
              <a:spcAft>
                <a:spcPts val="0"/>
              </a:spcAft>
              <a:buNone/>
              <a:defRPr sz="1600">
                <a:latin typeface="Viga"/>
                <a:ea typeface="Viga"/>
                <a:cs typeface="Viga"/>
                <a:sym typeface="Viga"/>
              </a:defRPr>
            </a:lvl3pPr>
            <a:lvl4pPr lvl="3" rtl="0">
              <a:lnSpc>
                <a:spcPct val="100000"/>
              </a:lnSpc>
              <a:spcBef>
                <a:spcPts val="1600"/>
              </a:spcBef>
              <a:spcAft>
                <a:spcPts val="0"/>
              </a:spcAft>
              <a:buNone/>
              <a:defRPr sz="1600">
                <a:latin typeface="Viga"/>
                <a:ea typeface="Viga"/>
                <a:cs typeface="Viga"/>
                <a:sym typeface="Viga"/>
              </a:defRPr>
            </a:lvl4pPr>
            <a:lvl5pPr lvl="4" rtl="0">
              <a:lnSpc>
                <a:spcPct val="100000"/>
              </a:lnSpc>
              <a:spcBef>
                <a:spcPts val="1600"/>
              </a:spcBef>
              <a:spcAft>
                <a:spcPts val="0"/>
              </a:spcAft>
              <a:buNone/>
              <a:defRPr sz="1600">
                <a:latin typeface="Viga"/>
                <a:ea typeface="Viga"/>
                <a:cs typeface="Viga"/>
                <a:sym typeface="Viga"/>
              </a:defRPr>
            </a:lvl5pPr>
            <a:lvl6pPr lvl="5" rtl="0">
              <a:lnSpc>
                <a:spcPct val="100000"/>
              </a:lnSpc>
              <a:spcBef>
                <a:spcPts val="1600"/>
              </a:spcBef>
              <a:spcAft>
                <a:spcPts val="0"/>
              </a:spcAft>
              <a:buNone/>
              <a:defRPr sz="1600">
                <a:latin typeface="Viga"/>
                <a:ea typeface="Viga"/>
                <a:cs typeface="Viga"/>
                <a:sym typeface="Viga"/>
              </a:defRPr>
            </a:lvl6pPr>
            <a:lvl7pPr lvl="6" rtl="0">
              <a:lnSpc>
                <a:spcPct val="100000"/>
              </a:lnSpc>
              <a:spcBef>
                <a:spcPts val="1600"/>
              </a:spcBef>
              <a:spcAft>
                <a:spcPts val="0"/>
              </a:spcAft>
              <a:buNone/>
              <a:defRPr sz="1600">
                <a:latin typeface="Viga"/>
                <a:ea typeface="Viga"/>
                <a:cs typeface="Viga"/>
                <a:sym typeface="Viga"/>
              </a:defRPr>
            </a:lvl7pPr>
            <a:lvl8pPr lvl="7" rtl="0">
              <a:lnSpc>
                <a:spcPct val="100000"/>
              </a:lnSpc>
              <a:spcBef>
                <a:spcPts val="1600"/>
              </a:spcBef>
              <a:spcAft>
                <a:spcPts val="0"/>
              </a:spcAft>
              <a:buNone/>
              <a:defRPr sz="1600">
                <a:latin typeface="Viga"/>
                <a:ea typeface="Viga"/>
                <a:cs typeface="Viga"/>
                <a:sym typeface="Viga"/>
              </a:defRPr>
            </a:lvl8pPr>
            <a:lvl9pPr lvl="8" rtl="0">
              <a:lnSpc>
                <a:spcPct val="100000"/>
              </a:lnSpc>
              <a:spcBef>
                <a:spcPts val="1600"/>
              </a:spcBef>
              <a:spcAft>
                <a:spcPts val="1600"/>
              </a:spcAft>
              <a:buNone/>
              <a:defRPr sz="1600">
                <a:latin typeface="Viga"/>
                <a:ea typeface="Viga"/>
                <a:cs typeface="Viga"/>
                <a:sym typeface="Viga"/>
              </a:defRPr>
            </a:lvl9pPr>
          </a:lstStyle>
          <a:p/>
        </p:txBody>
      </p:sp>
      <p:sp>
        <p:nvSpPr>
          <p:cNvPr id="218" name="Google Shape;218;p19"/>
          <p:cNvSpPr txBox="1"/>
          <p:nvPr>
            <p:ph idx="13" type="subTitle"/>
          </p:nvPr>
        </p:nvSpPr>
        <p:spPr>
          <a:xfrm>
            <a:off x="3367200" y="353857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300"/>
            </a:lvl1pPr>
            <a:lvl2pPr lvl="1" rtl="0">
              <a:lnSpc>
                <a:spcPct val="100000"/>
              </a:lnSpc>
              <a:spcBef>
                <a:spcPts val="1600"/>
              </a:spcBef>
              <a:spcAft>
                <a:spcPts val="0"/>
              </a:spcAft>
              <a:buNone/>
              <a:defRPr sz="1300"/>
            </a:lvl2pPr>
            <a:lvl3pPr lvl="2" rtl="0">
              <a:lnSpc>
                <a:spcPct val="100000"/>
              </a:lnSpc>
              <a:spcBef>
                <a:spcPts val="1600"/>
              </a:spcBef>
              <a:spcAft>
                <a:spcPts val="0"/>
              </a:spcAft>
              <a:buNone/>
              <a:defRPr sz="1300"/>
            </a:lvl3pPr>
            <a:lvl4pPr lvl="3" rtl="0">
              <a:lnSpc>
                <a:spcPct val="100000"/>
              </a:lnSpc>
              <a:spcBef>
                <a:spcPts val="1600"/>
              </a:spcBef>
              <a:spcAft>
                <a:spcPts val="0"/>
              </a:spcAft>
              <a:buNone/>
              <a:defRPr sz="1300"/>
            </a:lvl4pPr>
            <a:lvl5pPr lvl="4" rtl="0">
              <a:lnSpc>
                <a:spcPct val="100000"/>
              </a:lnSpc>
              <a:spcBef>
                <a:spcPts val="1600"/>
              </a:spcBef>
              <a:spcAft>
                <a:spcPts val="0"/>
              </a:spcAft>
              <a:buNone/>
              <a:defRPr sz="1300"/>
            </a:lvl5pPr>
            <a:lvl6pPr lvl="5" rtl="0">
              <a:lnSpc>
                <a:spcPct val="100000"/>
              </a:lnSpc>
              <a:spcBef>
                <a:spcPts val="1600"/>
              </a:spcBef>
              <a:spcAft>
                <a:spcPts val="0"/>
              </a:spcAft>
              <a:buNone/>
              <a:defRPr sz="1300"/>
            </a:lvl6pPr>
            <a:lvl7pPr lvl="6" rtl="0">
              <a:lnSpc>
                <a:spcPct val="100000"/>
              </a:lnSpc>
              <a:spcBef>
                <a:spcPts val="1600"/>
              </a:spcBef>
              <a:spcAft>
                <a:spcPts val="0"/>
              </a:spcAft>
              <a:buNone/>
              <a:defRPr sz="1300"/>
            </a:lvl7pPr>
            <a:lvl8pPr lvl="7" rtl="0">
              <a:lnSpc>
                <a:spcPct val="100000"/>
              </a:lnSpc>
              <a:spcBef>
                <a:spcPts val="1600"/>
              </a:spcBef>
              <a:spcAft>
                <a:spcPts val="0"/>
              </a:spcAft>
              <a:buNone/>
              <a:defRPr sz="1300"/>
            </a:lvl8pPr>
            <a:lvl9pPr lvl="8" rtl="0">
              <a:lnSpc>
                <a:spcPct val="100000"/>
              </a:lnSpc>
              <a:spcBef>
                <a:spcPts val="1600"/>
              </a:spcBef>
              <a:spcAft>
                <a:spcPts val="1600"/>
              </a:spcAft>
              <a:buNone/>
              <a:defRPr sz="1300"/>
            </a:lvl9pPr>
          </a:lstStyle>
          <a:p/>
        </p:txBody>
      </p:sp>
      <p:sp>
        <p:nvSpPr>
          <p:cNvPr id="219" name="Google Shape;219;p19"/>
          <p:cNvSpPr txBox="1"/>
          <p:nvPr>
            <p:ph idx="14" type="subTitle"/>
          </p:nvPr>
        </p:nvSpPr>
        <p:spPr>
          <a:xfrm>
            <a:off x="6014651" y="3192975"/>
            <a:ext cx="24096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atin typeface="Viga"/>
                <a:ea typeface="Viga"/>
                <a:cs typeface="Viga"/>
                <a:sym typeface="Viga"/>
              </a:defRPr>
            </a:lvl1pPr>
            <a:lvl2pPr lvl="1" rtl="0">
              <a:lnSpc>
                <a:spcPct val="100000"/>
              </a:lnSpc>
              <a:spcBef>
                <a:spcPts val="1600"/>
              </a:spcBef>
              <a:spcAft>
                <a:spcPts val="0"/>
              </a:spcAft>
              <a:buNone/>
              <a:defRPr sz="1600">
                <a:latin typeface="Viga"/>
                <a:ea typeface="Viga"/>
                <a:cs typeface="Viga"/>
                <a:sym typeface="Viga"/>
              </a:defRPr>
            </a:lvl2pPr>
            <a:lvl3pPr lvl="2" rtl="0">
              <a:lnSpc>
                <a:spcPct val="100000"/>
              </a:lnSpc>
              <a:spcBef>
                <a:spcPts val="1600"/>
              </a:spcBef>
              <a:spcAft>
                <a:spcPts val="0"/>
              </a:spcAft>
              <a:buNone/>
              <a:defRPr sz="1600">
                <a:latin typeface="Viga"/>
                <a:ea typeface="Viga"/>
                <a:cs typeface="Viga"/>
                <a:sym typeface="Viga"/>
              </a:defRPr>
            </a:lvl3pPr>
            <a:lvl4pPr lvl="3" rtl="0">
              <a:lnSpc>
                <a:spcPct val="100000"/>
              </a:lnSpc>
              <a:spcBef>
                <a:spcPts val="1600"/>
              </a:spcBef>
              <a:spcAft>
                <a:spcPts val="0"/>
              </a:spcAft>
              <a:buNone/>
              <a:defRPr sz="1600">
                <a:latin typeface="Viga"/>
                <a:ea typeface="Viga"/>
                <a:cs typeface="Viga"/>
                <a:sym typeface="Viga"/>
              </a:defRPr>
            </a:lvl4pPr>
            <a:lvl5pPr lvl="4" rtl="0">
              <a:lnSpc>
                <a:spcPct val="100000"/>
              </a:lnSpc>
              <a:spcBef>
                <a:spcPts val="1600"/>
              </a:spcBef>
              <a:spcAft>
                <a:spcPts val="0"/>
              </a:spcAft>
              <a:buNone/>
              <a:defRPr sz="1600">
                <a:latin typeface="Viga"/>
                <a:ea typeface="Viga"/>
                <a:cs typeface="Viga"/>
                <a:sym typeface="Viga"/>
              </a:defRPr>
            </a:lvl5pPr>
            <a:lvl6pPr lvl="5" rtl="0">
              <a:lnSpc>
                <a:spcPct val="100000"/>
              </a:lnSpc>
              <a:spcBef>
                <a:spcPts val="1600"/>
              </a:spcBef>
              <a:spcAft>
                <a:spcPts val="0"/>
              </a:spcAft>
              <a:buNone/>
              <a:defRPr sz="1600">
                <a:latin typeface="Viga"/>
                <a:ea typeface="Viga"/>
                <a:cs typeface="Viga"/>
                <a:sym typeface="Viga"/>
              </a:defRPr>
            </a:lvl6pPr>
            <a:lvl7pPr lvl="6" rtl="0">
              <a:lnSpc>
                <a:spcPct val="100000"/>
              </a:lnSpc>
              <a:spcBef>
                <a:spcPts val="1600"/>
              </a:spcBef>
              <a:spcAft>
                <a:spcPts val="0"/>
              </a:spcAft>
              <a:buNone/>
              <a:defRPr sz="1600">
                <a:latin typeface="Viga"/>
                <a:ea typeface="Viga"/>
                <a:cs typeface="Viga"/>
                <a:sym typeface="Viga"/>
              </a:defRPr>
            </a:lvl7pPr>
            <a:lvl8pPr lvl="7" rtl="0">
              <a:lnSpc>
                <a:spcPct val="100000"/>
              </a:lnSpc>
              <a:spcBef>
                <a:spcPts val="1600"/>
              </a:spcBef>
              <a:spcAft>
                <a:spcPts val="0"/>
              </a:spcAft>
              <a:buNone/>
              <a:defRPr sz="1600">
                <a:latin typeface="Viga"/>
                <a:ea typeface="Viga"/>
                <a:cs typeface="Viga"/>
                <a:sym typeface="Viga"/>
              </a:defRPr>
            </a:lvl8pPr>
            <a:lvl9pPr lvl="8" rtl="0">
              <a:lnSpc>
                <a:spcPct val="100000"/>
              </a:lnSpc>
              <a:spcBef>
                <a:spcPts val="1600"/>
              </a:spcBef>
              <a:spcAft>
                <a:spcPts val="1600"/>
              </a:spcAft>
              <a:buNone/>
              <a:defRPr sz="1600">
                <a:latin typeface="Viga"/>
                <a:ea typeface="Viga"/>
                <a:cs typeface="Viga"/>
                <a:sym typeface="Viga"/>
              </a:defRPr>
            </a:lvl9pPr>
          </a:lstStyle>
          <a:p/>
        </p:txBody>
      </p:sp>
      <p:sp>
        <p:nvSpPr>
          <p:cNvPr id="220" name="Google Shape;220;p19"/>
          <p:cNvSpPr txBox="1"/>
          <p:nvPr>
            <p:ph idx="15" type="subTitle"/>
          </p:nvPr>
        </p:nvSpPr>
        <p:spPr>
          <a:xfrm>
            <a:off x="6014650" y="353857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300"/>
            </a:lvl1pPr>
            <a:lvl2pPr lvl="1" rtl="0">
              <a:lnSpc>
                <a:spcPct val="100000"/>
              </a:lnSpc>
              <a:spcBef>
                <a:spcPts val="1600"/>
              </a:spcBef>
              <a:spcAft>
                <a:spcPts val="0"/>
              </a:spcAft>
              <a:buNone/>
              <a:defRPr sz="1300"/>
            </a:lvl2pPr>
            <a:lvl3pPr lvl="2" rtl="0">
              <a:lnSpc>
                <a:spcPct val="100000"/>
              </a:lnSpc>
              <a:spcBef>
                <a:spcPts val="1600"/>
              </a:spcBef>
              <a:spcAft>
                <a:spcPts val="0"/>
              </a:spcAft>
              <a:buNone/>
              <a:defRPr sz="1300"/>
            </a:lvl3pPr>
            <a:lvl4pPr lvl="3" rtl="0">
              <a:lnSpc>
                <a:spcPct val="100000"/>
              </a:lnSpc>
              <a:spcBef>
                <a:spcPts val="1600"/>
              </a:spcBef>
              <a:spcAft>
                <a:spcPts val="0"/>
              </a:spcAft>
              <a:buNone/>
              <a:defRPr sz="1300"/>
            </a:lvl4pPr>
            <a:lvl5pPr lvl="4" rtl="0">
              <a:lnSpc>
                <a:spcPct val="100000"/>
              </a:lnSpc>
              <a:spcBef>
                <a:spcPts val="1600"/>
              </a:spcBef>
              <a:spcAft>
                <a:spcPts val="0"/>
              </a:spcAft>
              <a:buNone/>
              <a:defRPr sz="1300"/>
            </a:lvl5pPr>
            <a:lvl6pPr lvl="5" rtl="0">
              <a:lnSpc>
                <a:spcPct val="100000"/>
              </a:lnSpc>
              <a:spcBef>
                <a:spcPts val="1600"/>
              </a:spcBef>
              <a:spcAft>
                <a:spcPts val="0"/>
              </a:spcAft>
              <a:buNone/>
              <a:defRPr sz="1300"/>
            </a:lvl6pPr>
            <a:lvl7pPr lvl="6" rtl="0">
              <a:lnSpc>
                <a:spcPct val="100000"/>
              </a:lnSpc>
              <a:spcBef>
                <a:spcPts val="1600"/>
              </a:spcBef>
              <a:spcAft>
                <a:spcPts val="0"/>
              </a:spcAft>
              <a:buNone/>
              <a:defRPr sz="1300"/>
            </a:lvl7pPr>
            <a:lvl8pPr lvl="7" rtl="0">
              <a:lnSpc>
                <a:spcPct val="100000"/>
              </a:lnSpc>
              <a:spcBef>
                <a:spcPts val="1600"/>
              </a:spcBef>
              <a:spcAft>
                <a:spcPts val="0"/>
              </a:spcAft>
              <a:buNone/>
              <a:defRPr sz="1300"/>
            </a:lvl8pPr>
            <a:lvl9pPr lvl="8" rtl="0">
              <a:lnSpc>
                <a:spcPct val="100000"/>
              </a:lnSpc>
              <a:spcBef>
                <a:spcPts val="1600"/>
              </a:spcBef>
              <a:spcAft>
                <a:spcPts val="1600"/>
              </a:spcAft>
              <a:buNone/>
              <a:defRPr sz="13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three columns 1">
  <p:cSld name="BLANK_1_1_1_1_1_1">
    <p:spTree>
      <p:nvGrpSpPr>
        <p:cNvPr id="221" name="Shape 221"/>
        <p:cNvGrpSpPr/>
        <p:nvPr/>
      </p:nvGrpSpPr>
      <p:grpSpPr>
        <a:xfrm>
          <a:off x="0" y="0"/>
          <a:ext cx="0" cy="0"/>
          <a:chOff x="0" y="0"/>
          <a:chExt cx="0" cy="0"/>
        </a:xfrm>
      </p:grpSpPr>
      <p:sp>
        <p:nvSpPr>
          <p:cNvPr id="222" name="Google Shape;222;p20"/>
          <p:cNvSpPr/>
          <p:nvPr/>
        </p:nvSpPr>
        <p:spPr>
          <a:xfrm rot="2383921">
            <a:off x="-2406142" y="-1817434"/>
            <a:ext cx="10466663" cy="11526065"/>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rgbClr val="3938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 name="Google Shape;223;p20"/>
          <p:cNvGrpSpPr/>
          <p:nvPr/>
        </p:nvGrpSpPr>
        <p:grpSpPr>
          <a:xfrm>
            <a:off x="311700" y="260400"/>
            <a:ext cx="8647963" cy="4631326"/>
            <a:chOff x="311700" y="260400"/>
            <a:chExt cx="8647963" cy="4631326"/>
          </a:xfrm>
        </p:grpSpPr>
        <p:sp>
          <p:nvSpPr>
            <p:cNvPr id="224" name="Google Shape;224;p20"/>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0"/>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0"/>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0"/>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0"/>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 name="Google Shape;229;p20"/>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0" name="Google Shape;230;p20"/>
          <p:cNvSpPr/>
          <p:nvPr/>
        </p:nvSpPr>
        <p:spPr>
          <a:xfrm>
            <a:off x="1937401" y="5974922"/>
            <a:ext cx="1723" cy="1723"/>
          </a:xfrm>
          <a:custGeom>
            <a:rect b="b" l="l" r="r" t="t"/>
            <a:pathLst>
              <a:path extrusionOk="0" h="22" w="22">
                <a:moveTo>
                  <a:pt x="22" y="0"/>
                </a:moveTo>
                <a:cubicBezTo>
                  <a:pt x="15" y="4"/>
                  <a:pt x="8" y="15"/>
                  <a:pt x="1" y="21"/>
                </a:cubicBezTo>
                <a:cubicBezTo>
                  <a:pt x="8" y="15"/>
                  <a:pt x="15" y="7"/>
                  <a:pt x="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0"/>
          <p:cNvSpPr/>
          <p:nvPr/>
        </p:nvSpPr>
        <p:spPr>
          <a:xfrm>
            <a:off x="1984073" y="5766463"/>
            <a:ext cx="78" cy="470"/>
          </a:xfrm>
          <a:custGeom>
            <a:rect b="b" l="l" r="r" t="t"/>
            <a:pathLst>
              <a:path extrusionOk="0" h="6" w="1">
                <a:moveTo>
                  <a:pt x="0" y="5"/>
                </a:move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0"/>
          <p:cNvSpPr/>
          <p:nvPr/>
        </p:nvSpPr>
        <p:spPr>
          <a:xfrm>
            <a:off x="710297" y="5766463"/>
            <a:ext cx="78" cy="470"/>
          </a:xfrm>
          <a:custGeom>
            <a:rect b="b" l="l" r="r" t="t"/>
            <a:pathLst>
              <a:path extrusionOk="0" h="6" w="1">
                <a:moveTo>
                  <a:pt x="1" y="5"/>
                </a:move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0"/>
          <p:cNvSpPr txBox="1"/>
          <p:nvPr>
            <p:ph idx="1" type="subTitle"/>
          </p:nvPr>
        </p:nvSpPr>
        <p:spPr>
          <a:xfrm>
            <a:off x="719750" y="2684375"/>
            <a:ext cx="2127300" cy="645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a:latin typeface="Viga"/>
                <a:ea typeface="Viga"/>
                <a:cs typeface="Viga"/>
                <a:sym typeface="Viga"/>
              </a:defRPr>
            </a:lvl1pPr>
            <a:lvl2pPr lvl="1" rtl="0" algn="ctr">
              <a:lnSpc>
                <a:spcPct val="100000"/>
              </a:lnSpc>
              <a:spcBef>
                <a:spcPts val="1600"/>
              </a:spcBef>
              <a:spcAft>
                <a:spcPts val="0"/>
              </a:spcAft>
              <a:buNone/>
              <a:defRPr>
                <a:latin typeface="Viga"/>
                <a:ea typeface="Viga"/>
                <a:cs typeface="Viga"/>
                <a:sym typeface="Viga"/>
              </a:defRPr>
            </a:lvl2pPr>
            <a:lvl3pPr lvl="2" rtl="0" algn="ctr">
              <a:lnSpc>
                <a:spcPct val="100000"/>
              </a:lnSpc>
              <a:spcBef>
                <a:spcPts val="1600"/>
              </a:spcBef>
              <a:spcAft>
                <a:spcPts val="0"/>
              </a:spcAft>
              <a:buNone/>
              <a:defRPr>
                <a:latin typeface="Viga"/>
                <a:ea typeface="Viga"/>
                <a:cs typeface="Viga"/>
                <a:sym typeface="Viga"/>
              </a:defRPr>
            </a:lvl3pPr>
            <a:lvl4pPr lvl="3" rtl="0" algn="ctr">
              <a:lnSpc>
                <a:spcPct val="100000"/>
              </a:lnSpc>
              <a:spcBef>
                <a:spcPts val="1600"/>
              </a:spcBef>
              <a:spcAft>
                <a:spcPts val="0"/>
              </a:spcAft>
              <a:buNone/>
              <a:defRPr>
                <a:latin typeface="Viga"/>
                <a:ea typeface="Viga"/>
                <a:cs typeface="Viga"/>
                <a:sym typeface="Viga"/>
              </a:defRPr>
            </a:lvl4pPr>
            <a:lvl5pPr lvl="4" rtl="0" algn="ctr">
              <a:lnSpc>
                <a:spcPct val="100000"/>
              </a:lnSpc>
              <a:spcBef>
                <a:spcPts val="1600"/>
              </a:spcBef>
              <a:spcAft>
                <a:spcPts val="0"/>
              </a:spcAft>
              <a:buNone/>
              <a:defRPr>
                <a:latin typeface="Viga"/>
                <a:ea typeface="Viga"/>
                <a:cs typeface="Viga"/>
                <a:sym typeface="Viga"/>
              </a:defRPr>
            </a:lvl5pPr>
            <a:lvl6pPr lvl="5" rtl="0" algn="ctr">
              <a:lnSpc>
                <a:spcPct val="100000"/>
              </a:lnSpc>
              <a:spcBef>
                <a:spcPts val="1600"/>
              </a:spcBef>
              <a:spcAft>
                <a:spcPts val="0"/>
              </a:spcAft>
              <a:buNone/>
              <a:defRPr>
                <a:latin typeface="Viga"/>
                <a:ea typeface="Viga"/>
                <a:cs typeface="Viga"/>
                <a:sym typeface="Viga"/>
              </a:defRPr>
            </a:lvl6pPr>
            <a:lvl7pPr lvl="6" rtl="0" algn="ctr">
              <a:lnSpc>
                <a:spcPct val="100000"/>
              </a:lnSpc>
              <a:spcBef>
                <a:spcPts val="1600"/>
              </a:spcBef>
              <a:spcAft>
                <a:spcPts val="0"/>
              </a:spcAft>
              <a:buNone/>
              <a:defRPr>
                <a:latin typeface="Viga"/>
                <a:ea typeface="Viga"/>
                <a:cs typeface="Viga"/>
                <a:sym typeface="Viga"/>
              </a:defRPr>
            </a:lvl7pPr>
            <a:lvl8pPr lvl="7" rtl="0" algn="ctr">
              <a:lnSpc>
                <a:spcPct val="100000"/>
              </a:lnSpc>
              <a:spcBef>
                <a:spcPts val="1600"/>
              </a:spcBef>
              <a:spcAft>
                <a:spcPts val="0"/>
              </a:spcAft>
              <a:buNone/>
              <a:defRPr>
                <a:latin typeface="Viga"/>
                <a:ea typeface="Viga"/>
                <a:cs typeface="Viga"/>
                <a:sym typeface="Viga"/>
              </a:defRPr>
            </a:lvl8pPr>
            <a:lvl9pPr lvl="8" rtl="0" algn="ctr">
              <a:lnSpc>
                <a:spcPct val="100000"/>
              </a:lnSpc>
              <a:spcBef>
                <a:spcPts val="1600"/>
              </a:spcBef>
              <a:spcAft>
                <a:spcPts val="1600"/>
              </a:spcAft>
              <a:buNone/>
              <a:defRPr>
                <a:latin typeface="Viga"/>
                <a:ea typeface="Viga"/>
                <a:cs typeface="Viga"/>
                <a:sym typeface="Viga"/>
              </a:defRPr>
            </a:lvl9pPr>
          </a:lstStyle>
          <a:p/>
        </p:txBody>
      </p:sp>
      <p:sp>
        <p:nvSpPr>
          <p:cNvPr id="234" name="Google Shape;234;p20"/>
          <p:cNvSpPr txBox="1"/>
          <p:nvPr>
            <p:ph idx="2" type="subTitle"/>
          </p:nvPr>
        </p:nvSpPr>
        <p:spPr>
          <a:xfrm>
            <a:off x="719750" y="3329325"/>
            <a:ext cx="2127300" cy="690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1600"/>
              </a:spcBef>
              <a:spcAft>
                <a:spcPts val="0"/>
              </a:spcAft>
              <a:buNone/>
              <a:defRPr sz="1600"/>
            </a:lvl2pPr>
            <a:lvl3pPr lvl="2" rtl="0" algn="ctr">
              <a:lnSpc>
                <a:spcPct val="100000"/>
              </a:lnSpc>
              <a:spcBef>
                <a:spcPts val="1600"/>
              </a:spcBef>
              <a:spcAft>
                <a:spcPts val="0"/>
              </a:spcAft>
              <a:buNone/>
              <a:defRPr sz="1600"/>
            </a:lvl3pPr>
            <a:lvl4pPr lvl="3" rtl="0" algn="ctr">
              <a:lnSpc>
                <a:spcPct val="100000"/>
              </a:lnSpc>
              <a:spcBef>
                <a:spcPts val="1600"/>
              </a:spcBef>
              <a:spcAft>
                <a:spcPts val="0"/>
              </a:spcAft>
              <a:buNone/>
              <a:defRPr sz="1600"/>
            </a:lvl4pPr>
            <a:lvl5pPr lvl="4" rtl="0" algn="ctr">
              <a:lnSpc>
                <a:spcPct val="100000"/>
              </a:lnSpc>
              <a:spcBef>
                <a:spcPts val="1600"/>
              </a:spcBef>
              <a:spcAft>
                <a:spcPts val="0"/>
              </a:spcAft>
              <a:buNone/>
              <a:defRPr sz="1600"/>
            </a:lvl5pPr>
            <a:lvl6pPr lvl="5" rtl="0" algn="ctr">
              <a:lnSpc>
                <a:spcPct val="100000"/>
              </a:lnSpc>
              <a:spcBef>
                <a:spcPts val="1600"/>
              </a:spcBef>
              <a:spcAft>
                <a:spcPts val="0"/>
              </a:spcAft>
              <a:buNone/>
              <a:defRPr sz="1600"/>
            </a:lvl6pPr>
            <a:lvl7pPr lvl="6" rtl="0" algn="ctr">
              <a:lnSpc>
                <a:spcPct val="100000"/>
              </a:lnSpc>
              <a:spcBef>
                <a:spcPts val="1600"/>
              </a:spcBef>
              <a:spcAft>
                <a:spcPts val="0"/>
              </a:spcAft>
              <a:buNone/>
              <a:defRPr sz="1600"/>
            </a:lvl7pPr>
            <a:lvl8pPr lvl="7" rtl="0" algn="ctr">
              <a:lnSpc>
                <a:spcPct val="100000"/>
              </a:lnSpc>
              <a:spcBef>
                <a:spcPts val="1600"/>
              </a:spcBef>
              <a:spcAft>
                <a:spcPts val="0"/>
              </a:spcAft>
              <a:buNone/>
              <a:defRPr sz="1600"/>
            </a:lvl8pPr>
            <a:lvl9pPr lvl="8" rtl="0" algn="ctr">
              <a:lnSpc>
                <a:spcPct val="100000"/>
              </a:lnSpc>
              <a:spcBef>
                <a:spcPts val="1600"/>
              </a:spcBef>
              <a:spcAft>
                <a:spcPts val="1600"/>
              </a:spcAft>
              <a:buNone/>
              <a:defRPr sz="1600"/>
            </a:lvl9pPr>
          </a:lstStyle>
          <a:p/>
        </p:txBody>
      </p:sp>
      <p:sp>
        <p:nvSpPr>
          <p:cNvPr id="235" name="Google Shape;235;p20"/>
          <p:cNvSpPr txBox="1"/>
          <p:nvPr>
            <p:ph idx="3" type="subTitle"/>
          </p:nvPr>
        </p:nvSpPr>
        <p:spPr>
          <a:xfrm>
            <a:off x="3508350" y="2684375"/>
            <a:ext cx="2127300" cy="645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a:latin typeface="Viga"/>
                <a:ea typeface="Viga"/>
                <a:cs typeface="Viga"/>
                <a:sym typeface="Viga"/>
              </a:defRPr>
            </a:lvl1pPr>
            <a:lvl2pPr lvl="1" rtl="0" algn="ctr">
              <a:lnSpc>
                <a:spcPct val="100000"/>
              </a:lnSpc>
              <a:spcBef>
                <a:spcPts val="1600"/>
              </a:spcBef>
              <a:spcAft>
                <a:spcPts val="0"/>
              </a:spcAft>
              <a:buNone/>
              <a:defRPr>
                <a:latin typeface="Viga"/>
                <a:ea typeface="Viga"/>
                <a:cs typeface="Viga"/>
                <a:sym typeface="Viga"/>
              </a:defRPr>
            </a:lvl2pPr>
            <a:lvl3pPr lvl="2" rtl="0" algn="ctr">
              <a:lnSpc>
                <a:spcPct val="100000"/>
              </a:lnSpc>
              <a:spcBef>
                <a:spcPts val="1600"/>
              </a:spcBef>
              <a:spcAft>
                <a:spcPts val="0"/>
              </a:spcAft>
              <a:buNone/>
              <a:defRPr>
                <a:latin typeface="Viga"/>
                <a:ea typeface="Viga"/>
                <a:cs typeface="Viga"/>
                <a:sym typeface="Viga"/>
              </a:defRPr>
            </a:lvl3pPr>
            <a:lvl4pPr lvl="3" rtl="0" algn="ctr">
              <a:lnSpc>
                <a:spcPct val="100000"/>
              </a:lnSpc>
              <a:spcBef>
                <a:spcPts val="1600"/>
              </a:spcBef>
              <a:spcAft>
                <a:spcPts val="0"/>
              </a:spcAft>
              <a:buNone/>
              <a:defRPr>
                <a:latin typeface="Viga"/>
                <a:ea typeface="Viga"/>
                <a:cs typeface="Viga"/>
                <a:sym typeface="Viga"/>
              </a:defRPr>
            </a:lvl4pPr>
            <a:lvl5pPr lvl="4" rtl="0" algn="ctr">
              <a:lnSpc>
                <a:spcPct val="100000"/>
              </a:lnSpc>
              <a:spcBef>
                <a:spcPts val="1600"/>
              </a:spcBef>
              <a:spcAft>
                <a:spcPts val="0"/>
              </a:spcAft>
              <a:buNone/>
              <a:defRPr>
                <a:latin typeface="Viga"/>
                <a:ea typeface="Viga"/>
                <a:cs typeface="Viga"/>
                <a:sym typeface="Viga"/>
              </a:defRPr>
            </a:lvl5pPr>
            <a:lvl6pPr lvl="5" rtl="0" algn="ctr">
              <a:lnSpc>
                <a:spcPct val="100000"/>
              </a:lnSpc>
              <a:spcBef>
                <a:spcPts val="1600"/>
              </a:spcBef>
              <a:spcAft>
                <a:spcPts val="0"/>
              </a:spcAft>
              <a:buNone/>
              <a:defRPr>
                <a:latin typeface="Viga"/>
                <a:ea typeface="Viga"/>
                <a:cs typeface="Viga"/>
                <a:sym typeface="Viga"/>
              </a:defRPr>
            </a:lvl6pPr>
            <a:lvl7pPr lvl="6" rtl="0" algn="ctr">
              <a:lnSpc>
                <a:spcPct val="100000"/>
              </a:lnSpc>
              <a:spcBef>
                <a:spcPts val="1600"/>
              </a:spcBef>
              <a:spcAft>
                <a:spcPts val="0"/>
              </a:spcAft>
              <a:buNone/>
              <a:defRPr>
                <a:latin typeface="Viga"/>
                <a:ea typeface="Viga"/>
                <a:cs typeface="Viga"/>
                <a:sym typeface="Viga"/>
              </a:defRPr>
            </a:lvl7pPr>
            <a:lvl8pPr lvl="7" rtl="0" algn="ctr">
              <a:lnSpc>
                <a:spcPct val="100000"/>
              </a:lnSpc>
              <a:spcBef>
                <a:spcPts val="1600"/>
              </a:spcBef>
              <a:spcAft>
                <a:spcPts val="0"/>
              </a:spcAft>
              <a:buNone/>
              <a:defRPr>
                <a:latin typeface="Viga"/>
                <a:ea typeface="Viga"/>
                <a:cs typeface="Viga"/>
                <a:sym typeface="Viga"/>
              </a:defRPr>
            </a:lvl8pPr>
            <a:lvl9pPr lvl="8" rtl="0" algn="ctr">
              <a:lnSpc>
                <a:spcPct val="100000"/>
              </a:lnSpc>
              <a:spcBef>
                <a:spcPts val="1600"/>
              </a:spcBef>
              <a:spcAft>
                <a:spcPts val="1600"/>
              </a:spcAft>
              <a:buNone/>
              <a:defRPr>
                <a:latin typeface="Viga"/>
                <a:ea typeface="Viga"/>
                <a:cs typeface="Viga"/>
                <a:sym typeface="Viga"/>
              </a:defRPr>
            </a:lvl9pPr>
          </a:lstStyle>
          <a:p/>
        </p:txBody>
      </p:sp>
      <p:sp>
        <p:nvSpPr>
          <p:cNvPr id="236" name="Google Shape;236;p20"/>
          <p:cNvSpPr txBox="1"/>
          <p:nvPr>
            <p:ph idx="4" type="subTitle"/>
          </p:nvPr>
        </p:nvSpPr>
        <p:spPr>
          <a:xfrm>
            <a:off x="3508350" y="3329325"/>
            <a:ext cx="2127300" cy="690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1600"/>
              </a:spcBef>
              <a:spcAft>
                <a:spcPts val="0"/>
              </a:spcAft>
              <a:buNone/>
              <a:defRPr sz="1600"/>
            </a:lvl2pPr>
            <a:lvl3pPr lvl="2" rtl="0" algn="ctr">
              <a:lnSpc>
                <a:spcPct val="100000"/>
              </a:lnSpc>
              <a:spcBef>
                <a:spcPts val="1600"/>
              </a:spcBef>
              <a:spcAft>
                <a:spcPts val="0"/>
              </a:spcAft>
              <a:buNone/>
              <a:defRPr sz="1600"/>
            </a:lvl3pPr>
            <a:lvl4pPr lvl="3" rtl="0" algn="ctr">
              <a:lnSpc>
                <a:spcPct val="100000"/>
              </a:lnSpc>
              <a:spcBef>
                <a:spcPts val="1600"/>
              </a:spcBef>
              <a:spcAft>
                <a:spcPts val="0"/>
              </a:spcAft>
              <a:buNone/>
              <a:defRPr sz="1600"/>
            </a:lvl4pPr>
            <a:lvl5pPr lvl="4" rtl="0" algn="ctr">
              <a:lnSpc>
                <a:spcPct val="100000"/>
              </a:lnSpc>
              <a:spcBef>
                <a:spcPts val="1600"/>
              </a:spcBef>
              <a:spcAft>
                <a:spcPts val="0"/>
              </a:spcAft>
              <a:buNone/>
              <a:defRPr sz="1600"/>
            </a:lvl5pPr>
            <a:lvl6pPr lvl="5" rtl="0" algn="ctr">
              <a:lnSpc>
                <a:spcPct val="100000"/>
              </a:lnSpc>
              <a:spcBef>
                <a:spcPts val="1600"/>
              </a:spcBef>
              <a:spcAft>
                <a:spcPts val="0"/>
              </a:spcAft>
              <a:buNone/>
              <a:defRPr sz="1600"/>
            </a:lvl6pPr>
            <a:lvl7pPr lvl="6" rtl="0" algn="ctr">
              <a:lnSpc>
                <a:spcPct val="100000"/>
              </a:lnSpc>
              <a:spcBef>
                <a:spcPts val="1600"/>
              </a:spcBef>
              <a:spcAft>
                <a:spcPts val="0"/>
              </a:spcAft>
              <a:buNone/>
              <a:defRPr sz="1600"/>
            </a:lvl7pPr>
            <a:lvl8pPr lvl="7" rtl="0" algn="ctr">
              <a:lnSpc>
                <a:spcPct val="100000"/>
              </a:lnSpc>
              <a:spcBef>
                <a:spcPts val="1600"/>
              </a:spcBef>
              <a:spcAft>
                <a:spcPts val="0"/>
              </a:spcAft>
              <a:buNone/>
              <a:defRPr sz="1600"/>
            </a:lvl8pPr>
            <a:lvl9pPr lvl="8" rtl="0" algn="ctr">
              <a:lnSpc>
                <a:spcPct val="100000"/>
              </a:lnSpc>
              <a:spcBef>
                <a:spcPts val="1600"/>
              </a:spcBef>
              <a:spcAft>
                <a:spcPts val="1600"/>
              </a:spcAft>
              <a:buNone/>
              <a:defRPr sz="1600"/>
            </a:lvl9pPr>
          </a:lstStyle>
          <a:p/>
        </p:txBody>
      </p:sp>
      <p:sp>
        <p:nvSpPr>
          <p:cNvPr id="237" name="Google Shape;237;p20"/>
          <p:cNvSpPr txBox="1"/>
          <p:nvPr>
            <p:ph idx="5" type="subTitle"/>
          </p:nvPr>
        </p:nvSpPr>
        <p:spPr>
          <a:xfrm>
            <a:off x="6296950" y="2684375"/>
            <a:ext cx="2127300" cy="645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a:latin typeface="Viga"/>
                <a:ea typeface="Viga"/>
                <a:cs typeface="Viga"/>
                <a:sym typeface="Viga"/>
              </a:defRPr>
            </a:lvl1pPr>
            <a:lvl2pPr lvl="1" rtl="0" algn="ctr">
              <a:lnSpc>
                <a:spcPct val="100000"/>
              </a:lnSpc>
              <a:spcBef>
                <a:spcPts val="1600"/>
              </a:spcBef>
              <a:spcAft>
                <a:spcPts val="0"/>
              </a:spcAft>
              <a:buNone/>
              <a:defRPr>
                <a:latin typeface="Viga"/>
                <a:ea typeface="Viga"/>
                <a:cs typeface="Viga"/>
                <a:sym typeface="Viga"/>
              </a:defRPr>
            </a:lvl2pPr>
            <a:lvl3pPr lvl="2" rtl="0" algn="ctr">
              <a:lnSpc>
                <a:spcPct val="100000"/>
              </a:lnSpc>
              <a:spcBef>
                <a:spcPts val="1600"/>
              </a:spcBef>
              <a:spcAft>
                <a:spcPts val="0"/>
              </a:spcAft>
              <a:buNone/>
              <a:defRPr>
                <a:latin typeface="Viga"/>
                <a:ea typeface="Viga"/>
                <a:cs typeface="Viga"/>
                <a:sym typeface="Viga"/>
              </a:defRPr>
            </a:lvl3pPr>
            <a:lvl4pPr lvl="3" rtl="0" algn="ctr">
              <a:lnSpc>
                <a:spcPct val="100000"/>
              </a:lnSpc>
              <a:spcBef>
                <a:spcPts val="1600"/>
              </a:spcBef>
              <a:spcAft>
                <a:spcPts val="0"/>
              </a:spcAft>
              <a:buNone/>
              <a:defRPr>
                <a:latin typeface="Viga"/>
                <a:ea typeface="Viga"/>
                <a:cs typeface="Viga"/>
                <a:sym typeface="Viga"/>
              </a:defRPr>
            </a:lvl4pPr>
            <a:lvl5pPr lvl="4" rtl="0" algn="ctr">
              <a:lnSpc>
                <a:spcPct val="100000"/>
              </a:lnSpc>
              <a:spcBef>
                <a:spcPts val="1600"/>
              </a:spcBef>
              <a:spcAft>
                <a:spcPts val="0"/>
              </a:spcAft>
              <a:buNone/>
              <a:defRPr>
                <a:latin typeface="Viga"/>
                <a:ea typeface="Viga"/>
                <a:cs typeface="Viga"/>
                <a:sym typeface="Viga"/>
              </a:defRPr>
            </a:lvl5pPr>
            <a:lvl6pPr lvl="5" rtl="0" algn="ctr">
              <a:lnSpc>
                <a:spcPct val="100000"/>
              </a:lnSpc>
              <a:spcBef>
                <a:spcPts val="1600"/>
              </a:spcBef>
              <a:spcAft>
                <a:spcPts val="0"/>
              </a:spcAft>
              <a:buNone/>
              <a:defRPr>
                <a:latin typeface="Viga"/>
                <a:ea typeface="Viga"/>
                <a:cs typeface="Viga"/>
                <a:sym typeface="Viga"/>
              </a:defRPr>
            </a:lvl6pPr>
            <a:lvl7pPr lvl="6" rtl="0" algn="ctr">
              <a:lnSpc>
                <a:spcPct val="100000"/>
              </a:lnSpc>
              <a:spcBef>
                <a:spcPts val="1600"/>
              </a:spcBef>
              <a:spcAft>
                <a:spcPts val="0"/>
              </a:spcAft>
              <a:buNone/>
              <a:defRPr>
                <a:latin typeface="Viga"/>
                <a:ea typeface="Viga"/>
                <a:cs typeface="Viga"/>
                <a:sym typeface="Viga"/>
              </a:defRPr>
            </a:lvl7pPr>
            <a:lvl8pPr lvl="7" rtl="0" algn="ctr">
              <a:lnSpc>
                <a:spcPct val="100000"/>
              </a:lnSpc>
              <a:spcBef>
                <a:spcPts val="1600"/>
              </a:spcBef>
              <a:spcAft>
                <a:spcPts val="0"/>
              </a:spcAft>
              <a:buNone/>
              <a:defRPr>
                <a:latin typeface="Viga"/>
                <a:ea typeface="Viga"/>
                <a:cs typeface="Viga"/>
                <a:sym typeface="Viga"/>
              </a:defRPr>
            </a:lvl8pPr>
            <a:lvl9pPr lvl="8" rtl="0" algn="ctr">
              <a:lnSpc>
                <a:spcPct val="100000"/>
              </a:lnSpc>
              <a:spcBef>
                <a:spcPts val="1600"/>
              </a:spcBef>
              <a:spcAft>
                <a:spcPts val="1600"/>
              </a:spcAft>
              <a:buNone/>
              <a:defRPr>
                <a:latin typeface="Viga"/>
                <a:ea typeface="Viga"/>
                <a:cs typeface="Viga"/>
                <a:sym typeface="Viga"/>
              </a:defRPr>
            </a:lvl9pPr>
          </a:lstStyle>
          <a:p/>
        </p:txBody>
      </p:sp>
      <p:sp>
        <p:nvSpPr>
          <p:cNvPr id="238" name="Google Shape;238;p20"/>
          <p:cNvSpPr txBox="1"/>
          <p:nvPr>
            <p:ph idx="6" type="subTitle"/>
          </p:nvPr>
        </p:nvSpPr>
        <p:spPr>
          <a:xfrm>
            <a:off x="6296950" y="3329325"/>
            <a:ext cx="2127300" cy="690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1600"/>
              </a:spcBef>
              <a:spcAft>
                <a:spcPts val="0"/>
              </a:spcAft>
              <a:buNone/>
              <a:defRPr sz="1600"/>
            </a:lvl2pPr>
            <a:lvl3pPr lvl="2" rtl="0" algn="ctr">
              <a:lnSpc>
                <a:spcPct val="100000"/>
              </a:lnSpc>
              <a:spcBef>
                <a:spcPts val="1600"/>
              </a:spcBef>
              <a:spcAft>
                <a:spcPts val="0"/>
              </a:spcAft>
              <a:buNone/>
              <a:defRPr sz="1600"/>
            </a:lvl3pPr>
            <a:lvl4pPr lvl="3" rtl="0" algn="ctr">
              <a:lnSpc>
                <a:spcPct val="100000"/>
              </a:lnSpc>
              <a:spcBef>
                <a:spcPts val="1600"/>
              </a:spcBef>
              <a:spcAft>
                <a:spcPts val="0"/>
              </a:spcAft>
              <a:buNone/>
              <a:defRPr sz="1600"/>
            </a:lvl4pPr>
            <a:lvl5pPr lvl="4" rtl="0" algn="ctr">
              <a:lnSpc>
                <a:spcPct val="100000"/>
              </a:lnSpc>
              <a:spcBef>
                <a:spcPts val="1600"/>
              </a:spcBef>
              <a:spcAft>
                <a:spcPts val="0"/>
              </a:spcAft>
              <a:buNone/>
              <a:defRPr sz="1600"/>
            </a:lvl5pPr>
            <a:lvl6pPr lvl="5" rtl="0" algn="ctr">
              <a:lnSpc>
                <a:spcPct val="100000"/>
              </a:lnSpc>
              <a:spcBef>
                <a:spcPts val="1600"/>
              </a:spcBef>
              <a:spcAft>
                <a:spcPts val="0"/>
              </a:spcAft>
              <a:buNone/>
              <a:defRPr sz="1600"/>
            </a:lvl6pPr>
            <a:lvl7pPr lvl="6" rtl="0" algn="ctr">
              <a:lnSpc>
                <a:spcPct val="100000"/>
              </a:lnSpc>
              <a:spcBef>
                <a:spcPts val="1600"/>
              </a:spcBef>
              <a:spcAft>
                <a:spcPts val="0"/>
              </a:spcAft>
              <a:buNone/>
              <a:defRPr sz="1600"/>
            </a:lvl7pPr>
            <a:lvl8pPr lvl="7" rtl="0" algn="ctr">
              <a:lnSpc>
                <a:spcPct val="100000"/>
              </a:lnSpc>
              <a:spcBef>
                <a:spcPts val="1600"/>
              </a:spcBef>
              <a:spcAft>
                <a:spcPts val="0"/>
              </a:spcAft>
              <a:buNone/>
              <a:defRPr sz="1600"/>
            </a:lvl8pPr>
            <a:lvl9pPr lvl="8" rtl="0" algn="ctr">
              <a:lnSpc>
                <a:spcPct val="100000"/>
              </a:lnSpc>
              <a:spcBef>
                <a:spcPts val="1600"/>
              </a:spcBef>
              <a:spcAft>
                <a:spcPts val="1600"/>
              </a:spcAft>
              <a:buNone/>
              <a:defRPr sz="16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two columns">
  <p:cSld name="TITLE_AND_TWO_COLUMNS_1">
    <p:spTree>
      <p:nvGrpSpPr>
        <p:cNvPr id="239" name="Shape 239"/>
        <p:cNvGrpSpPr/>
        <p:nvPr/>
      </p:nvGrpSpPr>
      <p:grpSpPr>
        <a:xfrm>
          <a:off x="0" y="0"/>
          <a:ext cx="0" cy="0"/>
          <a:chOff x="0" y="0"/>
          <a:chExt cx="0" cy="0"/>
        </a:xfrm>
      </p:grpSpPr>
      <p:sp>
        <p:nvSpPr>
          <p:cNvPr id="240" name="Google Shape;240;p21"/>
          <p:cNvSpPr/>
          <p:nvPr/>
        </p:nvSpPr>
        <p:spPr>
          <a:xfrm rot="-8099989">
            <a:off x="-3396058" y="-5402985"/>
            <a:ext cx="10466648" cy="11526058"/>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rgbClr val="3938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 name="Google Shape;241;p21"/>
          <p:cNvGrpSpPr/>
          <p:nvPr/>
        </p:nvGrpSpPr>
        <p:grpSpPr>
          <a:xfrm>
            <a:off x="311700" y="260400"/>
            <a:ext cx="8647963" cy="4631326"/>
            <a:chOff x="311700" y="260400"/>
            <a:chExt cx="8647963" cy="4631326"/>
          </a:xfrm>
        </p:grpSpPr>
        <p:sp>
          <p:nvSpPr>
            <p:cNvPr id="242" name="Google Shape;242;p21"/>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1"/>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1"/>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1"/>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1"/>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 name="Google Shape;247;p21"/>
          <p:cNvSpPr txBox="1"/>
          <p:nvPr>
            <p:ph type="ctrTitle"/>
          </p:nvPr>
        </p:nvSpPr>
        <p:spPr>
          <a:xfrm>
            <a:off x="1268650" y="2603400"/>
            <a:ext cx="2430900" cy="691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Font typeface="Fira Sans Condensed Medium"/>
              <a:buNone/>
              <a:defRPr sz="1800"/>
            </a:lvl1pPr>
            <a:lvl2pPr lvl="1"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2pPr>
            <a:lvl3pPr lvl="2"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3pPr>
            <a:lvl4pPr lvl="3"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4pPr>
            <a:lvl5pPr lvl="4"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5pPr>
            <a:lvl6pPr lvl="5"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6pPr>
            <a:lvl7pPr lvl="6"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7pPr>
            <a:lvl8pPr lvl="7"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8pPr>
            <a:lvl9pPr lvl="8"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9pPr>
          </a:lstStyle>
          <a:p/>
        </p:txBody>
      </p:sp>
      <p:sp>
        <p:nvSpPr>
          <p:cNvPr id="248" name="Google Shape;248;p21"/>
          <p:cNvSpPr txBox="1"/>
          <p:nvPr>
            <p:ph idx="1" type="subTitle"/>
          </p:nvPr>
        </p:nvSpPr>
        <p:spPr>
          <a:xfrm>
            <a:off x="1268667" y="3251100"/>
            <a:ext cx="2430900" cy="107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6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49" name="Google Shape;249;p21"/>
          <p:cNvSpPr txBox="1"/>
          <p:nvPr>
            <p:ph idx="2" type="title"/>
          </p:nvPr>
        </p:nvSpPr>
        <p:spPr>
          <a:xfrm>
            <a:off x="720000" y="394684"/>
            <a:ext cx="7703700" cy="564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50" name="Google Shape;250;p21"/>
          <p:cNvSpPr txBox="1"/>
          <p:nvPr>
            <p:ph idx="3" type="ctrTitle"/>
          </p:nvPr>
        </p:nvSpPr>
        <p:spPr>
          <a:xfrm>
            <a:off x="5314650" y="2603400"/>
            <a:ext cx="2430900" cy="691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Font typeface="Fira Sans Condensed Medium"/>
              <a:buNone/>
              <a:defRPr sz="1800"/>
            </a:lvl1pPr>
            <a:lvl2pPr lvl="1"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2pPr>
            <a:lvl3pPr lvl="2"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3pPr>
            <a:lvl4pPr lvl="3"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4pPr>
            <a:lvl5pPr lvl="4"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5pPr>
            <a:lvl6pPr lvl="5"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6pPr>
            <a:lvl7pPr lvl="6"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7pPr>
            <a:lvl8pPr lvl="7"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8pPr>
            <a:lvl9pPr lvl="8"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9pPr>
          </a:lstStyle>
          <a:p/>
        </p:txBody>
      </p:sp>
      <p:sp>
        <p:nvSpPr>
          <p:cNvPr id="251" name="Google Shape;251;p21"/>
          <p:cNvSpPr txBox="1"/>
          <p:nvPr>
            <p:ph idx="4" type="subTitle"/>
          </p:nvPr>
        </p:nvSpPr>
        <p:spPr>
          <a:xfrm>
            <a:off x="5314667" y="3251100"/>
            <a:ext cx="2430900" cy="107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6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anks">
  <p:cSld name="TITLE_1">
    <p:spTree>
      <p:nvGrpSpPr>
        <p:cNvPr id="252" name="Shape 252"/>
        <p:cNvGrpSpPr/>
        <p:nvPr/>
      </p:nvGrpSpPr>
      <p:grpSpPr>
        <a:xfrm>
          <a:off x="0" y="0"/>
          <a:ext cx="0" cy="0"/>
          <a:chOff x="0" y="0"/>
          <a:chExt cx="0" cy="0"/>
        </a:xfrm>
      </p:grpSpPr>
      <p:sp>
        <p:nvSpPr>
          <p:cNvPr id="253" name="Google Shape;253;p22"/>
          <p:cNvSpPr/>
          <p:nvPr/>
        </p:nvSpPr>
        <p:spPr>
          <a:xfrm rot="-8099989">
            <a:off x="-3396058" y="-5402985"/>
            <a:ext cx="10466648" cy="11526058"/>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rgbClr val="3938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2"/>
          <p:cNvSpPr txBox="1"/>
          <p:nvPr>
            <p:ph type="ctrTitle"/>
          </p:nvPr>
        </p:nvSpPr>
        <p:spPr>
          <a:xfrm>
            <a:off x="720000" y="438022"/>
            <a:ext cx="6753900" cy="9510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6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55" name="Google Shape;255;p22"/>
          <p:cNvSpPr txBox="1"/>
          <p:nvPr>
            <p:ph idx="1" type="subTitle"/>
          </p:nvPr>
        </p:nvSpPr>
        <p:spPr>
          <a:xfrm>
            <a:off x="720000" y="1983350"/>
            <a:ext cx="4899600" cy="1746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56" name="Google Shape;256;p22"/>
          <p:cNvSpPr txBox="1"/>
          <p:nvPr/>
        </p:nvSpPr>
        <p:spPr>
          <a:xfrm>
            <a:off x="720000" y="3752475"/>
            <a:ext cx="4837500" cy="537600"/>
          </a:xfrm>
          <a:prstGeom prst="rect">
            <a:avLst/>
          </a:prstGeom>
          <a:noFill/>
          <a:ln>
            <a:noFill/>
          </a:ln>
        </p:spPr>
        <p:txBody>
          <a:bodyPr anchorCtr="0" anchor="t" bIns="91425" lIns="91425" spcFirstLastPara="1" rIns="91425" wrap="square" tIns="0">
            <a:noAutofit/>
          </a:bodyPr>
          <a:lstStyle/>
          <a:p>
            <a:pPr indent="0" lvl="0" marL="0" rtl="0" algn="l">
              <a:lnSpc>
                <a:spcPct val="100000"/>
              </a:lnSpc>
              <a:spcBef>
                <a:spcPts val="300"/>
              </a:spcBef>
              <a:spcAft>
                <a:spcPts val="0"/>
              </a:spcAft>
              <a:buNone/>
            </a:pPr>
            <a:r>
              <a:rPr b="1" lang="en" sz="1200">
                <a:solidFill>
                  <a:schemeClr val="dk1"/>
                </a:solidFill>
                <a:latin typeface="Barlow"/>
                <a:ea typeface="Barlow"/>
                <a:cs typeface="Barlow"/>
                <a:sym typeface="Barlow"/>
              </a:rPr>
              <a:t>CREDITS</a:t>
            </a:r>
            <a:r>
              <a:rPr lang="en" sz="1200">
                <a:solidFill>
                  <a:schemeClr val="dk1"/>
                </a:solidFill>
                <a:latin typeface="Barlow"/>
                <a:ea typeface="Barlow"/>
                <a:cs typeface="Barlow"/>
                <a:sym typeface="Barlow"/>
              </a:rPr>
              <a:t>: This presentation template was created by </a:t>
            </a:r>
            <a:r>
              <a:rPr b="1" lang="en" sz="1200">
                <a:solidFill>
                  <a:schemeClr val="dk1"/>
                </a:solidFill>
                <a:uFill>
                  <a:noFill/>
                </a:uFill>
                <a:latin typeface="Barlow"/>
                <a:ea typeface="Barlow"/>
                <a:cs typeface="Barlow"/>
                <a:sym typeface="Barlow"/>
                <a:hlinkClick r:id="rId2"/>
              </a:rPr>
              <a:t>Slidesgo</a:t>
            </a:r>
            <a:r>
              <a:rPr lang="en" sz="1200">
                <a:solidFill>
                  <a:schemeClr val="dk1"/>
                </a:solidFill>
                <a:latin typeface="Barlow"/>
                <a:ea typeface="Barlow"/>
                <a:cs typeface="Barlow"/>
                <a:sym typeface="Barlow"/>
              </a:rPr>
              <a:t>, including icons by </a:t>
            </a:r>
            <a:r>
              <a:rPr b="1" lang="en" sz="1200">
                <a:solidFill>
                  <a:schemeClr val="dk1"/>
                </a:solidFill>
                <a:uFill>
                  <a:noFill/>
                </a:uFill>
                <a:latin typeface="Barlow"/>
                <a:ea typeface="Barlow"/>
                <a:cs typeface="Barlow"/>
                <a:sym typeface="Barlow"/>
                <a:hlinkClick r:id="rId3"/>
              </a:rPr>
              <a:t>Flaticon</a:t>
            </a:r>
            <a:r>
              <a:rPr lang="en" sz="1200">
                <a:solidFill>
                  <a:schemeClr val="dk1"/>
                </a:solidFill>
                <a:latin typeface="Barlow"/>
                <a:ea typeface="Barlow"/>
                <a:cs typeface="Barlow"/>
                <a:sym typeface="Barlow"/>
              </a:rPr>
              <a:t>, and infographics &amp; images by </a:t>
            </a:r>
            <a:r>
              <a:rPr b="1" lang="en" sz="1200">
                <a:solidFill>
                  <a:schemeClr val="dk1"/>
                </a:solidFill>
                <a:uFill>
                  <a:noFill/>
                </a:uFill>
                <a:latin typeface="Barlow"/>
                <a:ea typeface="Barlow"/>
                <a:cs typeface="Barlow"/>
                <a:sym typeface="Barlow"/>
                <a:hlinkClick r:id="rId4"/>
              </a:rPr>
              <a:t>Freepik</a:t>
            </a:r>
            <a:r>
              <a:rPr lang="en" sz="1200">
                <a:solidFill>
                  <a:schemeClr val="dk1"/>
                </a:solidFill>
                <a:latin typeface="Barlow"/>
                <a:ea typeface="Barlow"/>
                <a:cs typeface="Barlow"/>
                <a:sym typeface="Barlow"/>
              </a:rPr>
              <a:t> and illustrations by </a:t>
            </a:r>
            <a:r>
              <a:rPr b="1" lang="en" sz="1200">
                <a:solidFill>
                  <a:schemeClr val="dk1"/>
                </a:solidFill>
                <a:latin typeface="Barlow"/>
                <a:ea typeface="Barlow"/>
                <a:cs typeface="Barlow"/>
                <a:sym typeface="Barlow"/>
              </a:rPr>
              <a:t>Stories.</a:t>
            </a:r>
            <a:endParaRPr b="1" sz="1200">
              <a:solidFill>
                <a:schemeClr val="dk1"/>
              </a:solidFill>
              <a:latin typeface="Barlow"/>
              <a:ea typeface="Barlow"/>
              <a:cs typeface="Barlow"/>
              <a:sym typeface="Barlow"/>
            </a:endParaRPr>
          </a:p>
        </p:txBody>
      </p:sp>
      <p:grpSp>
        <p:nvGrpSpPr>
          <p:cNvPr id="257" name="Google Shape;257;p22"/>
          <p:cNvGrpSpPr/>
          <p:nvPr/>
        </p:nvGrpSpPr>
        <p:grpSpPr>
          <a:xfrm>
            <a:off x="311700" y="260400"/>
            <a:ext cx="8647963" cy="4631326"/>
            <a:chOff x="311700" y="260400"/>
            <a:chExt cx="8647963" cy="4631326"/>
          </a:xfrm>
        </p:grpSpPr>
        <p:sp>
          <p:nvSpPr>
            <p:cNvPr id="258" name="Google Shape;258;p22"/>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2"/>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2"/>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2"/>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2"/>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 name="Google Shape;263;p22"/>
          <p:cNvSpPr/>
          <p:nvPr/>
        </p:nvSpPr>
        <p:spPr>
          <a:xfrm rot="-1166107">
            <a:off x="6382876" y="2658478"/>
            <a:ext cx="383961" cy="396345"/>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ackground">
  <p:cSld name="TITLE_1_1">
    <p:spTree>
      <p:nvGrpSpPr>
        <p:cNvPr id="264" name="Shape 264"/>
        <p:cNvGrpSpPr/>
        <p:nvPr/>
      </p:nvGrpSpPr>
      <p:grpSpPr>
        <a:xfrm>
          <a:off x="0" y="0"/>
          <a:ext cx="0" cy="0"/>
          <a:chOff x="0" y="0"/>
          <a:chExt cx="0" cy="0"/>
        </a:xfrm>
      </p:grpSpPr>
      <p:sp>
        <p:nvSpPr>
          <p:cNvPr id="265" name="Google Shape;265;p23"/>
          <p:cNvSpPr/>
          <p:nvPr/>
        </p:nvSpPr>
        <p:spPr>
          <a:xfrm rot="-8099989">
            <a:off x="-3396058" y="-5402985"/>
            <a:ext cx="10466648" cy="11526058"/>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rgbClr val="3938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 name="Google Shape;266;p23"/>
          <p:cNvGrpSpPr/>
          <p:nvPr/>
        </p:nvGrpSpPr>
        <p:grpSpPr>
          <a:xfrm>
            <a:off x="311700" y="260400"/>
            <a:ext cx="8647963" cy="4631326"/>
            <a:chOff x="311700" y="260400"/>
            <a:chExt cx="8647963" cy="4631326"/>
          </a:xfrm>
        </p:grpSpPr>
        <p:sp>
          <p:nvSpPr>
            <p:cNvPr id="267" name="Google Shape;267;p23"/>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3"/>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3"/>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3"/>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3"/>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ackground 1">
  <p:cSld name="TITLE_1_1_1">
    <p:spTree>
      <p:nvGrpSpPr>
        <p:cNvPr id="272" name="Shape 272"/>
        <p:cNvGrpSpPr/>
        <p:nvPr/>
      </p:nvGrpSpPr>
      <p:grpSpPr>
        <a:xfrm>
          <a:off x="0" y="0"/>
          <a:ext cx="0" cy="0"/>
          <a:chOff x="0" y="0"/>
          <a:chExt cx="0" cy="0"/>
        </a:xfrm>
      </p:grpSpPr>
      <p:grpSp>
        <p:nvGrpSpPr>
          <p:cNvPr id="273" name="Google Shape;273;p24"/>
          <p:cNvGrpSpPr/>
          <p:nvPr/>
        </p:nvGrpSpPr>
        <p:grpSpPr>
          <a:xfrm>
            <a:off x="311700" y="260400"/>
            <a:ext cx="8647963" cy="4631326"/>
            <a:chOff x="311700" y="260400"/>
            <a:chExt cx="8647963" cy="4631326"/>
          </a:xfrm>
        </p:grpSpPr>
        <p:sp>
          <p:nvSpPr>
            <p:cNvPr id="274" name="Google Shape;274;p24"/>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4"/>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4"/>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4"/>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4"/>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ackground 2">
  <p:cSld name="TITLE_1_1_1_1">
    <p:spTree>
      <p:nvGrpSpPr>
        <p:cNvPr id="279" name="Shape 279"/>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type="blank">
  <p:cSld name="BLANK">
    <p:spTree>
      <p:nvGrpSpPr>
        <p:cNvPr id="283" name="Shape 28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Viga"/>
              <a:buNone/>
              <a:defRPr sz="2800">
                <a:solidFill>
                  <a:schemeClr val="dk1"/>
                </a:solidFill>
                <a:latin typeface="Viga"/>
                <a:ea typeface="Viga"/>
                <a:cs typeface="Viga"/>
                <a:sym typeface="Viga"/>
              </a:defRPr>
            </a:lvl1pPr>
            <a:lvl2pPr lvl="1">
              <a:spcBef>
                <a:spcPts val="0"/>
              </a:spcBef>
              <a:spcAft>
                <a:spcPts val="0"/>
              </a:spcAft>
              <a:buClr>
                <a:schemeClr val="dk1"/>
              </a:buClr>
              <a:buSzPts val="2800"/>
              <a:buFont typeface="Viga"/>
              <a:buNone/>
              <a:defRPr sz="2800">
                <a:solidFill>
                  <a:schemeClr val="dk1"/>
                </a:solidFill>
                <a:latin typeface="Viga"/>
                <a:ea typeface="Viga"/>
                <a:cs typeface="Viga"/>
                <a:sym typeface="Viga"/>
              </a:defRPr>
            </a:lvl2pPr>
            <a:lvl3pPr lvl="2">
              <a:spcBef>
                <a:spcPts val="0"/>
              </a:spcBef>
              <a:spcAft>
                <a:spcPts val="0"/>
              </a:spcAft>
              <a:buClr>
                <a:schemeClr val="dk1"/>
              </a:buClr>
              <a:buSzPts val="2800"/>
              <a:buFont typeface="Viga"/>
              <a:buNone/>
              <a:defRPr sz="2800">
                <a:solidFill>
                  <a:schemeClr val="dk1"/>
                </a:solidFill>
                <a:latin typeface="Viga"/>
                <a:ea typeface="Viga"/>
                <a:cs typeface="Viga"/>
                <a:sym typeface="Viga"/>
              </a:defRPr>
            </a:lvl3pPr>
            <a:lvl4pPr lvl="3">
              <a:spcBef>
                <a:spcPts val="0"/>
              </a:spcBef>
              <a:spcAft>
                <a:spcPts val="0"/>
              </a:spcAft>
              <a:buClr>
                <a:schemeClr val="dk1"/>
              </a:buClr>
              <a:buSzPts val="2800"/>
              <a:buFont typeface="Viga"/>
              <a:buNone/>
              <a:defRPr sz="2800">
                <a:solidFill>
                  <a:schemeClr val="dk1"/>
                </a:solidFill>
                <a:latin typeface="Viga"/>
                <a:ea typeface="Viga"/>
                <a:cs typeface="Viga"/>
                <a:sym typeface="Viga"/>
              </a:defRPr>
            </a:lvl4pPr>
            <a:lvl5pPr lvl="4">
              <a:spcBef>
                <a:spcPts val="0"/>
              </a:spcBef>
              <a:spcAft>
                <a:spcPts val="0"/>
              </a:spcAft>
              <a:buClr>
                <a:schemeClr val="dk1"/>
              </a:buClr>
              <a:buSzPts val="2800"/>
              <a:buFont typeface="Viga"/>
              <a:buNone/>
              <a:defRPr sz="2800">
                <a:solidFill>
                  <a:schemeClr val="dk1"/>
                </a:solidFill>
                <a:latin typeface="Viga"/>
                <a:ea typeface="Viga"/>
                <a:cs typeface="Viga"/>
                <a:sym typeface="Viga"/>
              </a:defRPr>
            </a:lvl5pPr>
            <a:lvl6pPr lvl="5">
              <a:spcBef>
                <a:spcPts val="0"/>
              </a:spcBef>
              <a:spcAft>
                <a:spcPts val="0"/>
              </a:spcAft>
              <a:buClr>
                <a:schemeClr val="dk1"/>
              </a:buClr>
              <a:buSzPts val="2800"/>
              <a:buFont typeface="Viga"/>
              <a:buNone/>
              <a:defRPr sz="2800">
                <a:solidFill>
                  <a:schemeClr val="dk1"/>
                </a:solidFill>
                <a:latin typeface="Viga"/>
                <a:ea typeface="Viga"/>
                <a:cs typeface="Viga"/>
                <a:sym typeface="Viga"/>
              </a:defRPr>
            </a:lvl6pPr>
            <a:lvl7pPr lvl="6">
              <a:spcBef>
                <a:spcPts val="0"/>
              </a:spcBef>
              <a:spcAft>
                <a:spcPts val="0"/>
              </a:spcAft>
              <a:buClr>
                <a:schemeClr val="dk1"/>
              </a:buClr>
              <a:buSzPts val="2800"/>
              <a:buFont typeface="Viga"/>
              <a:buNone/>
              <a:defRPr sz="2800">
                <a:solidFill>
                  <a:schemeClr val="dk1"/>
                </a:solidFill>
                <a:latin typeface="Viga"/>
                <a:ea typeface="Viga"/>
                <a:cs typeface="Viga"/>
                <a:sym typeface="Viga"/>
              </a:defRPr>
            </a:lvl7pPr>
            <a:lvl8pPr lvl="7">
              <a:spcBef>
                <a:spcPts val="0"/>
              </a:spcBef>
              <a:spcAft>
                <a:spcPts val="0"/>
              </a:spcAft>
              <a:buClr>
                <a:schemeClr val="dk1"/>
              </a:buClr>
              <a:buSzPts val="2800"/>
              <a:buFont typeface="Viga"/>
              <a:buNone/>
              <a:defRPr sz="2800">
                <a:solidFill>
                  <a:schemeClr val="dk1"/>
                </a:solidFill>
                <a:latin typeface="Viga"/>
                <a:ea typeface="Viga"/>
                <a:cs typeface="Viga"/>
                <a:sym typeface="Viga"/>
              </a:defRPr>
            </a:lvl8pPr>
            <a:lvl9pPr lvl="8">
              <a:spcBef>
                <a:spcPts val="0"/>
              </a:spcBef>
              <a:spcAft>
                <a:spcPts val="0"/>
              </a:spcAft>
              <a:buClr>
                <a:schemeClr val="dk1"/>
              </a:buClr>
              <a:buSzPts val="2800"/>
              <a:buFont typeface="Viga"/>
              <a:buNone/>
              <a:defRPr sz="2800">
                <a:solidFill>
                  <a:schemeClr val="dk1"/>
                </a:solidFill>
                <a:latin typeface="Viga"/>
                <a:ea typeface="Viga"/>
                <a:cs typeface="Viga"/>
                <a:sym typeface="Viga"/>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Barlow Light"/>
              <a:buChar char="●"/>
              <a:defRPr sz="1800">
                <a:solidFill>
                  <a:schemeClr val="dk1"/>
                </a:solidFill>
                <a:latin typeface="Barlow Light"/>
                <a:ea typeface="Barlow Light"/>
                <a:cs typeface="Barlow Light"/>
                <a:sym typeface="Barlow Light"/>
              </a:defRPr>
            </a:lvl1pPr>
            <a:lvl2pPr indent="-317500" lvl="1" marL="914400">
              <a:lnSpc>
                <a:spcPct val="115000"/>
              </a:lnSpc>
              <a:spcBef>
                <a:spcPts val="1600"/>
              </a:spcBef>
              <a:spcAft>
                <a:spcPts val="0"/>
              </a:spcAft>
              <a:buClr>
                <a:schemeClr val="dk1"/>
              </a:buClr>
              <a:buSzPts val="1400"/>
              <a:buFont typeface="Barlow Light"/>
              <a:buChar char="○"/>
              <a:defRPr>
                <a:solidFill>
                  <a:schemeClr val="dk1"/>
                </a:solidFill>
                <a:latin typeface="Barlow Light"/>
                <a:ea typeface="Barlow Light"/>
                <a:cs typeface="Barlow Light"/>
                <a:sym typeface="Barlow Light"/>
              </a:defRPr>
            </a:lvl2pPr>
            <a:lvl3pPr indent="-317500" lvl="2" marL="1371600">
              <a:lnSpc>
                <a:spcPct val="115000"/>
              </a:lnSpc>
              <a:spcBef>
                <a:spcPts val="1600"/>
              </a:spcBef>
              <a:spcAft>
                <a:spcPts val="0"/>
              </a:spcAft>
              <a:buClr>
                <a:schemeClr val="dk1"/>
              </a:buClr>
              <a:buSzPts val="1400"/>
              <a:buFont typeface="Barlow Light"/>
              <a:buChar char="■"/>
              <a:defRPr>
                <a:solidFill>
                  <a:schemeClr val="dk1"/>
                </a:solidFill>
                <a:latin typeface="Barlow Light"/>
                <a:ea typeface="Barlow Light"/>
                <a:cs typeface="Barlow Light"/>
                <a:sym typeface="Barlow Light"/>
              </a:defRPr>
            </a:lvl3pPr>
            <a:lvl4pPr indent="-317500" lvl="3" marL="1828800">
              <a:lnSpc>
                <a:spcPct val="115000"/>
              </a:lnSpc>
              <a:spcBef>
                <a:spcPts val="1600"/>
              </a:spcBef>
              <a:spcAft>
                <a:spcPts val="0"/>
              </a:spcAft>
              <a:buClr>
                <a:schemeClr val="dk1"/>
              </a:buClr>
              <a:buSzPts val="1400"/>
              <a:buFont typeface="Barlow Light"/>
              <a:buChar char="●"/>
              <a:defRPr>
                <a:solidFill>
                  <a:schemeClr val="dk1"/>
                </a:solidFill>
                <a:latin typeface="Barlow Light"/>
                <a:ea typeface="Barlow Light"/>
                <a:cs typeface="Barlow Light"/>
                <a:sym typeface="Barlow Light"/>
              </a:defRPr>
            </a:lvl4pPr>
            <a:lvl5pPr indent="-317500" lvl="4" marL="2286000">
              <a:lnSpc>
                <a:spcPct val="115000"/>
              </a:lnSpc>
              <a:spcBef>
                <a:spcPts val="1600"/>
              </a:spcBef>
              <a:spcAft>
                <a:spcPts val="0"/>
              </a:spcAft>
              <a:buClr>
                <a:schemeClr val="dk1"/>
              </a:buClr>
              <a:buSzPts val="1400"/>
              <a:buFont typeface="Barlow Light"/>
              <a:buChar char="○"/>
              <a:defRPr>
                <a:solidFill>
                  <a:schemeClr val="dk1"/>
                </a:solidFill>
                <a:latin typeface="Barlow Light"/>
                <a:ea typeface="Barlow Light"/>
                <a:cs typeface="Barlow Light"/>
                <a:sym typeface="Barlow Light"/>
              </a:defRPr>
            </a:lvl5pPr>
            <a:lvl6pPr indent="-317500" lvl="5" marL="2743200">
              <a:lnSpc>
                <a:spcPct val="115000"/>
              </a:lnSpc>
              <a:spcBef>
                <a:spcPts val="1600"/>
              </a:spcBef>
              <a:spcAft>
                <a:spcPts val="0"/>
              </a:spcAft>
              <a:buClr>
                <a:schemeClr val="dk1"/>
              </a:buClr>
              <a:buSzPts val="1400"/>
              <a:buFont typeface="Barlow Light"/>
              <a:buChar char="■"/>
              <a:defRPr>
                <a:solidFill>
                  <a:schemeClr val="dk1"/>
                </a:solidFill>
                <a:latin typeface="Barlow Light"/>
                <a:ea typeface="Barlow Light"/>
                <a:cs typeface="Barlow Light"/>
                <a:sym typeface="Barlow Light"/>
              </a:defRPr>
            </a:lvl6pPr>
            <a:lvl7pPr indent="-317500" lvl="6" marL="3200400">
              <a:lnSpc>
                <a:spcPct val="115000"/>
              </a:lnSpc>
              <a:spcBef>
                <a:spcPts val="1600"/>
              </a:spcBef>
              <a:spcAft>
                <a:spcPts val="0"/>
              </a:spcAft>
              <a:buClr>
                <a:schemeClr val="dk1"/>
              </a:buClr>
              <a:buSzPts val="1400"/>
              <a:buFont typeface="Barlow Light"/>
              <a:buChar char="●"/>
              <a:defRPr>
                <a:solidFill>
                  <a:schemeClr val="dk1"/>
                </a:solidFill>
                <a:latin typeface="Barlow Light"/>
                <a:ea typeface="Barlow Light"/>
                <a:cs typeface="Barlow Light"/>
                <a:sym typeface="Barlow Light"/>
              </a:defRPr>
            </a:lvl7pPr>
            <a:lvl8pPr indent="-317500" lvl="7" marL="3657600">
              <a:lnSpc>
                <a:spcPct val="115000"/>
              </a:lnSpc>
              <a:spcBef>
                <a:spcPts val="1600"/>
              </a:spcBef>
              <a:spcAft>
                <a:spcPts val="0"/>
              </a:spcAft>
              <a:buClr>
                <a:schemeClr val="dk1"/>
              </a:buClr>
              <a:buSzPts val="1400"/>
              <a:buFont typeface="Barlow Light"/>
              <a:buChar char="○"/>
              <a:defRPr>
                <a:solidFill>
                  <a:schemeClr val="dk1"/>
                </a:solidFill>
                <a:latin typeface="Barlow Light"/>
                <a:ea typeface="Barlow Light"/>
                <a:cs typeface="Barlow Light"/>
                <a:sym typeface="Barlow Light"/>
              </a:defRPr>
            </a:lvl8pPr>
            <a:lvl9pPr indent="-317500" lvl="8" marL="4114800">
              <a:lnSpc>
                <a:spcPct val="115000"/>
              </a:lnSpc>
              <a:spcBef>
                <a:spcPts val="1600"/>
              </a:spcBef>
              <a:spcAft>
                <a:spcPts val="1600"/>
              </a:spcAft>
              <a:buClr>
                <a:schemeClr val="dk1"/>
              </a:buClr>
              <a:buSzPts val="1400"/>
              <a:buFont typeface="Barlow Light"/>
              <a:buChar char="■"/>
              <a:defRPr>
                <a:solidFill>
                  <a:schemeClr val="dk1"/>
                </a:solidFill>
                <a:latin typeface="Barlow Light"/>
                <a:ea typeface="Barlow Light"/>
                <a:cs typeface="Barlow Light"/>
                <a:sym typeface="Barlow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solidFill>
          <a:srgbClr val="0E2A47"/>
        </a:solidFill>
      </p:bgPr>
    </p:bg>
    <p:spTree>
      <p:nvGrpSpPr>
        <p:cNvPr id="280" name="Shape 280"/>
        <p:cNvGrpSpPr/>
        <p:nvPr/>
      </p:nvGrpSpPr>
      <p:grpSpPr>
        <a:xfrm>
          <a:off x="0" y="0"/>
          <a:ext cx="0" cy="0"/>
          <a:chOff x="0" y="0"/>
          <a:chExt cx="0" cy="0"/>
        </a:xfrm>
      </p:grpSpPr>
      <p:sp>
        <p:nvSpPr>
          <p:cNvPr id="281" name="Google Shape;281;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82" name="Google Shape;282;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slide" Target="/ppt/slides/slide28.xml"/><Relationship Id="rId7" Type="http://schemas.openxmlformats.org/officeDocument/2006/relationships/slide" Target="/ppt/slides/slide28.xml"/><Relationship Id="rId8" Type="http://schemas.openxmlformats.org/officeDocument/2006/relationships/slide" Target="/ppt/slides/slide27.xml"/><Relationship Id="rId11" Type="http://schemas.openxmlformats.org/officeDocument/2006/relationships/slide" Target="/ppt/slides/slide31.xml"/><Relationship Id="rId10" Type="http://schemas.openxmlformats.org/officeDocument/2006/relationships/slide" Target="/ppt/slides/slide30.xml"/><Relationship Id="rId13" Type="http://schemas.openxmlformats.org/officeDocument/2006/relationships/slide" Target="/ppt/slides/slide32.xml"/><Relationship Id="rId12" Type="http://schemas.openxmlformats.org/officeDocument/2006/relationships/slide" Target="/ppt/slides/slide31.xml"/><Relationship Id="rId15" Type="http://schemas.openxmlformats.org/officeDocument/2006/relationships/slide" Target="/ppt/slides/slide33.xml"/><Relationship Id="rId14"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7" Type="http://schemas.openxmlformats.org/officeDocument/2006/relationships/slide" Target="/ppt/slides/slide39.xml"/><Relationship Id="rId16" Type="http://schemas.openxmlformats.org/officeDocument/2006/relationships/slide" Target="/ppt/slides/slide33.xml"/><Relationship Id="rId18" Type="http://schemas.openxmlformats.org/officeDocument/2006/relationships/slide" Target="/ppt/slides/slide3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 Id="rId3" Type="http://schemas.openxmlformats.org/officeDocument/2006/relationships/image" Target="../media/image1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7.xml"/><Relationship Id="rId3" Type="http://schemas.openxmlformats.org/officeDocument/2006/relationships/image" Target="../media/image14.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 Id="rId3" Type="http://schemas.openxmlformats.org/officeDocument/2006/relationships/image" Target="../media/image17.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13.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 Id="rId3" Type="http://schemas.openxmlformats.org/officeDocument/2006/relationships/hyperlink" Target="https://docs.google.com/spreadsheets/d/10uUfg8GNJpVazwxtvAArOkUR61zAjgsqhbU2Bvi377U/copy" TargetMode="External"/><Relationship Id="rId4"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image" Target="../media/image16.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5.xml"/><Relationship Id="rId3" Type="http://schemas.openxmlformats.org/officeDocument/2006/relationships/image" Target="../media/image10.png"/><Relationship Id="rId4" Type="http://schemas.openxmlformats.org/officeDocument/2006/relationships/image" Target="../media/image11.png"/><Relationship Id="rId5" Type="http://schemas.openxmlformats.org/officeDocument/2006/relationships/image" Target="../media/image18.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hyperlink" Target="https://docs.google.com/spreadsheets/d/10uUfg8GNJpVazwxtvAArOkUR61zAjgsqhbU2Bvi377U/copy" TargetMode="External"/><Relationship Id="rId4" Type="http://schemas.openxmlformats.org/officeDocument/2006/relationships/image" Target="../media/image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 Id="rId3" Type="http://schemas.openxmlformats.org/officeDocument/2006/relationships/image" Target="../media/image3.jpg"/><Relationship Id="rId4" Type="http://schemas.openxmlformats.org/officeDocument/2006/relationships/image" Target="../media/image4.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xml"/><Relationship Id="rId3" Type="http://schemas.openxmlformats.org/officeDocument/2006/relationships/hyperlink" Target="https://www.freepik.com/free-photo/senior-woman-with-medical-problems_7794973.htm#page=1&amp;query=stomach&amp;position=2/?utm_source=slidesgo_template&amp;utm_medium=referral-link&amp;utm_campaign=sg_resources&amp;utm_content=freepik" TargetMode="External"/><Relationship Id="rId4" Type="http://schemas.openxmlformats.org/officeDocument/2006/relationships/hyperlink" Target="https://www.freepik.com/free-photo/male-suffering-from-stomachache_3134584.htm#page=3&amp;query=stomach&amp;position=3/?utm_source=slidesgo_template&amp;utm_medium=referral-link&amp;utm_campaign=sg_resources&amp;utm_content=freepik" TargetMode="External"/><Relationship Id="rId5" Type="http://schemas.openxmlformats.org/officeDocument/2006/relationships/hyperlink" Target="https://www.freepik.com/free-photo/front-view-smiley-doctor-posing_7473421.htm#page=4&amp;query=doctor&amp;position=18/?utm_source=slidesgo_template&amp;utm_medium=referral-link&amp;utm_campaign=sg_resources&amp;utm_content=freepik" TargetMode="External"/><Relationship Id="rId6" Type="http://schemas.openxmlformats.org/officeDocument/2006/relationships/hyperlink" Target="https://www.freepik.com/free-photo/low-angle-smiley-doctor_7312166.htm#page=5&amp;query=doctor&amp;position=48/?utm_source=slidesgo_template&amp;utm_medium=referral-link&amp;utm_campaign=sg_resources&amp;utm_content=freepik" TargetMode="External"/><Relationship Id="rId7" Type="http://schemas.openxmlformats.org/officeDocument/2006/relationships/hyperlink" Target="https://www.freepik.com/free-photo/portrait-smiling-doctor-with-cross-hands_6052173.htm#page=12&amp;query=DOCTOR&amp;position=38/?utm_source=slidesgo_template&amp;utm_medium=referral-link&amp;utm_campaign=sg_resources&amp;utm_content=freepik" TargetMode="External"/><Relationship Id="rId8" Type="http://schemas.openxmlformats.org/officeDocument/2006/relationships/hyperlink" Target="https://www.freepik.com/free-photo/frame-vegetables-table_7765482.htm#page=2&amp;query=salad&amp;position=10/?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xml"/><Relationship Id="rId3" Type="http://schemas.openxmlformats.org/officeDocument/2006/relationships/hyperlink" Target="https://www.freepik.com/free-photo/man-with-stomach-pain_8390343.htm/?utm_source=slidesgo_template&amp;utm_medium=referral-link&amp;utm_campaign=sg_resources&amp;utm_content=freepik" TargetMode="External"/><Relationship Id="rId4" Type="http://schemas.openxmlformats.org/officeDocument/2006/relationships/hyperlink" Target="https://www.freepik.com/free-photo/specialist-male-doctor-copy-space_7870530.htm/?utm_source=slidesgo_template&amp;utm_medium=referral-link&amp;utm_campaign=sg_resources&amp;utm_content=freepik" TargetMode="External"/><Relationship Id="rId9" Type="http://schemas.openxmlformats.org/officeDocument/2006/relationships/hyperlink" Target="https://www.freepik.com/free-vector/hand-drawn-abstract-pattern-collection_5614863.htm#page=1&amp;query=hand-drawn%20background&amp;position=11/?utm_source=slidesgo_template&amp;utm_medium=referral-link&amp;utm_campaign=sg_resources&amp;utm_content=freepik" TargetMode="External"/><Relationship Id="rId5" Type="http://schemas.openxmlformats.org/officeDocument/2006/relationships/hyperlink" Target="https://www.freepik.com/free-photo/front-view-man-casual-clothes_8392158.htm/?utm_source=slidesgo_template&amp;utm_medium=referral-link&amp;utm_campaign=sg_resources&amp;utm_content=freepik" TargetMode="External"/><Relationship Id="rId6" Type="http://schemas.openxmlformats.org/officeDocument/2006/relationships/hyperlink" Target="https://www.freepik.com/free-photo/man-with-stomach-pain_8390346.htm/?utm_source=slidesgo_template&amp;utm_medium=referral-link&amp;utm_campaign=sg_resources&amp;utm_content=freepik" TargetMode="External"/><Relationship Id="rId7" Type="http://schemas.openxmlformats.org/officeDocument/2006/relationships/hyperlink" Target="https://www.freepik.com/free-photo/front-view-healthy-salad-with-fork_5200469.htm/?utm_source=slidesgo_template&amp;utm_medium=referral-link&amp;utm_campaign=sg_resources&amp;utm_content=freepik" TargetMode="External"/><Relationship Id="rId8" Type="http://schemas.openxmlformats.org/officeDocument/2006/relationships/hyperlink" Target="https://www.freepik.com/free-photo/delicious-assortment-fruit-juice_5200453.htm/?utm_source=slidesgo_template&amp;utm_medium=referral-link&amp;utm_campaign=sg_resources&amp;utm_content=freepik" TargetMode="External"/><Relationship Id="rId11" Type="http://schemas.openxmlformats.org/officeDocument/2006/relationships/hyperlink" Target="https://www.freepik.com/free-vector/hand-drawn-background-with-social-media-icons_2330942.htm/?utm_source=slidesgo_template&amp;utm_medium=referral-link&amp;utm_campaign=sg_resources&amp;utm_content=freepik" TargetMode="External"/><Relationship Id="rId10" Type="http://schemas.openxmlformats.org/officeDocument/2006/relationships/hyperlink" Target="https://www.freepik.com/free-vector/colorful-infographic-elements-collection-hand-drawn-style_2037556.htm/?utm_source=slidesgo_template&amp;utm_medium=referral-link&amp;utm_campaign=sg_resources&amp;utm_content=freepik" TargetMode="External"/><Relationship Id="rId12" Type="http://schemas.openxmlformats.org/officeDocument/2006/relationships/hyperlink" Target="https://www.freepik.com/free-vector/medicine-background-hand-drawn-style_1706495.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 Id="rId3" Type="http://schemas.openxmlformats.org/officeDocument/2006/relationships/hyperlink" Target="https://fonts.google.com/specimen/Viga" TargetMode="External"/><Relationship Id="rId4" Type="http://schemas.openxmlformats.org/officeDocument/2006/relationships/hyperlink" Target="https://fonts.google.com/specimen/Barlow"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 Id="rId3" Type="http://schemas.openxmlformats.org/officeDocument/2006/relationships/image" Target="../media/image5.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6.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8.gif"/><Relationship Id="rId10" Type="http://schemas.openxmlformats.org/officeDocument/2006/relationships/image" Target="../media/image7.gif"/></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 Id="rId3" Type="http://schemas.openxmlformats.org/officeDocument/2006/relationships/hyperlink" Target="https://chrome.google.com/webstore/detail/flaticon-for-gsuit-gslide/haekgjfnhhdkgfgmldhfokhmfkgmciba"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6.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287" name="Shape 287"/>
        <p:cNvGrpSpPr/>
        <p:nvPr/>
      </p:nvGrpSpPr>
      <p:grpSpPr>
        <a:xfrm>
          <a:off x="0" y="0"/>
          <a:ext cx="0" cy="0"/>
          <a:chOff x="0" y="0"/>
          <a:chExt cx="0" cy="0"/>
        </a:xfrm>
      </p:grpSpPr>
      <p:sp>
        <p:nvSpPr>
          <p:cNvPr id="288" name="Google Shape;288;p28"/>
          <p:cNvSpPr txBox="1"/>
          <p:nvPr>
            <p:ph type="ctrTitle"/>
          </p:nvPr>
        </p:nvSpPr>
        <p:spPr>
          <a:xfrm>
            <a:off x="1195100" y="1130675"/>
            <a:ext cx="67539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DIGESTIVE </a:t>
            </a:r>
            <a:r>
              <a:rPr lang="en"/>
              <a:t>CLINICAL CASE</a:t>
            </a:r>
            <a:endParaRPr/>
          </a:p>
        </p:txBody>
      </p:sp>
      <p:sp>
        <p:nvSpPr>
          <p:cNvPr id="289" name="Google Shape;289;p28"/>
          <p:cNvSpPr txBox="1"/>
          <p:nvPr>
            <p:ph idx="1" type="subTitle"/>
          </p:nvPr>
        </p:nvSpPr>
        <p:spPr>
          <a:xfrm>
            <a:off x="720225" y="3144025"/>
            <a:ext cx="7703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Here is where your presentation begins!</a:t>
            </a:r>
            <a:endParaRPr sz="2000"/>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293" name="Shape 293"/>
        <p:cNvGrpSpPr/>
        <p:nvPr/>
      </p:nvGrpSpPr>
      <p:grpSpPr>
        <a:xfrm>
          <a:off x="0" y="0"/>
          <a:ext cx="0" cy="0"/>
          <a:chOff x="0" y="0"/>
          <a:chExt cx="0" cy="0"/>
        </a:xfrm>
      </p:grpSpPr>
      <p:sp>
        <p:nvSpPr>
          <p:cNvPr id="294" name="Google Shape;294;p29"/>
          <p:cNvSpPr/>
          <p:nvPr/>
        </p:nvSpPr>
        <p:spPr>
          <a:xfrm>
            <a:off x="-4864919" y="5974922"/>
            <a:ext cx="1723" cy="1723"/>
          </a:xfrm>
          <a:custGeom>
            <a:rect b="b" l="l" r="r" t="t"/>
            <a:pathLst>
              <a:path extrusionOk="0" h="22" w="22">
                <a:moveTo>
                  <a:pt x="21" y="0"/>
                </a:moveTo>
                <a:cubicBezTo>
                  <a:pt x="15" y="4"/>
                  <a:pt x="8" y="15"/>
                  <a:pt x="1" y="21"/>
                </a:cubicBezTo>
                <a:cubicBezTo>
                  <a:pt x="8" y="15"/>
                  <a:pt x="15" y="7"/>
                  <a:pt x="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9"/>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rPr>
              <a:t>Contents </a:t>
            </a:r>
            <a:r>
              <a:rPr lang="en"/>
              <a:t>of This Template</a:t>
            </a:r>
            <a:endParaRPr/>
          </a:p>
        </p:txBody>
      </p:sp>
      <p:sp>
        <p:nvSpPr>
          <p:cNvPr id="296" name="Google Shape;296;p29"/>
          <p:cNvSpPr txBox="1"/>
          <p:nvPr>
            <p:ph idx="1" type="body"/>
          </p:nvPr>
        </p:nvSpPr>
        <p:spPr>
          <a:xfrm>
            <a:off x="720000" y="1041450"/>
            <a:ext cx="7703700" cy="356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Here’s what you’ll find in this </a:t>
            </a:r>
            <a:r>
              <a:rPr b="1" lang="en">
                <a:solidFill>
                  <a:schemeClr val="dk1"/>
                </a:solidFill>
                <a:uFill>
                  <a:noFill/>
                </a:uFill>
                <a:latin typeface="Barlow"/>
                <a:ea typeface="Barlow"/>
                <a:cs typeface="Barlow"/>
                <a:sym typeface="Barlow"/>
                <a:hlinkClick r:id="rId3"/>
              </a:rPr>
              <a:t>Slidesgo</a:t>
            </a:r>
            <a:r>
              <a:rPr lang="en">
                <a:solidFill>
                  <a:schemeClr val="dk1"/>
                </a:solidFill>
              </a:rPr>
              <a:t> template:</a:t>
            </a:r>
            <a:endParaRPr>
              <a:solidFill>
                <a:schemeClr val="dk1"/>
              </a:solidFill>
            </a:endParaRPr>
          </a:p>
          <a:p>
            <a:pPr indent="0" lvl="0" marL="0" rtl="0" algn="l">
              <a:spcBef>
                <a:spcPts val="0"/>
              </a:spcBef>
              <a:spcAft>
                <a:spcPts val="0"/>
              </a:spcAft>
              <a:buClr>
                <a:schemeClr val="dk1"/>
              </a:buClr>
              <a:buSzPts val="1100"/>
              <a:buFont typeface="Arial"/>
              <a:buNone/>
            </a:pPr>
            <a:r>
              <a:t/>
            </a:r>
            <a:endParaRPr>
              <a:solidFill>
                <a:schemeClr val="dk1"/>
              </a:solidFill>
            </a:endParaRPr>
          </a:p>
          <a:p>
            <a:pPr indent="-304800" lvl="0" marL="457200" rtl="0" algn="l">
              <a:spcBef>
                <a:spcPts val="0"/>
              </a:spcBef>
              <a:spcAft>
                <a:spcPts val="0"/>
              </a:spcAft>
              <a:buClr>
                <a:schemeClr val="dk1"/>
              </a:buClr>
              <a:buSzPts val="1200"/>
              <a:buFont typeface="Barlow"/>
              <a:buChar char="●"/>
            </a:pPr>
            <a:r>
              <a:rPr lang="en">
                <a:solidFill>
                  <a:schemeClr val="dk1"/>
                </a:solidFill>
              </a:rPr>
              <a:t>A slide structure based on a clinical case presentation, which you can easily adapt to your needs. For more info on how to edit the template, please visit </a:t>
            </a:r>
            <a:r>
              <a:rPr b="1" lang="en">
                <a:solidFill>
                  <a:schemeClr val="dk1"/>
                </a:solidFill>
                <a:uFill>
                  <a:noFill/>
                </a:uFill>
                <a:latin typeface="Barlow"/>
                <a:ea typeface="Barlow"/>
                <a:cs typeface="Barlow"/>
                <a:sym typeface="Barlow"/>
                <a:hlinkClick r:id="rId4"/>
              </a:rPr>
              <a:t>Slidesgo School</a:t>
            </a:r>
            <a:r>
              <a:rPr lang="en">
                <a:solidFill>
                  <a:schemeClr val="dk1"/>
                </a:solidFill>
              </a:rPr>
              <a:t> or read our </a:t>
            </a:r>
            <a:r>
              <a:rPr b="1" lang="en">
                <a:solidFill>
                  <a:schemeClr val="dk1"/>
                </a:solidFill>
                <a:uFill>
                  <a:noFill/>
                </a:uFill>
                <a:latin typeface="Barlow"/>
                <a:ea typeface="Barlow"/>
                <a:cs typeface="Barlow"/>
                <a:sym typeface="Barlow"/>
                <a:hlinkClick r:id="rId5"/>
              </a:rPr>
              <a:t>FAQs</a:t>
            </a:r>
            <a:r>
              <a:rPr b="1" lang="en">
                <a:solidFill>
                  <a:schemeClr val="dk1"/>
                </a:solidFill>
                <a:latin typeface="Barlow"/>
                <a:ea typeface="Barlow"/>
                <a:cs typeface="Barlow"/>
                <a:sym typeface="Barlow"/>
              </a:rPr>
              <a:t>.</a:t>
            </a:r>
            <a:endParaRPr b="1">
              <a:solidFill>
                <a:schemeClr val="dk1"/>
              </a:solidFill>
              <a:latin typeface="Barlow"/>
              <a:ea typeface="Barlow"/>
              <a:cs typeface="Barlow"/>
              <a:sym typeface="Barlow"/>
            </a:endParaRPr>
          </a:p>
          <a:p>
            <a:pPr indent="-304800" lvl="0" marL="457200" rtl="0" algn="l">
              <a:spcBef>
                <a:spcPts val="0"/>
              </a:spcBef>
              <a:spcAft>
                <a:spcPts val="0"/>
              </a:spcAft>
              <a:buClr>
                <a:schemeClr val="dk1"/>
              </a:buClr>
              <a:buSzPts val="1200"/>
              <a:buFont typeface="Barlow"/>
              <a:buChar char="●"/>
            </a:pPr>
            <a:r>
              <a:rPr lang="en">
                <a:solidFill>
                  <a:schemeClr val="dk1"/>
                </a:solidFill>
              </a:rPr>
              <a:t>An assortment of pictures that are suitable for use in the presentation can be found in the </a:t>
            </a:r>
            <a:r>
              <a:rPr b="1" lang="en">
                <a:solidFill>
                  <a:schemeClr val="dk1"/>
                </a:solidFill>
                <a:uFill>
                  <a:noFill/>
                </a:uFill>
                <a:latin typeface="Barlow"/>
                <a:ea typeface="Barlow"/>
                <a:cs typeface="Barlow"/>
                <a:sym typeface="Barlow"/>
                <a:hlinkClick action="ppaction://hlinksldjump" r:id="rId6"/>
              </a:rPr>
              <a:t>alternative resources slide</a:t>
            </a:r>
            <a:r>
              <a:rPr lang="en">
                <a:solidFill>
                  <a:schemeClr val="dk1"/>
                </a:solidFill>
                <a:uFill>
                  <a:noFill/>
                </a:uFill>
                <a:hlinkClick action="ppaction://hlinksldjump" r:id="rId7"/>
              </a:rPr>
              <a:t>.</a:t>
            </a:r>
            <a:endParaRPr>
              <a:solidFill>
                <a:schemeClr val="dk1"/>
              </a:solidFill>
            </a:endParaRPr>
          </a:p>
          <a:p>
            <a:pPr indent="-304800" lvl="0" marL="457200" rtl="0" algn="l">
              <a:spcBef>
                <a:spcPts val="0"/>
              </a:spcBef>
              <a:spcAft>
                <a:spcPts val="0"/>
              </a:spcAft>
              <a:buClr>
                <a:schemeClr val="dk1"/>
              </a:buClr>
              <a:buSzPts val="1200"/>
              <a:buFont typeface="Barlow"/>
              <a:buChar char="●"/>
            </a:pPr>
            <a:r>
              <a:rPr lang="en">
                <a:solidFill>
                  <a:schemeClr val="dk1"/>
                </a:solidFill>
              </a:rPr>
              <a:t>A </a:t>
            </a:r>
            <a:r>
              <a:rPr b="1" lang="en">
                <a:solidFill>
                  <a:schemeClr val="dk1"/>
                </a:solidFill>
                <a:uFill>
                  <a:noFill/>
                </a:uFill>
                <a:latin typeface="Barlow"/>
                <a:ea typeface="Barlow"/>
                <a:cs typeface="Barlow"/>
                <a:sym typeface="Barlow"/>
                <a:hlinkClick action="ppaction://hlinksldjump" r:id="rId8"/>
              </a:rPr>
              <a:t>thanks slide</a:t>
            </a:r>
            <a:r>
              <a:rPr lang="en">
                <a:solidFill>
                  <a:schemeClr val="dk1"/>
                </a:solidFill>
              </a:rPr>
              <a:t>, which you must keep so that proper credits for our design are given.</a:t>
            </a:r>
            <a:endParaRPr>
              <a:solidFill>
                <a:schemeClr val="dk1"/>
              </a:solidFill>
            </a:endParaRPr>
          </a:p>
          <a:p>
            <a:pPr indent="-304800" lvl="0" marL="457200" rtl="0" algn="l">
              <a:spcBef>
                <a:spcPts val="0"/>
              </a:spcBef>
              <a:spcAft>
                <a:spcPts val="0"/>
              </a:spcAft>
              <a:buClr>
                <a:schemeClr val="dk1"/>
              </a:buClr>
              <a:buSzPts val="1200"/>
              <a:buFont typeface="Barlow"/>
              <a:buChar char="●"/>
            </a:pPr>
            <a:r>
              <a:rPr lang="en">
                <a:solidFill>
                  <a:schemeClr val="dk1"/>
                </a:solidFill>
              </a:rPr>
              <a:t>A </a:t>
            </a:r>
            <a:r>
              <a:rPr b="1" lang="en">
                <a:solidFill>
                  <a:schemeClr val="dk1"/>
                </a:solidFill>
                <a:uFill>
                  <a:noFill/>
                </a:uFill>
                <a:latin typeface="Barlow"/>
                <a:ea typeface="Barlow"/>
                <a:cs typeface="Barlow"/>
                <a:sym typeface="Barlow"/>
                <a:hlinkClick action="ppaction://hlinksldjump" r:id="rId9"/>
              </a:rPr>
              <a:t>resources slide</a:t>
            </a:r>
            <a:r>
              <a:rPr lang="en">
                <a:solidFill>
                  <a:schemeClr val="dk1"/>
                </a:solidFill>
              </a:rPr>
              <a:t>, where you’ll find links to all the elements used in the template.</a:t>
            </a:r>
            <a:endParaRPr>
              <a:solidFill>
                <a:schemeClr val="dk1"/>
              </a:solidFill>
            </a:endParaRPr>
          </a:p>
          <a:p>
            <a:pPr indent="-304800" lvl="0" marL="457200" rtl="0" algn="l">
              <a:spcBef>
                <a:spcPts val="0"/>
              </a:spcBef>
              <a:spcAft>
                <a:spcPts val="0"/>
              </a:spcAft>
              <a:buClr>
                <a:schemeClr val="dk1"/>
              </a:buClr>
              <a:buSzPts val="1200"/>
              <a:buFont typeface="Barlow"/>
              <a:buChar char="●"/>
            </a:pPr>
            <a:r>
              <a:rPr b="1" lang="en">
                <a:solidFill>
                  <a:schemeClr val="dk1"/>
                </a:solidFill>
                <a:uFill>
                  <a:noFill/>
                </a:uFill>
                <a:latin typeface="Barlow"/>
                <a:ea typeface="Barlow"/>
                <a:cs typeface="Barlow"/>
                <a:sym typeface="Barlow"/>
                <a:hlinkClick action="ppaction://hlinksldjump" r:id="rId10"/>
              </a:rPr>
              <a:t>Instructions for use</a:t>
            </a:r>
            <a:r>
              <a:rPr lang="en">
                <a:solidFill>
                  <a:schemeClr val="dk1"/>
                </a:solidFill>
              </a:rPr>
              <a:t>.</a:t>
            </a:r>
            <a:endParaRPr>
              <a:solidFill>
                <a:schemeClr val="dk1"/>
              </a:solidFill>
            </a:endParaRPr>
          </a:p>
          <a:p>
            <a:pPr indent="-304800" lvl="0" marL="457200" rtl="0" algn="l">
              <a:spcBef>
                <a:spcPts val="0"/>
              </a:spcBef>
              <a:spcAft>
                <a:spcPts val="0"/>
              </a:spcAft>
              <a:buClr>
                <a:schemeClr val="dk1"/>
              </a:buClr>
              <a:buSzPts val="1200"/>
              <a:buFont typeface="Barlow Light"/>
              <a:buChar char="●"/>
            </a:pPr>
            <a:r>
              <a:rPr lang="en">
                <a:solidFill>
                  <a:schemeClr val="dk1"/>
                </a:solidFill>
              </a:rPr>
              <a:t>Final slides with:</a:t>
            </a:r>
            <a:endParaRPr>
              <a:solidFill>
                <a:schemeClr val="dk1"/>
              </a:solidFill>
            </a:endParaRPr>
          </a:p>
          <a:p>
            <a:pPr indent="-304800" lvl="0" marL="914400" rtl="0" algn="l">
              <a:spcBef>
                <a:spcPts val="0"/>
              </a:spcBef>
              <a:spcAft>
                <a:spcPts val="0"/>
              </a:spcAft>
              <a:buClr>
                <a:schemeClr val="dk1"/>
              </a:buClr>
              <a:buSzPts val="1200"/>
              <a:buFont typeface="Barlow"/>
              <a:buChar char="●"/>
            </a:pPr>
            <a:r>
              <a:rPr lang="en">
                <a:solidFill>
                  <a:schemeClr val="dk1"/>
                </a:solidFill>
              </a:rPr>
              <a:t>The</a:t>
            </a:r>
            <a:r>
              <a:rPr lang="en">
                <a:solidFill>
                  <a:schemeClr val="dk1"/>
                </a:solidFill>
                <a:uFill>
                  <a:noFill/>
                </a:uFill>
                <a:hlinkClick action="ppaction://hlinksldjump" r:id="rId11"/>
              </a:rPr>
              <a:t> </a:t>
            </a:r>
            <a:r>
              <a:rPr b="1" lang="en">
                <a:solidFill>
                  <a:schemeClr val="dk1"/>
                </a:solidFill>
                <a:uFill>
                  <a:noFill/>
                </a:uFill>
                <a:latin typeface="Barlow"/>
                <a:ea typeface="Barlow"/>
                <a:cs typeface="Barlow"/>
                <a:sym typeface="Barlow"/>
                <a:hlinkClick action="ppaction://hlinksldjump" r:id="rId12"/>
              </a:rPr>
              <a:t>fonts and colors</a:t>
            </a:r>
            <a:r>
              <a:rPr lang="en">
                <a:solidFill>
                  <a:schemeClr val="dk1"/>
                </a:solidFill>
              </a:rPr>
              <a:t> used in the template.</a:t>
            </a:r>
            <a:endParaRPr>
              <a:solidFill>
                <a:schemeClr val="dk1"/>
              </a:solidFill>
            </a:endParaRPr>
          </a:p>
          <a:p>
            <a:pPr indent="-304800" lvl="0" marL="914400" rtl="0" algn="l">
              <a:spcBef>
                <a:spcPts val="0"/>
              </a:spcBef>
              <a:spcAft>
                <a:spcPts val="0"/>
              </a:spcAft>
              <a:buClr>
                <a:schemeClr val="dk1"/>
              </a:buClr>
              <a:buSzPts val="1200"/>
              <a:buFont typeface="Barlow"/>
              <a:buChar char="●"/>
            </a:pPr>
            <a:r>
              <a:rPr lang="en">
                <a:solidFill>
                  <a:schemeClr val="dk1"/>
                </a:solidFill>
              </a:rPr>
              <a:t>A </a:t>
            </a:r>
            <a:r>
              <a:rPr b="1" lang="en">
                <a:solidFill>
                  <a:schemeClr val="dk1"/>
                </a:solidFill>
                <a:uFill>
                  <a:noFill/>
                </a:uFill>
                <a:latin typeface="Barlow"/>
                <a:ea typeface="Barlow"/>
                <a:cs typeface="Barlow"/>
                <a:sym typeface="Barlow"/>
                <a:hlinkClick action="ppaction://hlinksldjump" r:id="rId13"/>
              </a:rPr>
              <a:t>selection of illustrations</a:t>
            </a:r>
            <a:r>
              <a:rPr lang="en">
                <a:solidFill>
                  <a:schemeClr val="dk1"/>
                </a:solidFill>
              </a:rPr>
              <a:t>. You can also customize and animate them as you wish with the online editor. Visit </a:t>
            </a:r>
            <a:r>
              <a:rPr b="1" lang="en">
                <a:solidFill>
                  <a:schemeClr val="dk1"/>
                </a:solidFill>
                <a:uFill>
                  <a:noFill/>
                </a:uFill>
                <a:latin typeface="Barlow"/>
                <a:ea typeface="Barlow"/>
                <a:cs typeface="Barlow"/>
                <a:sym typeface="Barlow"/>
                <a:hlinkClick r:id="rId14"/>
              </a:rPr>
              <a:t>Stories by Freepik</a:t>
            </a:r>
            <a:r>
              <a:rPr lang="en">
                <a:solidFill>
                  <a:schemeClr val="dk1"/>
                </a:solidFill>
              </a:rPr>
              <a:t> to find more. </a:t>
            </a:r>
            <a:endParaRPr>
              <a:solidFill>
                <a:schemeClr val="dk1"/>
              </a:solidFill>
            </a:endParaRPr>
          </a:p>
          <a:p>
            <a:pPr indent="-304800" lvl="0" marL="914400" rtl="0" algn="l">
              <a:spcBef>
                <a:spcPts val="0"/>
              </a:spcBef>
              <a:spcAft>
                <a:spcPts val="0"/>
              </a:spcAft>
              <a:buClr>
                <a:schemeClr val="dk1"/>
              </a:buClr>
              <a:buSzPts val="1200"/>
              <a:buFont typeface="Barlow"/>
              <a:buChar char="●"/>
            </a:pPr>
            <a:r>
              <a:rPr lang="en">
                <a:solidFill>
                  <a:schemeClr val="dk1"/>
                </a:solidFill>
              </a:rPr>
              <a:t>More</a:t>
            </a:r>
            <a:r>
              <a:rPr lang="en">
                <a:solidFill>
                  <a:schemeClr val="dk1"/>
                </a:solidFill>
                <a:uFill>
                  <a:noFill/>
                </a:uFill>
                <a:hlinkClick action="ppaction://hlinksldjump" r:id="rId15"/>
              </a:rPr>
              <a:t> </a:t>
            </a:r>
            <a:r>
              <a:rPr b="1" lang="en">
                <a:solidFill>
                  <a:schemeClr val="dk1"/>
                </a:solidFill>
                <a:uFill>
                  <a:noFill/>
                </a:uFill>
                <a:latin typeface="Barlow"/>
                <a:ea typeface="Barlow"/>
                <a:cs typeface="Barlow"/>
                <a:sym typeface="Barlow"/>
                <a:hlinkClick action="ppaction://hlinksldjump" r:id="rId16"/>
              </a:rPr>
              <a:t>infographic resources</a:t>
            </a:r>
            <a:r>
              <a:rPr lang="en">
                <a:solidFill>
                  <a:schemeClr val="dk1"/>
                </a:solidFill>
              </a:rPr>
              <a:t>, whose size and color can be edited. </a:t>
            </a:r>
            <a:endParaRPr>
              <a:solidFill>
                <a:schemeClr val="dk1"/>
              </a:solidFill>
            </a:endParaRPr>
          </a:p>
          <a:p>
            <a:pPr indent="-304800" lvl="0" marL="914400" rtl="0" algn="l">
              <a:spcBef>
                <a:spcPts val="0"/>
              </a:spcBef>
              <a:spcAft>
                <a:spcPts val="0"/>
              </a:spcAft>
              <a:buClr>
                <a:schemeClr val="dk1"/>
              </a:buClr>
              <a:buSzPts val="1200"/>
              <a:buFont typeface="Barlow"/>
              <a:buChar char="●"/>
            </a:pPr>
            <a:r>
              <a:rPr lang="en">
                <a:solidFill>
                  <a:schemeClr val="dk1"/>
                </a:solidFill>
                <a:uFill>
                  <a:noFill/>
                </a:uFill>
                <a:hlinkClick action="ppaction://hlinksldjump" r:id="rId17"/>
              </a:rPr>
              <a:t>Sets of </a:t>
            </a:r>
            <a:r>
              <a:rPr b="1" lang="en">
                <a:solidFill>
                  <a:schemeClr val="dk1"/>
                </a:solidFill>
                <a:uFill>
                  <a:noFill/>
                </a:uFill>
                <a:latin typeface="Barlow"/>
                <a:ea typeface="Barlow"/>
                <a:cs typeface="Barlow"/>
                <a:sym typeface="Barlow"/>
                <a:hlinkClick action="ppaction://hlinksldjump" r:id="rId18"/>
              </a:rPr>
              <a:t>customizable icons</a:t>
            </a:r>
            <a:r>
              <a:rPr lang="en">
                <a:solidFill>
                  <a:schemeClr val="dk1"/>
                </a:solidFill>
              </a:rPr>
              <a:t> of the following themes: general, business, avatar, creative process, education, help &amp; support, medical, nature, performing arts, SEO &amp; marketing, and teamwork.</a:t>
            </a:r>
            <a:endParaRPr>
              <a:solidFill>
                <a:schemeClr val="dk1"/>
              </a:solidFill>
            </a:endParaRPr>
          </a:p>
          <a:p>
            <a:pPr indent="0" lvl="0" marL="0" rtl="0" algn="ctr">
              <a:spcBef>
                <a:spcPts val="1600"/>
              </a:spcBef>
              <a:spcAft>
                <a:spcPts val="1600"/>
              </a:spcAft>
              <a:buClr>
                <a:schemeClr val="dk1"/>
              </a:buClr>
              <a:buSzPts val="1100"/>
              <a:buFont typeface="Arial"/>
              <a:buNone/>
            </a:pPr>
            <a:r>
              <a:rPr lang="en">
                <a:solidFill>
                  <a:schemeClr val="dk1"/>
                </a:solidFill>
              </a:rPr>
              <a:t>You can delete this slide when you’re done editing the presentation.</a:t>
            </a:r>
            <a:endParaRPr>
              <a:solidFill>
                <a:schemeClr val="dk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300" name="Shape 300"/>
        <p:cNvGrpSpPr/>
        <p:nvPr/>
      </p:nvGrpSpPr>
      <p:grpSpPr>
        <a:xfrm>
          <a:off x="0" y="0"/>
          <a:ext cx="0" cy="0"/>
          <a:chOff x="0" y="0"/>
          <a:chExt cx="0" cy="0"/>
        </a:xfrm>
      </p:grpSpPr>
      <p:sp>
        <p:nvSpPr>
          <p:cNvPr id="301" name="Google Shape;301;p30"/>
          <p:cNvSpPr/>
          <p:nvPr/>
        </p:nvSpPr>
        <p:spPr>
          <a:xfrm rot="1712045">
            <a:off x="710299" y="2996822"/>
            <a:ext cx="599632" cy="660334"/>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02" name="Google Shape;302;p30"/>
          <p:cNvSpPr/>
          <p:nvPr/>
        </p:nvSpPr>
        <p:spPr>
          <a:xfrm rot="-5074385">
            <a:off x="6449028" y="2875017"/>
            <a:ext cx="599633" cy="660335"/>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03" name="Google Shape;303;p30"/>
          <p:cNvSpPr/>
          <p:nvPr/>
        </p:nvSpPr>
        <p:spPr>
          <a:xfrm>
            <a:off x="676225" y="666177"/>
            <a:ext cx="451376" cy="45859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0"/>
          <p:cNvSpPr/>
          <p:nvPr/>
        </p:nvSpPr>
        <p:spPr>
          <a:xfrm>
            <a:off x="6523150" y="666177"/>
            <a:ext cx="451376" cy="45859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0"/>
          <p:cNvSpPr/>
          <p:nvPr/>
        </p:nvSpPr>
        <p:spPr>
          <a:xfrm rot="-358368">
            <a:off x="3616721" y="3138733"/>
            <a:ext cx="451384" cy="45859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06" name="Google Shape;306;p30"/>
          <p:cNvSpPr/>
          <p:nvPr/>
        </p:nvSpPr>
        <p:spPr>
          <a:xfrm>
            <a:off x="3616725" y="540001"/>
            <a:ext cx="599627" cy="660327"/>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0"/>
          <p:cNvSpPr txBox="1"/>
          <p:nvPr>
            <p:ph type="title"/>
          </p:nvPr>
        </p:nvSpPr>
        <p:spPr>
          <a:xfrm flipH="1">
            <a:off x="719750" y="768600"/>
            <a:ext cx="1901100" cy="24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308" name="Google Shape;308;p30"/>
          <p:cNvSpPr txBox="1"/>
          <p:nvPr>
            <p:ph idx="1" type="subTitle"/>
          </p:nvPr>
        </p:nvSpPr>
        <p:spPr>
          <a:xfrm>
            <a:off x="719751" y="1110025"/>
            <a:ext cx="2409600" cy="34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ABOUT THE PATIENT</a:t>
            </a:r>
            <a:endParaRPr/>
          </a:p>
        </p:txBody>
      </p:sp>
      <p:sp>
        <p:nvSpPr>
          <p:cNvPr id="309" name="Google Shape;309;p30"/>
          <p:cNvSpPr txBox="1"/>
          <p:nvPr>
            <p:ph idx="2" type="subTitle"/>
          </p:nvPr>
        </p:nvSpPr>
        <p:spPr>
          <a:xfrm>
            <a:off x="719750" y="1455625"/>
            <a:ext cx="1901100" cy="69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a:t>
            </a:r>
            <a:r>
              <a:rPr lang="en"/>
              <a:t>ou could describe the topic of the section</a:t>
            </a:r>
            <a:endParaRPr/>
          </a:p>
        </p:txBody>
      </p:sp>
      <p:sp>
        <p:nvSpPr>
          <p:cNvPr id="310" name="Google Shape;310;p30"/>
          <p:cNvSpPr txBox="1"/>
          <p:nvPr>
            <p:ph idx="3" type="title"/>
          </p:nvPr>
        </p:nvSpPr>
        <p:spPr>
          <a:xfrm flipH="1">
            <a:off x="3621450" y="768600"/>
            <a:ext cx="1901100" cy="24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rPr>
              <a:t>02.</a:t>
            </a:r>
            <a:endParaRPr>
              <a:solidFill>
                <a:schemeClr val="lt2"/>
              </a:solidFill>
            </a:endParaRPr>
          </a:p>
        </p:txBody>
      </p:sp>
      <p:sp>
        <p:nvSpPr>
          <p:cNvPr id="311" name="Google Shape;311;p30"/>
          <p:cNvSpPr txBox="1"/>
          <p:nvPr>
            <p:ph idx="4" type="subTitle"/>
          </p:nvPr>
        </p:nvSpPr>
        <p:spPr>
          <a:xfrm>
            <a:off x="3621447" y="1110025"/>
            <a:ext cx="1901100" cy="34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DISCUSSION</a:t>
            </a:r>
            <a:endParaRPr/>
          </a:p>
        </p:txBody>
      </p:sp>
      <p:sp>
        <p:nvSpPr>
          <p:cNvPr id="312" name="Google Shape;312;p30"/>
          <p:cNvSpPr txBox="1"/>
          <p:nvPr>
            <p:ph idx="5" type="subTitle"/>
          </p:nvPr>
        </p:nvSpPr>
        <p:spPr>
          <a:xfrm>
            <a:off x="3621450" y="1455625"/>
            <a:ext cx="1901100" cy="69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313" name="Google Shape;313;p30"/>
          <p:cNvSpPr txBox="1"/>
          <p:nvPr>
            <p:ph idx="6" type="title"/>
          </p:nvPr>
        </p:nvSpPr>
        <p:spPr>
          <a:xfrm flipH="1">
            <a:off x="6523150" y="768600"/>
            <a:ext cx="1901100" cy="24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rPr>
              <a:t>03.</a:t>
            </a:r>
            <a:endParaRPr>
              <a:solidFill>
                <a:schemeClr val="lt2"/>
              </a:solidFill>
            </a:endParaRPr>
          </a:p>
        </p:txBody>
      </p:sp>
      <p:sp>
        <p:nvSpPr>
          <p:cNvPr id="314" name="Google Shape;314;p30"/>
          <p:cNvSpPr txBox="1"/>
          <p:nvPr>
            <p:ph idx="7" type="subTitle"/>
          </p:nvPr>
        </p:nvSpPr>
        <p:spPr>
          <a:xfrm>
            <a:off x="6523147" y="1110025"/>
            <a:ext cx="1901100" cy="34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DIAGNOSIS</a:t>
            </a:r>
            <a:endParaRPr/>
          </a:p>
        </p:txBody>
      </p:sp>
      <p:sp>
        <p:nvSpPr>
          <p:cNvPr id="315" name="Google Shape;315;p30"/>
          <p:cNvSpPr txBox="1"/>
          <p:nvPr>
            <p:ph idx="8" type="subTitle"/>
          </p:nvPr>
        </p:nvSpPr>
        <p:spPr>
          <a:xfrm>
            <a:off x="6523150" y="1455625"/>
            <a:ext cx="1901100" cy="69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316" name="Google Shape;316;p30"/>
          <p:cNvSpPr txBox="1"/>
          <p:nvPr>
            <p:ph idx="9" type="title"/>
          </p:nvPr>
        </p:nvSpPr>
        <p:spPr>
          <a:xfrm flipH="1">
            <a:off x="719749" y="3225575"/>
            <a:ext cx="1901100" cy="23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rPr>
              <a:t>04.</a:t>
            </a:r>
            <a:endParaRPr>
              <a:solidFill>
                <a:schemeClr val="lt2"/>
              </a:solidFill>
            </a:endParaRPr>
          </a:p>
        </p:txBody>
      </p:sp>
      <p:sp>
        <p:nvSpPr>
          <p:cNvPr id="317" name="Google Shape;317;p30"/>
          <p:cNvSpPr txBox="1"/>
          <p:nvPr>
            <p:ph idx="13" type="subTitle"/>
          </p:nvPr>
        </p:nvSpPr>
        <p:spPr>
          <a:xfrm>
            <a:off x="719747" y="3567000"/>
            <a:ext cx="1901100" cy="34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TREATMENT</a:t>
            </a:r>
            <a:endParaRPr/>
          </a:p>
        </p:txBody>
      </p:sp>
      <p:sp>
        <p:nvSpPr>
          <p:cNvPr id="318" name="Google Shape;318;p30"/>
          <p:cNvSpPr txBox="1"/>
          <p:nvPr>
            <p:ph idx="14" type="subTitle"/>
          </p:nvPr>
        </p:nvSpPr>
        <p:spPr>
          <a:xfrm>
            <a:off x="719750" y="3912600"/>
            <a:ext cx="1901100" cy="69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319" name="Google Shape;319;p30"/>
          <p:cNvSpPr txBox="1"/>
          <p:nvPr>
            <p:ph idx="15" type="title"/>
          </p:nvPr>
        </p:nvSpPr>
        <p:spPr>
          <a:xfrm flipH="1">
            <a:off x="3621449" y="3225575"/>
            <a:ext cx="1901100" cy="23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rPr>
              <a:t>05.</a:t>
            </a:r>
            <a:endParaRPr>
              <a:solidFill>
                <a:schemeClr val="lt2"/>
              </a:solidFill>
            </a:endParaRPr>
          </a:p>
        </p:txBody>
      </p:sp>
      <p:sp>
        <p:nvSpPr>
          <p:cNvPr id="320" name="Google Shape;320;p30"/>
          <p:cNvSpPr txBox="1"/>
          <p:nvPr>
            <p:ph idx="16" type="subTitle"/>
          </p:nvPr>
        </p:nvSpPr>
        <p:spPr>
          <a:xfrm>
            <a:off x="3621450" y="3567000"/>
            <a:ext cx="2409600" cy="34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PATIENT MONITORING</a:t>
            </a:r>
            <a:endParaRPr/>
          </a:p>
        </p:txBody>
      </p:sp>
      <p:sp>
        <p:nvSpPr>
          <p:cNvPr id="321" name="Google Shape;321;p30"/>
          <p:cNvSpPr txBox="1"/>
          <p:nvPr>
            <p:ph idx="17" type="subTitle"/>
          </p:nvPr>
        </p:nvSpPr>
        <p:spPr>
          <a:xfrm>
            <a:off x="3621450" y="3912600"/>
            <a:ext cx="1901100" cy="69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322" name="Google Shape;322;p30"/>
          <p:cNvSpPr txBox="1"/>
          <p:nvPr>
            <p:ph idx="18" type="title"/>
          </p:nvPr>
        </p:nvSpPr>
        <p:spPr>
          <a:xfrm flipH="1">
            <a:off x="6523149" y="3225575"/>
            <a:ext cx="1901100" cy="23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323" name="Google Shape;323;p30"/>
          <p:cNvSpPr txBox="1"/>
          <p:nvPr>
            <p:ph idx="19" type="subTitle"/>
          </p:nvPr>
        </p:nvSpPr>
        <p:spPr>
          <a:xfrm>
            <a:off x="6523147" y="3567000"/>
            <a:ext cx="1901100" cy="34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CASE TIMELINE</a:t>
            </a:r>
            <a:endParaRPr/>
          </a:p>
        </p:txBody>
      </p:sp>
      <p:sp>
        <p:nvSpPr>
          <p:cNvPr id="324" name="Google Shape;324;p30"/>
          <p:cNvSpPr txBox="1"/>
          <p:nvPr>
            <p:ph idx="20" type="subTitle"/>
          </p:nvPr>
        </p:nvSpPr>
        <p:spPr>
          <a:xfrm>
            <a:off x="6523150" y="3912600"/>
            <a:ext cx="1901100" cy="69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328" name="Shape 328"/>
        <p:cNvGrpSpPr/>
        <p:nvPr/>
      </p:nvGrpSpPr>
      <p:grpSpPr>
        <a:xfrm>
          <a:off x="0" y="0"/>
          <a:ext cx="0" cy="0"/>
          <a:chOff x="0" y="0"/>
          <a:chExt cx="0" cy="0"/>
        </a:xfrm>
      </p:grpSpPr>
      <p:sp>
        <p:nvSpPr>
          <p:cNvPr id="329" name="Google Shape;329;p31"/>
          <p:cNvSpPr txBox="1"/>
          <p:nvPr>
            <p:ph type="title"/>
          </p:nvPr>
        </p:nvSpPr>
        <p:spPr>
          <a:xfrm>
            <a:off x="2605200" y="2571745"/>
            <a:ext cx="3933600" cy="108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330" name="Google Shape;330;p31"/>
          <p:cNvSpPr/>
          <p:nvPr/>
        </p:nvSpPr>
        <p:spPr>
          <a:xfrm>
            <a:off x="3471473" y="974632"/>
            <a:ext cx="846675" cy="86032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1"/>
          <p:cNvSpPr txBox="1"/>
          <p:nvPr>
            <p:ph idx="1" type="subTitle"/>
          </p:nvPr>
        </p:nvSpPr>
        <p:spPr>
          <a:xfrm>
            <a:off x="720225" y="3672475"/>
            <a:ext cx="7703400" cy="49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332" name="Google Shape;332;p31"/>
          <p:cNvSpPr txBox="1"/>
          <p:nvPr>
            <p:ph idx="2" type="title"/>
          </p:nvPr>
        </p:nvSpPr>
        <p:spPr>
          <a:xfrm flipH="1">
            <a:off x="2498550" y="1712574"/>
            <a:ext cx="4146900" cy="28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336" name="Shape 336"/>
        <p:cNvGrpSpPr/>
        <p:nvPr/>
      </p:nvGrpSpPr>
      <p:grpSpPr>
        <a:xfrm>
          <a:off x="0" y="0"/>
          <a:ext cx="0" cy="0"/>
          <a:chOff x="0" y="0"/>
          <a:chExt cx="0" cy="0"/>
        </a:xfrm>
      </p:grpSpPr>
      <p:sp>
        <p:nvSpPr>
          <p:cNvPr id="337" name="Google Shape;337;p32"/>
          <p:cNvSpPr txBox="1"/>
          <p:nvPr>
            <p:ph type="ctrTitle"/>
          </p:nvPr>
        </p:nvSpPr>
        <p:spPr>
          <a:xfrm flipH="1">
            <a:off x="710300" y="3625350"/>
            <a:ext cx="3187200" cy="6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338" name="Google Shape;338;p32"/>
          <p:cNvSpPr txBox="1"/>
          <p:nvPr>
            <p:ph idx="1" type="subTitle"/>
          </p:nvPr>
        </p:nvSpPr>
        <p:spPr>
          <a:xfrm flipH="1">
            <a:off x="710350" y="1712275"/>
            <a:ext cx="5130000" cy="126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342" name="Shape 342"/>
        <p:cNvGrpSpPr/>
        <p:nvPr/>
      </p:nvGrpSpPr>
      <p:grpSpPr>
        <a:xfrm>
          <a:off x="0" y="0"/>
          <a:ext cx="0" cy="0"/>
          <a:chOff x="0" y="0"/>
          <a:chExt cx="0" cy="0"/>
        </a:xfrm>
      </p:grpSpPr>
      <p:sp>
        <p:nvSpPr>
          <p:cNvPr id="343" name="Google Shape;343;p33"/>
          <p:cNvSpPr txBox="1"/>
          <p:nvPr>
            <p:ph idx="1" type="subTitle"/>
          </p:nvPr>
        </p:nvSpPr>
        <p:spPr>
          <a:xfrm flipH="1">
            <a:off x="900465" y="2033625"/>
            <a:ext cx="2970600" cy="77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344" name="Google Shape;344;p33"/>
          <p:cNvSpPr txBox="1"/>
          <p:nvPr>
            <p:ph idx="2" type="subTitle"/>
          </p:nvPr>
        </p:nvSpPr>
        <p:spPr>
          <a:xfrm flipH="1">
            <a:off x="5272925" y="2033625"/>
            <a:ext cx="2970600" cy="77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345" name="Google Shape;345;p33"/>
          <p:cNvSpPr txBox="1"/>
          <p:nvPr>
            <p:ph idx="3" type="subTitle"/>
          </p:nvPr>
        </p:nvSpPr>
        <p:spPr>
          <a:xfrm flipH="1">
            <a:off x="900465" y="3827188"/>
            <a:ext cx="2970600" cy="77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346" name="Google Shape;346;p33"/>
          <p:cNvSpPr txBox="1"/>
          <p:nvPr>
            <p:ph idx="4" type="subTitle"/>
          </p:nvPr>
        </p:nvSpPr>
        <p:spPr>
          <a:xfrm flipH="1">
            <a:off x="5272925" y="3827188"/>
            <a:ext cx="2970600" cy="77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347" name="Google Shape;347;p33"/>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Identifying </a:t>
            </a:r>
            <a:r>
              <a:rPr lang="en">
                <a:solidFill>
                  <a:schemeClr val="lt2"/>
                </a:solidFill>
              </a:rPr>
              <a:t>Information</a:t>
            </a:r>
            <a:endParaRPr>
              <a:solidFill>
                <a:schemeClr val="lt2"/>
              </a:solidFill>
            </a:endParaRPr>
          </a:p>
        </p:txBody>
      </p:sp>
      <p:grpSp>
        <p:nvGrpSpPr>
          <p:cNvPr id="348" name="Google Shape;348;p33"/>
          <p:cNvGrpSpPr/>
          <p:nvPr/>
        </p:nvGrpSpPr>
        <p:grpSpPr>
          <a:xfrm>
            <a:off x="6518777" y="3283665"/>
            <a:ext cx="478895" cy="512326"/>
            <a:chOff x="6518777" y="3512265"/>
            <a:chExt cx="478895" cy="512326"/>
          </a:xfrm>
        </p:grpSpPr>
        <p:sp>
          <p:nvSpPr>
            <p:cNvPr id="349" name="Google Shape;349;p33"/>
            <p:cNvSpPr/>
            <p:nvPr/>
          </p:nvSpPr>
          <p:spPr>
            <a:xfrm>
              <a:off x="6730958" y="3750138"/>
              <a:ext cx="67632" cy="71401"/>
            </a:xfrm>
            <a:custGeom>
              <a:rect b="b" l="l" r="r" t="t"/>
              <a:pathLst>
                <a:path extrusionOk="0" h="1762" w="1669">
                  <a:moveTo>
                    <a:pt x="1018" y="0"/>
                  </a:moveTo>
                  <a:cubicBezTo>
                    <a:pt x="1000" y="4"/>
                    <a:pt x="982" y="7"/>
                    <a:pt x="965" y="10"/>
                  </a:cubicBezTo>
                  <a:cubicBezTo>
                    <a:pt x="953" y="9"/>
                    <a:pt x="941" y="9"/>
                    <a:pt x="928" y="9"/>
                  </a:cubicBezTo>
                  <a:cubicBezTo>
                    <a:pt x="868" y="9"/>
                    <a:pt x="807" y="22"/>
                    <a:pt x="746" y="42"/>
                  </a:cubicBezTo>
                  <a:cubicBezTo>
                    <a:pt x="624" y="87"/>
                    <a:pt x="502" y="136"/>
                    <a:pt x="391" y="206"/>
                  </a:cubicBezTo>
                  <a:cubicBezTo>
                    <a:pt x="325" y="244"/>
                    <a:pt x="251" y="307"/>
                    <a:pt x="203" y="362"/>
                  </a:cubicBezTo>
                  <a:cubicBezTo>
                    <a:pt x="108" y="474"/>
                    <a:pt x="67" y="579"/>
                    <a:pt x="29" y="717"/>
                  </a:cubicBezTo>
                  <a:cubicBezTo>
                    <a:pt x="4" y="801"/>
                    <a:pt x="8" y="881"/>
                    <a:pt x="4" y="971"/>
                  </a:cubicBezTo>
                  <a:cubicBezTo>
                    <a:pt x="1" y="1027"/>
                    <a:pt x="4" y="1076"/>
                    <a:pt x="15" y="1132"/>
                  </a:cubicBezTo>
                  <a:cubicBezTo>
                    <a:pt x="22" y="1191"/>
                    <a:pt x="39" y="1250"/>
                    <a:pt x="60" y="1310"/>
                  </a:cubicBezTo>
                  <a:cubicBezTo>
                    <a:pt x="84" y="1362"/>
                    <a:pt x="113" y="1414"/>
                    <a:pt x="144" y="1463"/>
                  </a:cubicBezTo>
                  <a:cubicBezTo>
                    <a:pt x="199" y="1567"/>
                    <a:pt x="325" y="1654"/>
                    <a:pt x="429" y="1703"/>
                  </a:cubicBezTo>
                  <a:cubicBezTo>
                    <a:pt x="517" y="1742"/>
                    <a:pt x="613" y="1761"/>
                    <a:pt x="710" y="1761"/>
                  </a:cubicBezTo>
                  <a:cubicBezTo>
                    <a:pt x="808" y="1761"/>
                    <a:pt x="907" y="1741"/>
                    <a:pt x="997" y="1703"/>
                  </a:cubicBezTo>
                  <a:cubicBezTo>
                    <a:pt x="1157" y="1636"/>
                    <a:pt x="1289" y="1529"/>
                    <a:pt x="1397" y="1397"/>
                  </a:cubicBezTo>
                  <a:cubicBezTo>
                    <a:pt x="1477" y="1302"/>
                    <a:pt x="1550" y="1191"/>
                    <a:pt x="1592" y="1072"/>
                  </a:cubicBezTo>
                  <a:cubicBezTo>
                    <a:pt x="1641" y="940"/>
                    <a:pt x="1669" y="829"/>
                    <a:pt x="1662" y="686"/>
                  </a:cubicBezTo>
                  <a:cubicBezTo>
                    <a:pt x="1658" y="585"/>
                    <a:pt x="1630" y="488"/>
                    <a:pt x="1603" y="394"/>
                  </a:cubicBezTo>
                  <a:lnTo>
                    <a:pt x="1603" y="401"/>
                  </a:lnTo>
                  <a:cubicBezTo>
                    <a:pt x="1571" y="296"/>
                    <a:pt x="1522" y="209"/>
                    <a:pt x="1432" y="132"/>
                  </a:cubicBezTo>
                  <a:cubicBezTo>
                    <a:pt x="1331" y="45"/>
                    <a:pt x="1202" y="0"/>
                    <a:pt x="10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3"/>
            <p:cNvSpPr/>
            <p:nvPr/>
          </p:nvSpPr>
          <p:spPr>
            <a:xfrm>
              <a:off x="6658988" y="3513359"/>
              <a:ext cx="214080" cy="504910"/>
            </a:xfrm>
            <a:custGeom>
              <a:rect b="b" l="l" r="r" t="t"/>
              <a:pathLst>
                <a:path extrusionOk="0" h="12460" w="5283">
                  <a:moveTo>
                    <a:pt x="3375" y="1150"/>
                  </a:moveTo>
                  <a:cubicBezTo>
                    <a:pt x="3409" y="1153"/>
                    <a:pt x="3445" y="1160"/>
                    <a:pt x="3476" y="1170"/>
                  </a:cubicBezTo>
                  <a:cubicBezTo>
                    <a:pt x="3514" y="1185"/>
                    <a:pt x="3549" y="1199"/>
                    <a:pt x="3584" y="1220"/>
                  </a:cubicBezTo>
                  <a:cubicBezTo>
                    <a:pt x="3612" y="1241"/>
                    <a:pt x="3636" y="1265"/>
                    <a:pt x="3660" y="1289"/>
                  </a:cubicBezTo>
                  <a:cubicBezTo>
                    <a:pt x="3769" y="1418"/>
                    <a:pt x="3862" y="1561"/>
                    <a:pt x="3946" y="1707"/>
                  </a:cubicBezTo>
                  <a:cubicBezTo>
                    <a:pt x="3999" y="1818"/>
                    <a:pt x="4040" y="1930"/>
                    <a:pt x="4075" y="2045"/>
                  </a:cubicBezTo>
                  <a:cubicBezTo>
                    <a:pt x="4113" y="2260"/>
                    <a:pt x="4134" y="2473"/>
                    <a:pt x="4141" y="2692"/>
                  </a:cubicBezTo>
                  <a:cubicBezTo>
                    <a:pt x="4151" y="2946"/>
                    <a:pt x="4158" y="3204"/>
                    <a:pt x="4158" y="3458"/>
                  </a:cubicBezTo>
                  <a:cubicBezTo>
                    <a:pt x="4158" y="3981"/>
                    <a:pt x="4148" y="4503"/>
                    <a:pt x="4131" y="5025"/>
                  </a:cubicBezTo>
                  <a:cubicBezTo>
                    <a:pt x="4116" y="5314"/>
                    <a:pt x="4103" y="5599"/>
                    <a:pt x="4092" y="5888"/>
                  </a:cubicBezTo>
                  <a:cubicBezTo>
                    <a:pt x="4078" y="6205"/>
                    <a:pt x="4047" y="6526"/>
                    <a:pt x="4012" y="6843"/>
                  </a:cubicBezTo>
                  <a:cubicBezTo>
                    <a:pt x="3978" y="7166"/>
                    <a:pt x="3943" y="7490"/>
                    <a:pt x="3901" y="7810"/>
                  </a:cubicBezTo>
                  <a:cubicBezTo>
                    <a:pt x="3877" y="7992"/>
                    <a:pt x="3852" y="8169"/>
                    <a:pt x="3824" y="8347"/>
                  </a:cubicBezTo>
                  <a:cubicBezTo>
                    <a:pt x="3800" y="8500"/>
                    <a:pt x="3758" y="8657"/>
                    <a:pt x="3719" y="8810"/>
                  </a:cubicBezTo>
                  <a:cubicBezTo>
                    <a:pt x="3685" y="8963"/>
                    <a:pt x="3639" y="9120"/>
                    <a:pt x="3591" y="9273"/>
                  </a:cubicBezTo>
                  <a:cubicBezTo>
                    <a:pt x="3567" y="9346"/>
                    <a:pt x="3542" y="9419"/>
                    <a:pt x="3514" y="9488"/>
                  </a:cubicBezTo>
                  <a:cubicBezTo>
                    <a:pt x="3465" y="9597"/>
                    <a:pt x="3420" y="9705"/>
                    <a:pt x="3368" y="9813"/>
                  </a:cubicBezTo>
                  <a:cubicBezTo>
                    <a:pt x="3295" y="9969"/>
                    <a:pt x="3208" y="10123"/>
                    <a:pt x="3117" y="10269"/>
                  </a:cubicBezTo>
                  <a:cubicBezTo>
                    <a:pt x="2905" y="10571"/>
                    <a:pt x="2668" y="10857"/>
                    <a:pt x="2400" y="11111"/>
                  </a:cubicBezTo>
                  <a:cubicBezTo>
                    <a:pt x="2348" y="11156"/>
                    <a:pt x="2289" y="11201"/>
                    <a:pt x="2230" y="11240"/>
                  </a:cubicBezTo>
                  <a:cubicBezTo>
                    <a:pt x="2149" y="11275"/>
                    <a:pt x="2069" y="11306"/>
                    <a:pt x="1986" y="11331"/>
                  </a:cubicBezTo>
                  <a:cubicBezTo>
                    <a:pt x="1958" y="11334"/>
                    <a:pt x="1930" y="11338"/>
                    <a:pt x="1902" y="11341"/>
                  </a:cubicBezTo>
                  <a:cubicBezTo>
                    <a:pt x="1895" y="11338"/>
                    <a:pt x="1892" y="11338"/>
                    <a:pt x="1889" y="11338"/>
                  </a:cubicBezTo>
                  <a:cubicBezTo>
                    <a:pt x="1884" y="11334"/>
                    <a:pt x="1881" y="11334"/>
                    <a:pt x="1878" y="11334"/>
                  </a:cubicBezTo>
                  <a:cubicBezTo>
                    <a:pt x="1826" y="11292"/>
                    <a:pt x="1777" y="11247"/>
                    <a:pt x="1728" y="11198"/>
                  </a:cubicBezTo>
                  <a:cubicBezTo>
                    <a:pt x="1651" y="11101"/>
                    <a:pt x="1585" y="10997"/>
                    <a:pt x="1526" y="10888"/>
                  </a:cubicBezTo>
                  <a:cubicBezTo>
                    <a:pt x="1415" y="10642"/>
                    <a:pt x="1328" y="10391"/>
                    <a:pt x="1258" y="10129"/>
                  </a:cubicBezTo>
                  <a:cubicBezTo>
                    <a:pt x="1174" y="9711"/>
                    <a:pt x="1143" y="9284"/>
                    <a:pt x="1129" y="8858"/>
                  </a:cubicBezTo>
                  <a:cubicBezTo>
                    <a:pt x="1111" y="8399"/>
                    <a:pt x="1126" y="7936"/>
                    <a:pt x="1140" y="7476"/>
                  </a:cubicBezTo>
                  <a:cubicBezTo>
                    <a:pt x="1171" y="6864"/>
                    <a:pt x="1230" y="6258"/>
                    <a:pt x="1325" y="5652"/>
                  </a:cubicBezTo>
                  <a:cubicBezTo>
                    <a:pt x="1425" y="5011"/>
                    <a:pt x="1564" y="4378"/>
                    <a:pt x="1725" y="3751"/>
                  </a:cubicBezTo>
                  <a:cubicBezTo>
                    <a:pt x="1777" y="3549"/>
                    <a:pt x="1836" y="3346"/>
                    <a:pt x="1895" y="3148"/>
                  </a:cubicBezTo>
                  <a:cubicBezTo>
                    <a:pt x="1961" y="2960"/>
                    <a:pt x="2031" y="2779"/>
                    <a:pt x="2108" y="2594"/>
                  </a:cubicBezTo>
                  <a:cubicBezTo>
                    <a:pt x="2174" y="2438"/>
                    <a:pt x="2254" y="2292"/>
                    <a:pt x="2341" y="2146"/>
                  </a:cubicBezTo>
                  <a:cubicBezTo>
                    <a:pt x="2540" y="1874"/>
                    <a:pt x="2755" y="1617"/>
                    <a:pt x="3002" y="1383"/>
                  </a:cubicBezTo>
                  <a:cubicBezTo>
                    <a:pt x="3051" y="1338"/>
                    <a:pt x="3107" y="1296"/>
                    <a:pt x="3159" y="1254"/>
                  </a:cubicBezTo>
                  <a:cubicBezTo>
                    <a:pt x="3236" y="1233"/>
                    <a:pt x="3309" y="1199"/>
                    <a:pt x="3375" y="1150"/>
                  </a:cubicBezTo>
                  <a:close/>
                  <a:moveTo>
                    <a:pt x="3152" y="1"/>
                  </a:moveTo>
                  <a:cubicBezTo>
                    <a:pt x="3041" y="1"/>
                    <a:pt x="2929" y="32"/>
                    <a:pt x="2835" y="102"/>
                  </a:cubicBezTo>
                  <a:cubicBezTo>
                    <a:pt x="2665" y="224"/>
                    <a:pt x="2498" y="346"/>
                    <a:pt x="2337" y="481"/>
                  </a:cubicBezTo>
                  <a:cubicBezTo>
                    <a:pt x="2143" y="656"/>
                    <a:pt x="1958" y="840"/>
                    <a:pt x="1784" y="1038"/>
                  </a:cubicBezTo>
                  <a:cubicBezTo>
                    <a:pt x="1669" y="1174"/>
                    <a:pt x="1564" y="1310"/>
                    <a:pt x="1460" y="1453"/>
                  </a:cubicBezTo>
                  <a:cubicBezTo>
                    <a:pt x="1241" y="1759"/>
                    <a:pt x="1091" y="2107"/>
                    <a:pt x="959" y="2459"/>
                  </a:cubicBezTo>
                  <a:cubicBezTo>
                    <a:pt x="830" y="2800"/>
                    <a:pt x="729" y="3152"/>
                    <a:pt x="635" y="3504"/>
                  </a:cubicBezTo>
                  <a:cubicBezTo>
                    <a:pt x="552" y="3814"/>
                    <a:pt x="481" y="4127"/>
                    <a:pt x="412" y="4440"/>
                  </a:cubicBezTo>
                  <a:cubicBezTo>
                    <a:pt x="276" y="5070"/>
                    <a:pt x="171" y="5711"/>
                    <a:pt x="105" y="6351"/>
                  </a:cubicBezTo>
                  <a:cubicBezTo>
                    <a:pt x="36" y="7034"/>
                    <a:pt x="15" y="7717"/>
                    <a:pt x="8" y="8402"/>
                  </a:cubicBezTo>
                  <a:cubicBezTo>
                    <a:pt x="1" y="9040"/>
                    <a:pt x="18" y="9691"/>
                    <a:pt x="161" y="10314"/>
                  </a:cubicBezTo>
                  <a:cubicBezTo>
                    <a:pt x="248" y="10708"/>
                    <a:pt x="370" y="11084"/>
                    <a:pt x="562" y="11439"/>
                  </a:cubicBezTo>
                  <a:cubicBezTo>
                    <a:pt x="597" y="11508"/>
                    <a:pt x="635" y="11577"/>
                    <a:pt x="677" y="11648"/>
                  </a:cubicBezTo>
                  <a:cubicBezTo>
                    <a:pt x="767" y="11801"/>
                    <a:pt x="882" y="11929"/>
                    <a:pt x="1007" y="12058"/>
                  </a:cubicBezTo>
                  <a:cubicBezTo>
                    <a:pt x="1070" y="12121"/>
                    <a:pt x="1140" y="12180"/>
                    <a:pt x="1216" y="12233"/>
                  </a:cubicBezTo>
                  <a:cubicBezTo>
                    <a:pt x="1283" y="12278"/>
                    <a:pt x="1349" y="12319"/>
                    <a:pt x="1418" y="12358"/>
                  </a:cubicBezTo>
                  <a:cubicBezTo>
                    <a:pt x="1487" y="12392"/>
                    <a:pt x="1568" y="12410"/>
                    <a:pt x="1645" y="12431"/>
                  </a:cubicBezTo>
                  <a:cubicBezTo>
                    <a:pt x="1720" y="12453"/>
                    <a:pt x="1801" y="12460"/>
                    <a:pt x="1882" y="12460"/>
                  </a:cubicBezTo>
                  <a:cubicBezTo>
                    <a:pt x="1928" y="12460"/>
                    <a:pt x="1973" y="12458"/>
                    <a:pt x="2017" y="12455"/>
                  </a:cubicBezTo>
                  <a:cubicBezTo>
                    <a:pt x="2156" y="12448"/>
                    <a:pt x="2299" y="12406"/>
                    <a:pt x="2432" y="12365"/>
                  </a:cubicBezTo>
                  <a:cubicBezTo>
                    <a:pt x="2657" y="12292"/>
                    <a:pt x="2874" y="12173"/>
                    <a:pt x="3054" y="12016"/>
                  </a:cubicBezTo>
                  <a:cubicBezTo>
                    <a:pt x="3170" y="11919"/>
                    <a:pt x="3274" y="11815"/>
                    <a:pt x="3379" y="11710"/>
                  </a:cubicBezTo>
                  <a:cubicBezTo>
                    <a:pt x="3493" y="11598"/>
                    <a:pt x="3597" y="11477"/>
                    <a:pt x="3699" y="11352"/>
                  </a:cubicBezTo>
                  <a:cubicBezTo>
                    <a:pt x="3925" y="11076"/>
                    <a:pt x="4124" y="10780"/>
                    <a:pt x="4291" y="10467"/>
                  </a:cubicBezTo>
                  <a:cubicBezTo>
                    <a:pt x="4375" y="10311"/>
                    <a:pt x="4447" y="10154"/>
                    <a:pt x="4513" y="9994"/>
                  </a:cubicBezTo>
                  <a:cubicBezTo>
                    <a:pt x="4590" y="9809"/>
                    <a:pt x="4649" y="9618"/>
                    <a:pt x="4705" y="9430"/>
                  </a:cubicBezTo>
                  <a:cubicBezTo>
                    <a:pt x="4796" y="9127"/>
                    <a:pt x="4886" y="8813"/>
                    <a:pt x="4934" y="8500"/>
                  </a:cubicBezTo>
                  <a:cubicBezTo>
                    <a:pt x="4984" y="8176"/>
                    <a:pt x="5022" y="7852"/>
                    <a:pt x="5060" y="7529"/>
                  </a:cubicBezTo>
                  <a:cubicBezTo>
                    <a:pt x="5098" y="7205"/>
                    <a:pt x="5137" y="6881"/>
                    <a:pt x="5161" y="6557"/>
                  </a:cubicBezTo>
                  <a:cubicBezTo>
                    <a:pt x="5189" y="6219"/>
                    <a:pt x="5203" y="5885"/>
                    <a:pt x="5217" y="5551"/>
                  </a:cubicBezTo>
                  <a:cubicBezTo>
                    <a:pt x="5234" y="5185"/>
                    <a:pt x="5252" y="4820"/>
                    <a:pt x="5259" y="4454"/>
                  </a:cubicBezTo>
                  <a:cubicBezTo>
                    <a:pt x="5273" y="3810"/>
                    <a:pt x="5283" y="3166"/>
                    <a:pt x="5255" y="2522"/>
                  </a:cubicBezTo>
                  <a:cubicBezTo>
                    <a:pt x="5248" y="2365"/>
                    <a:pt x="5234" y="2208"/>
                    <a:pt x="5214" y="2055"/>
                  </a:cubicBezTo>
                  <a:cubicBezTo>
                    <a:pt x="5203" y="1982"/>
                    <a:pt x="5185" y="1913"/>
                    <a:pt x="5168" y="1842"/>
                  </a:cubicBezTo>
                  <a:cubicBezTo>
                    <a:pt x="5143" y="1728"/>
                    <a:pt x="5119" y="1613"/>
                    <a:pt x="5077" y="1501"/>
                  </a:cubicBezTo>
                  <a:cubicBezTo>
                    <a:pt x="5008" y="1317"/>
                    <a:pt x="4914" y="1146"/>
                    <a:pt x="4813" y="976"/>
                  </a:cubicBezTo>
                  <a:cubicBezTo>
                    <a:pt x="4740" y="850"/>
                    <a:pt x="4653" y="728"/>
                    <a:pt x="4555" y="617"/>
                  </a:cubicBezTo>
                  <a:cubicBezTo>
                    <a:pt x="4489" y="540"/>
                    <a:pt x="4420" y="464"/>
                    <a:pt x="4346" y="394"/>
                  </a:cubicBezTo>
                  <a:cubicBezTo>
                    <a:pt x="4270" y="321"/>
                    <a:pt x="4172" y="266"/>
                    <a:pt x="4082" y="217"/>
                  </a:cubicBezTo>
                  <a:cubicBezTo>
                    <a:pt x="3943" y="137"/>
                    <a:pt x="3782" y="88"/>
                    <a:pt x="3626" y="57"/>
                  </a:cubicBezTo>
                  <a:cubicBezTo>
                    <a:pt x="3525" y="32"/>
                    <a:pt x="3420" y="25"/>
                    <a:pt x="3319" y="25"/>
                  </a:cubicBezTo>
                  <a:cubicBezTo>
                    <a:pt x="3263" y="11"/>
                    <a:pt x="3208" y="1"/>
                    <a:pt x="3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3"/>
            <p:cNvSpPr/>
            <p:nvPr/>
          </p:nvSpPr>
          <p:spPr>
            <a:xfrm>
              <a:off x="6570121" y="3588854"/>
              <a:ext cx="403280" cy="376049"/>
            </a:xfrm>
            <a:custGeom>
              <a:rect b="b" l="l" r="r" t="t"/>
              <a:pathLst>
                <a:path extrusionOk="0" h="9280" w="9952">
                  <a:moveTo>
                    <a:pt x="1724" y="1115"/>
                  </a:moveTo>
                  <a:cubicBezTo>
                    <a:pt x="2038" y="1146"/>
                    <a:pt x="2343" y="1226"/>
                    <a:pt x="2643" y="1321"/>
                  </a:cubicBezTo>
                  <a:cubicBezTo>
                    <a:pt x="2821" y="1379"/>
                    <a:pt x="2991" y="1456"/>
                    <a:pt x="3162" y="1539"/>
                  </a:cubicBezTo>
                  <a:cubicBezTo>
                    <a:pt x="3179" y="1671"/>
                    <a:pt x="3242" y="1797"/>
                    <a:pt x="3354" y="1885"/>
                  </a:cubicBezTo>
                  <a:cubicBezTo>
                    <a:pt x="3482" y="1985"/>
                    <a:pt x="3618" y="2076"/>
                    <a:pt x="3747" y="2177"/>
                  </a:cubicBezTo>
                  <a:cubicBezTo>
                    <a:pt x="3865" y="2271"/>
                    <a:pt x="3980" y="2368"/>
                    <a:pt x="4095" y="2462"/>
                  </a:cubicBezTo>
                  <a:cubicBezTo>
                    <a:pt x="4342" y="2661"/>
                    <a:pt x="4575" y="2876"/>
                    <a:pt x="4819" y="3079"/>
                  </a:cubicBezTo>
                  <a:cubicBezTo>
                    <a:pt x="5303" y="3486"/>
                    <a:pt x="5790" y="3886"/>
                    <a:pt x="6264" y="4308"/>
                  </a:cubicBezTo>
                  <a:cubicBezTo>
                    <a:pt x="6613" y="4614"/>
                    <a:pt x="6964" y="4910"/>
                    <a:pt x="7312" y="5216"/>
                  </a:cubicBezTo>
                  <a:cubicBezTo>
                    <a:pt x="7483" y="5362"/>
                    <a:pt x="7646" y="5520"/>
                    <a:pt x="7813" y="5672"/>
                  </a:cubicBezTo>
                  <a:cubicBezTo>
                    <a:pt x="7960" y="5808"/>
                    <a:pt x="8103" y="5947"/>
                    <a:pt x="8242" y="6094"/>
                  </a:cubicBezTo>
                  <a:cubicBezTo>
                    <a:pt x="8406" y="6288"/>
                    <a:pt x="8566" y="6491"/>
                    <a:pt x="8691" y="6714"/>
                  </a:cubicBezTo>
                  <a:cubicBezTo>
                    <a:pt x="8736" y="6804"/>
                    <a:pt x="8778" y="6898"/>
                    <a:pt x="8810" y="6995"/>
                  </a:cubicBezTo>
                  <a:cubicBezTo>
                    <a:pt x="8824" y="7082"/>
                    <a:pt x="8830" y="7166"/>
                    <a:pt x="8830" y="7253"/>
                  </a:cubicBezTo>
                  <a:cubicBezTo>
                    <a:pt x="8824" y="7337"/>
                    <a:pt x="8810" y="7424"/>
                    <a:pt x="8785" y="7508"/>
                  </a:cubicBezTo>
                  <a:cubicBezTo>
                    <a:pt x="8761" y="7570"/>
                    <a:pt x="8733" y="7633"/>
                    <a:pt x="8698" y="7692"/>
                  </a:cubicBezTo>
                  <a:cubicBezTo>
                    <a:pt x="8660" y="7741"/>
                    <a:pt x="8622" y="7789"/>
                    <a:pt x="8576" y="7838"/>
                  </a:cubicBezTo>
                  <a:cubicBezTo>
                    <a:pt x="8506" y="7894"/>
                    <a:pt x="8434" y="7946"/>
                    <a:pt x="8353" y="7991"/>
                  </a:cubicBezTo>
                  <a:cubicBezTo>
                    <a:pt x="8235" y="8051"/>
                    <a:pt x="8113" y="8099"/>
                    <a:pt x="7984" y="8134"/>
                  </a:cubicBezTo>
                  <a:cubicBezTo>
                    <a:pt x="7866" y="8155"/>
                    <a:pt x="7747" y="8162"/>
                    <a:pt x="7625" y="8162"/>
                  </a:cubicBezTo>
                  <a:cubicBezTo>
                    <a:pt x="7302" y="8138"/>
                    <a:pt x="6981" y="8089"/>
                    <a:pt x="6668" y="8006"/>
                  </a:cubicBezTo>
                  <a:cubicBezTo>
                    <a:pt x="6494" y="7943"/>
                    <a:pt x="6327" y="7869"/>
                    <a:pt x="6160" y="7789"/>
                  </a:cubicBezTo>
                  <a:cubicBezTo>
                    <a:pt x="5983" y="7706"/>
                    <a:pt x="5811" y="7601"/>
                    <a:pt x="5644" y="7500"/>
                  </a:cubicBezTo>
                  <a:cubicBezTo>
                    <a:pt x="5414" y="7344"/>
                    <a:pt x="5192" y="7177"/>
                    <a:pt x="4972" y="7003"/>
                  </a:cubicBezTo>
                  <a:cubicBezTo>
                    <a:pt x="4733" y="6807"/>
                    <a:pt x="4489" y="6623"/>
                    <a:pt x="4249" y="6431"/>
                  </a:cubicBezTo>
                  <a:cubicBezTo>
                    <a:pt x="3775" y="6055"/>
                    <a:pt x="3319" y="5662"/>
                    <a:pt x="2904" y="5223"/>
                  </a:cubicBezTo>
                  <a:cubicBezTo>
                    <a:pt x="2608" y="4885"/>
                    <a:pt x="2327" y="4534"/>
                    <a:pt x="2076" y="4162"/>
                  </a:cubicBezTo>
                  <a:cubicBezTo>
                    <a:pt x="1835" y="3810"/>
                    <a:pt x="1616" y="3444"/>
                    <a:pt x="1414" y="3068"/>
                  </a:cubicBezTo>
                  <a:cubicBezTo>
                    <a:pt x="1316" y="2862"/>
                    <a:pt x="1226" y="2658"/>
                    <a:pt x="1164" y="2434"/>
                  </a:cubicBezTo>
                  <a:cubicBezTo>
                    <a:pt x="1136" y="2281"/>
                    <a:pt x="1122" y="2124"/>
                    <a:pt x="1118" y="1964"/>
                  </a:cubicBezTo>
                  <a:cubicBezTo>
                    <a:pt x="1132" y="1835"/>
                    <a:pt x="1157" y="1707"/>
                    <a:pt x="1191" y="1578"/>
                  </a:cubicBezTo>
                  <a:cubicBezTo>
                    <a:pt x="1226" y="1483"/>
                    <a:pt x="1271" y="1390"/>
                    <a:pt x="1320" y="1303"/>
                  </a:cubicBezTo>
                  <a:cubicBezTo>
                    <a:pt x="1345" y="1271"/>
                    <a:pt x="1372" y="1240"/>
                    <a:pt x="1397" y="1212"/>
                  </a:cubicBezTo>
                  <a:cubicBezTo>
                    <a:pt x="1424" y="1191"/>
                    <a:pt x="1453" y="1170"/>
                    <a:pt x="1480" y="1153"/>
                  </a:cubicBezTo>
                  <a:cubicBezTo>
                    <a:pt x="1501" y="1146"/>
                    <a:pt x="1522" y="1139"/>
                    <a:pt x="1543" y="1133"/>
                  </a:cubicBezTo>
                  <a:cubicBezTo>
                    <a:pt x="1602" y="1122"/>
                    <a:pt x="1662" y="1118"/>
                    <a:pt x="1724" y="1115"/>
                  </a:cubicBezTo>
                  <a:close/>
                  <a:moveTo>
                    <a:pt x="1612" y="0"/>
                  </a:moveTo>
                  <a:cubicBezTo>
                    <a:pt x="1463" y="0"/>
                    <a:pt x="1316" y="35"/>
                    <a:pt x="1170" y="74"/>
                  </a:cubicBezTo>
                  <a:cubicBezTo>
                    <a:pt x="1048" y="105"/>
                    <a:pt x="937" y="175"/>
                    <a:pt x="833" y="238"/>
                  </a:cubicBezTo>
                  <a:cubicBezTo>
                    <a:pt x="707" y="318"/>
                    <a:pt x="596" y="426"/>
                    <a:pt x="498" y="537"/>
                  </a:cubicBezTo>
                  <a:cubicBezTo>
                    <a:pt x="397" y="652"/>
                    <a:pt x="328" y="791"/>
                    <a:pt x="254" y="924"/>
                  </a:cubicBezTo>
                  <a:cubicBezTo>
                    <a:pt x="161" y="1091"/>
                    <a:pt x="116" y="1279"/>
                    <a:pt x="66" y="1459"/>
                  </a:cubicBezTo>
                  <a:cubicBezTo>
                    <a:pt x="18" y="1655"/>
                    <a:pt x="8" y="1853"/>
                    <a:pt x="4" y="2052"/>
                  </a:cubicBezTo>
                  <a:cubicBezTo>
                    <a:pt x="0" y="2152"/>
                    <a:pt x="8" y="2261"/>
                    <a:pt x="21" y="2365"/>
                  </a:cubicBezTo>
                  <a:cubicBezTo>
                    <a:pt x="60" y="2629"/>
                    <a:pt x="119" y="2894"/>
                    <a:pt x="223" y="3145"/>
                  </a:cubicBezTo>
                  <a:cubicBezTo>
                    <a:pt x="304" y="3336"/>
                    <a:pt x="397" y="3524"/>
                    <a:pt x="495" y="3709"/>
                  </a:cubicBezTo>
                  <a:cubicBezTo>
                    <a:pt x="802" y="4283"/>
                    <a:pt x="1153" y="4826"/>
                    <a:pt x="1550" y="5345"/>
                  </a:cubicBezTo>
                  <a:cubicBezTo>
                    <a:pt x="1769" y="5634"/>
                    <a:pt x="2013" y="5902"/>
                    <a:pt x="2264" y="6167"/>
                  </a:cubicBezTo>
                  <a:cubicBezTo>
                    <a:pt x="2480" y="6400"/>
                    <a:pt x="2720" y="6613"/>
                    <a:pt x="2964" y="6821"/>
                  </a:cubicBezTo>
                  <a:cubicBezTo>
                    <a:pt x="3204" y="7027"/>
                    <a:pt x="3447" y="7228"/>
                    <a:pt x="3698" y="7424"/>
                  </a:cubicBezTo>
                  <a:cubicBezTo>
                    <a:pt x="3945" y="7615"/>
                    <a:pt x="4186" y="7813"/>
                    <a:pt x="4433" y="8001"/>
                  </a:cubicBezTo>
                  <a:cubicBezTo>
                    <a:pt x="4715" y="8224"/>
                    <a:pt x="5014" y="8423"/>
                    <a:pt x="5321" y="8607"/>
                  </a:cubicBezTo>
                  <a:cubicBezTo>
                    <a:pt x="5586" y="8764"/>
                    <a:pt x="5867" y="8911"/>
                    <a:pt x="6160" y="9008"/>
                  </a:cubicBezTo>
                  <a:cubicBezTo>
                    <a:pt x="6348" y="9074"/>
                    <a:pt x="6543" y="9137"/>
                    <a:pt x="6741" y="9175"/>
                  </a:cubicBezTo>
                  <a:cubicBezTo>
                    <a:pt x="6905" y="9203"/>
                    <a:pt x="7069" y="9227"/>
                    <a:pt x="7236" y="9248"/>
                  </a:cubicBezTo>
                  <a:cubicBezTo>
                    <a:pt x="7427" y="9272"/>
                    <a:pt x="7619" y="9276"/>
                    <a:pt x="7813" y="9280"/>
                  </a:cubicBezTo>
                  <a:cubicBezTo>
                    <a:pt x="7925" y="9280"/>
                    <a:pt x="8043" y="9262"/>
                    <a:pt x="8155" y="9238"/>
                  </a:cubicBezTo>
                  <a:cubicBezTo>
                    <a:pt x="8291" y="9210"/>
                    <a:pt x="8423" y="9175"/>
                    <a:pt x="8556" y="9126"/>
                  </a:cubicBezTo>
                  <a:cubicBezTo>
                    <a:pt x="8750" y="9053"/>
                    <a:pt x="8938" y="8952"/>
                    <a:pt x="9112" y="8837"/>
                  </a:cubicBezTo>
                  <a:cubicBezTo>
                    <a:pt x="9231" y="8761"/>
                    <a:pt x="9335" y="8657"/>
                    <a:pt x="9436" y="8559"/>
                  </a:cubicBezTo>
                  <a:cubicBezTo>
                    <a:pt x="9496" y="8499"/>
                    <a:pt x="9547" y="8427"/>
                    <a:pt x="9593" y="8357"/>
                  </a:cubicBezTo>
                  <a:cubicBezTo>
                    <a:pt x="9669" y="8242"/>
                    <a:pt x="9743" y="8127"/>
                    <a:pt x="9795" y="7995"/>
                  </a:cubicBezTo>
                  <a:cubicBezTo>
                    <a:pt x="9847" y="7869"/>
                    <a:pt x="9882" y="7741"/>
                    <a:pt x="9913" y="7609"/>
                  </a:cubicBezTo>
                  <a:cubicBezTo>
                    <a:pt x="9941" y="7483"/>
                    <a:pt x="9944" y="7350"/>
                    <a:pt x="9948" y="7218"/>
                  </a:cubicBezTo>
                  <a:cubicBezTo>
                    <a:pt x="9952" y="7117"/>
                    <a:pt x="9944" y="7016"/>
                    <a:pt x="9927" y="6915"/>
                  </a:cubicBezTo>
                  <a:cubicBezTo>
                    <a:pt x="9910" y="6786"/>
                    <a:pt x="9878" y="6654"/>
                    <a:pt x="9833" y="6529"/>
                  </a:cubicBezTo>
                  <a:cubicBezTo>
                    <a:pt x="9788" y="6393"/>
                    <a:pt x="9715" y="6264"/>
                    <a:pt x="9645" y="6135"/>
                  </a:cubicBezTo>
                  <a:cubicBezTo>
                    <a:pt x="9541" y="5937"/>
                    <a:pt x="9405" y="5756"/>
                    <a:pt x="9266" y="5582"/>
                  </a:cubicBezTo>
                  <a:cubicBezTo>
                    <a:pt x="9043" y="5296"/>
                    <a:pt x="8782" y="5046"/>
                    <a:pt x="8517" y="4802"/>
                  </a:cubicBezTo>
                  <a:cubicBezTo>
                    <a:pt x="8281" y="4579"/>
                    <a:pt x="8037" y="4356"/>
                    <a:pt x="7786" y="4144"/>
                  </a:cubicBezTo>
                  <a:cubicBezTo>
                    <a:pt x="7295" y="3730"/>
                    <a:pt x="6814" y="3301"/>
                    <a:pt x="6327" y="2883"/>
                  </a:cubicBezTo>
                  <a:cubicBezTo>
                    <a:pt x="5958" y="2566"/>
                    <a:pt x="5582" y="2261"/>
                    <a:pt x="5216" y="1940"/>
                  </a:cubicBezTo>
                  <a:cubicBezTo>
                    <a:pt x="5035" y="1780"/>
                    <a:pt x="4847" y="1630"/>
                    <a:pt x="4662" y="1480"/>
                  </a:cubicBezTo>
                  <a:cubicBezTo>
                    <a:pt x="4575" y="1407"/>
                    <a:pt x="4489" y="1337"/>
                    <a:pt x="4402" y="1268"/>
                  </a:cubicBezTo>
                  <a:cubicBezTo>
                    <a:pt x="4297" y="1184"/>
                    <a:pt x="4182" y="1112"/>
                    <a:pt x="4077" y="1031"/>
                  </a:cubicBezTo>
                  <a:cubicBezTo>
                    <a:pt x="4057" y="1011"/>
                    <a:pt x="4032" y="996"/>
                    <a:pt x="4008" y="982"/>
                  </a:cubicBezTo>
                  <a:cubicBezTo>
                    <a:pt x="3980" y="802"/>
                    <a:pt x="3869" y="638"/>
                    <a:pt x="3695" y="554"/>
                  </a:cubicBezTo>
                  <a:cubicBezTo>
                    <a:pt x="3510" y="464"/>
                    <a:pt x="3322" y="373"/>
                    <a:pt x="3127" y="307"/>
                  </a:cubicBezTo>
                  <a:cubicBezTo>
                    <a:pt x="2970" y="255"/>
                    <a:pt x="2814" y="209"/>
                    <a:pt x="2657" y="164"/>
                  </a:cubicBezTo>
                  <a:cubicBezTo>
                    <a:pt x="2511" y="122"/>
                    <a:pt x="2369" y="88"/>
                    <a:pt x="2222" y="56"/>
                  </a:cubicBezTo>
                  <a:cubicBezTo>
                    <a:pt x="2023" y="18"/>
                    <a:pt x="1829" y="0"/>
                    <a:pt x="1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3"/>
            <p:cNvSpPr/>
            <p:nvPr/>
          </p:nvSpPr>
          <p:spPr>
            <a:xfrm>
              <a:off x="6518777" y="3638131"/>
              <a:ext cx="478044" cy="288237"/>
            </a:xfrm>
            <a:custGeom>
              <a:rect b="b" l="l" r="r" t="t"/>
              <a:pathLst>
                <a:path extrusionOk="0" h="7113" w="11797">
                  <a:moveTo>
                    <a:pt x="9731" y="1117"/>
                  </a:moveTo>
                  <a:cubicBezTo>
                    <a:pt x="9812" y="1124"/>
                    <a:pt x="9892" y="1138"/>
                    <a:pt x="9972" y="1156"/>
                  </a:cubicBezTo>
                  <a:cubicBezTo>
                    <a:pt x="10083" y="1201"/>
                    <a:pt x="10184" y="1254"/>
                    <a:pt x="10289" y="1312"/>
                  </a:cubicBezTo>
                  <a:cubicBezTo>
                    <a:pt x="10345" y="1350"/>
                    <a:pt x="10393" y="1396"/>
                    <a:pt x="10442" y="1442"/>
                  </a:cubicBezTo>
                  <a:cubicBezTo>
                    <a:pt x="10501" y="1511"/>
                    <a:pt x="10550" y="1588"/>
                    <a:pt x="10595" y="1664"/>
                  </a:cubicBezTo>
                  <a:cubicBezTo>
                    <a:pt x="10620" y="1720"/>
                    <a:pt x="10641" y="1779"/>
                    <a:pt x="10661" y="1842"/>
                  </a:cubicBezTo>
                  <a:cubicBezTo>
                    <a:pt x="10668" y="1894"/>
                    <a:pt x="10676" y="1950"/>
                    <a:pt x="10676" y="2006"/>
                  </a:cubicBezTo>
                  <a:cubicBezTo>
                    <a:pt x="10665" y="2085"/>
                    <a:pt x="10651" y="2165"/>
                    <a:pt x="10630" y="2245"/>
                  </a:cubicBezTo>
                  <a:cubicBezTo>
                    <a:pt x="10581" y="2364"/>
                    <a:pt x="10522" y="2479"/>
                    <a:pt x="10456" y="2591"/>
                  </a:cubicBezTo>
                  <a:cubicBezTo>
                    <a:pt x="10341" y="2758"/>
                    <a:pt x="10219" y="2921"/>
                    <a:pt x="10091" y="3081"/>
                  </a:cubicBezTo>
                  <a:cubicBezTo>
                    <a:pt x="9969" y="3234"/>
                    <a:pt x="9826" y="3374"/>
                    <a:pt x="9683" y="3510"/>
                  </a:cubicBezTo>
                  <a:cubicBezTo>
                    <a:pt x="9220" y="3913"/>
                    <a:pt x="8698" y="4241"/>
                    <a:pt x="8155" y="4529"/>
                  </a:cubicBezTo>
                  <a:cubicBezTo>
                    <a:pt x="7865" y="4672"/>
                    <a:pt x="7576" y="4801"/>
                    <a:pt x="7277" y="4919"/>
                  </a:cubicBezTo>
                  <a:cubicBezTo>
                    <a:pt x="6978" y="5038"/>
                    <a:pt x="6671" y="5149"/>
                    <a:pt x="6368" y="5265"/>
                  </a:cubicBezTo>
                  <a:cubicBezTo>
                    <a:pt x="6072" y="5372"/>
                    <a:pt x="5773" y="5469"/>
                    <a:pt x="5466" y="5549"/>
                  </a:cubicBezTo>
                  <a:cubicBezTo>
                    <a:pt x="5140" y="5633"/>
                    <a:pt x="4815" y="5724"/>
                    <a:pt x="4488" y="5811"/>
                  </a:cubicBezTo>
                  <a:cubicBezTo>
                    <a:pt x="4425" y="5829"/>
                    <a:pt x="4359" y="5842"/>
                    <a:pt x="4297" y="5856"/>
                  </a:cubicBezTo>
                  <a:cubicBezTo>
                    <a:pt x="4095" y="5898"/>
                    <a:pt x="3893" y="5933"/>
                    <a:pt x="3687" y="5964"/>
                  </a:cubicBezTo>
                  <a:cubicBezTo>
                    <a:pt x="3532" y="5984"/>
                    <a:pt x="3376" y="5993"/>
                    <a:pt x="3219" y="5993"/>
                  </a:cubicBezTo>
                  <a:cubicBezTo>
                    <a:pt x="3186" y="5993"/>
                    <a:pt x="3153" y="5992"/>
                    <a:pt x="3120" y="5992"/>
                  </a:cubicBezTo>
                  <a:cubicBezTo>
                    <a:pt x="2974" y="5982"/>
                    <a:pt x="2824" y="5967"/>
                    <a:pt x="2678" y="5943"/>
                  </a:cubicBezTo>
                  <a:cubicBezTo>
                    <a:pt x="2538" y="5915"/>
                    <a:pt x="2399" y="5880"/>
                    <a:pt x="2263" y="5842"/>
                  </a:cubicBezTo>
                  <a:cubicBezTo>
                    <a:pt x="2096" y="5779"/>
                    <a:pt x="1943" y="5696"/>
                    <a:pt x="1793" y="5602"/>
                  </a:cubicBezTo>
                  <a:cubicBezTo>
                    <a:pt x="1661" y="5504"/>
                    <a:pt x="1536" y="5403"/>
                    <a:pt x="1417" y="5289"/>
                  </a:cubicBezTo>
                  <a:cubicBezTo>
                    <a:pt x="1354" y="5212"/>
                    <a:pt x="1299" y="5128"/>
                    <a:pt x="1246" y="5045"/>
                  </a:cubicBezTo>
                  <a:cubicBezTo>
                    <a:pt x="1205" y="4955"/>
                    <a:pt x="1170" y="4860"/>
                    <a:pt x="1142" y="4766"/>
                  </a:cubicBezTo>
                  <a:cubicBezTo>
                    <a:pt x="1132" y="4686"/>
                    <a:pt x="1124" y="4609"/>
                    <a:pt x="1124" y="4529"/>
                  </a:cubicBezTo>
                  <a:cubicBezTo>
                    <a:pt x="1132" y="4471"/>
                    <a:pt x="1139" y="4415"/>
                    <a:pt x="1153" y="4355"/>
                  </a:cubicBezTo>
                  <a:cubicBezTo>
                    <a:pt x="1201" y="4233"/>
                    <a:pt x="1257" y="4111"/>
                    <a:pt x="1327" y="3997"/>
                  </a:cubicBezTo>
                  <a:cubicBezTo>
                    <a:pt x="1490" y="3760"/>
                    <a:pt x="1689" y="3558"/>
                    <a:pt x="1894" y="3359"/>
                  </a:cubicBezTo>
                  <a:cubicBezTo>
                    <a:pt x="2023" y="3248"/>
                    <a:pt x="2156" y="3140"/>
                    <a:pt x="2291" y="3036"/>
                  </a:cubicBezTo>
                  <a:cubicBezTo>
                    <a:pt x="2357" y="2983"/>
                    <a:pt x="2431" y="2935"/>
                    <a:pt x="2503" y="2890"/>
                  </a:cubicBezTo>
                  <a:cubicBezTo>
                    <a:pt x="2594" y="2834"/>
                    <a:pt x="2681" y="2782"/>
                    <a:pt x="2772" y="2729"/>
                  </a:cubicBezTo>
                  <a:cubicBezTo>
                    <a:pt x="2984" y="2625"/>
                    <a:pt x="3204" y="2549"/>
                    <a:pt x="3427" y="2469"/>
                  </a:cubicBezTo>
                  <a:cubicBezTo>
                    <a:pt x="3555" y="2423"/>
                    <a:pt x="3687" y="2377"/>
                    <a:pt x="3819" y="2340"/>
                  </a:cubicBezTo>
                  <a:cubicBezTo>
                    <a:pt x="4137" y="2245"/>
                    <a:pt x="4457" y="2158"/>
                    <a:pt x="4777" y="2075"/>
                  </a:cubicBezTo>
                  <a:cubicBezTo>
                    <a:pt x="5349" y="1925"/>
                    <a:pt x="5923" y="1776"/>
                    <a:pt x="6498" y="1633"/>
                  </a:cubicBezTo>
                  <a:cubicBezTo>
                    <a:pt x="6671" y="1594"/>
                    <a:pt x="6845" y="1556"/>
                    <a:pt x="7020" y="1525"/>
                  </a:cubicBezTo>
                  <a:cubicBezTo>
                    <a:pt x="7218" y="1490"/>
                    <a:pt x="7413" y="1462"/>
                    <a:pt x="7611" y="1434"/>
                  </a:cubicBezTo>
                  <a:cubicBezTo>
                    <a:pt x="7761" y="1413"/>
                    <a:pt x="7907" y="1392"/>
                    <a:pt x="8057" y="1375"/>
                  </a:cubicBezTo>
                  <a:cubicBezTo>
                    <a:pt x="8099" y="1392"/>
                    <a:pt x="8144" y="1410"/>
                    <a:pt x="8190" y="1421"/>
                  </a:cubicBezTo>
                  <a:cubicBezTo>
                    <a:pt x="8229" y="1430"/>
                    <a:pt x="8268" y="1434"/>
                    <a:pt x="8307" y="1434"/>
                  </a:cubicBezTo>
                  <a:cubicBezTo>
                    <a:pt x="8479" y="1434"/>
                    <a:pt x="8647" y="1357"/>
                    <a:pt x="8809" y="1291"/>
                  </a:cubicBezTo>
                  <a:cubicBezTo>
                    <a:pt x="8851" y="1288"/>
                    <a:pt x="8892" y="1284"/>
                    <a:pt x="8934" y="1278"/>
                  </a:cubicBezTo>
                  <a:cubicBezTo>
                    <a:pt x="9046" y="1267"/>
                    <a:pt x="9147" y="1225"/>
                    <a:pt x="9230" y="1159"/>
                  </a:cubicBezTo>
                  <a:cubicBezTo>
                    <a:pt x="9397" y="1132"/>
                    <a:pt x="9561" y="1117"/>
                    <a:pt x="9731" y="1117"/>
                  </a:cubicBezTo>
                  <a:close/>
                  <a:moveTo>
                    <a:pt x="9627" y="0"/>
                  </a:moveTo>
                  <a:cubicBezTo>
                    <a:pt x="9572" y="0"/>
                    <a:pt x="9519" y="0"/>
                    <a:pt x="9467" y="3"/>
                  </a:cubicBezTo>
                  <a:cubicBezTo>
                    <a:pt x="9223" y="10"/>
                    <a:pt x="8987" y="66"/>
                    <a:pt x="8754" y="129"/>
                  </a:cubicBezTo>
                  <a:cubicBezTo>
                    <a:pt x="8687" y="146"/>
                    <a:pt x="8621" y="167"/>
                    <a:pt x="8555" y="191"/>
                  </a:cubicBezTo>
                  <a:cubicBezTo>
                    <a:pt x="7960" y="254"/>
                    <a:pt x="7367" y="327"/>
                    <a:pt x="6779" y="435"/>
                  </a:cubicBezTo>
                  <a:cubicBezTo>
                    <a:pt x="6431" y="497"/>
                    <a:pt x="6083" y="585"/>
                    <a:pt x="5741" y="672"/>
                  </a:cubicBezTo>
                  <a:cubicBezTo>
                    <a:pt x="5407" y="759"/>
                    <a:pt x="5069" y="846"/>
                    <a:pt x="4735" y="933"/>
                  </a:cubicBezTo>
                  <a:cubicBezTo>
                    <a:pt x="4419" y="1016"/>
                    <a:pt x="4102" y="1100"/>
                    <a:pt x="3788" y="1183"/>
                  </a:cubicBezTo>
                  <a:cubicBezTo>
                    <a:pt x="3464" y="1270"/>
                    <a:pt x="3148" y="1379"/>
                    <a:pt x="2834" y="1490"/>
                  </a:cubicBezTo>
                  <a:cubicBezTo>
                    <a:pt x="2385" y="1650"/>
                    <a:pt x="1950" y="1884"/>
                    <a:pt x="1571" y="2176"/>
                  </a:cubicBezTo>
                  <a:cubicBezTo>
                    <a:pt x="1275" y="2409"/>
                    <a:pt x="999" y="2663"/>
                    <a:pt x="738" y="2938"/>
                  </a:cubicBezTo>
                  <a:cubicBezTo>
                    <a:pt x="589" y="3095"/>
                    <a:pt x="460" y="3280"/>
                    <a:pt x="345" y="3464"/>
                  </a:cubicBezTo>
                  <a:cubicBezTo>
                    <a:pt x="275" y="3579"/>
                    <a:pt x="216" y="3698"/>
                    <a:pt x="160" y="3823"/>
                  </a:cubicBezTo>
                  <a:cubicBezTo>
                    <a:pt x="118" y="3920"/>
                    <a:pt x="91" y="4021"/>
                    <a:pt x="56" y="4122"/>
                  </a:cubicBezTo>
                  <a:cubicBezTo>
                    <a:pt x="11" y="4268"/>
                    <a:pt x="14" y="4436"/>
                    <a:pt x="11" y="4589"/>
                  </a:cubicBezTo>
                  <a:cubicBezTo>
                    <a:pt x="1" y="4822"/>
                    <a:pt x="52" y="5051"/>
                    <a:pt x="129" y="5271"/>
                  </a:cubicBezTo>
                  <a:cubicBezTo>
                    <a:pt x="209" y="5501"/>
                    <a:pt x="335" y="5720"/>
                    <a:pt x="481" y="5912"/>
                  </a:cubicBezTo>
                  <a:cubicBezTo>
                    <a:pt x="652" y="6131"/>
                    <a:pt x="864" y="6305"/>
                    <a:pt x="1083" y="6465"/>
                  </a:cubicBezTo>
                  <a:cubicBezTo>
                    <a:pt x="1170" y="6528"/>
                    <a:pt x="1271" y="6594"/>
                    <a:pt x="1365" y="6647"/>
                  </a:cubicBezTo>
                  <a:cubicBezTo>
                    <a:pt x="1487" y="6719"/>
                    <a:pt x="1609" y="6785"/>
                    <a:pt x="1741" y="6838"/>
                  </a:cubicBezTo>
                  <a:cubicBezTo>
                    <a:pt x="1873" y="6890"/>
                    <a:pt x="2013" y="6928"/>
                    <a:pt x="2148" y="6970"/>
                  </a:cubicBezTo>
                  <a:cubicBezTo>
                    <a:pt x="2215" y="6988"/>
                    <a:pt x="2281" y="7008"/>
                    <a:pt x="2347" y="7019"/>
                  </a:cubicBezTo>
                  <a:cubicBezTo>
                    <a:pt x="2655" y="7076"/>
                    <a:pt x="2966" y="7113"/>
                    <a:pt x="3280" y="7113"/>
                  </a:cubicBezTo>
                  <a:cubicBezTo>
                    <a:pt x="3331" y="7113"/>
                    <a:pt x="3382" y="7112"/>
                    <a:pt x="3433" y="7110"/>
                  </a:cubicBezTo>
                  <a:cubicBezTo>
                    <a:pt x="4112" y="7082"/>
                    <a:pt x="4774" y="6886"/>
                    <a:pt x="5425" y="6713"/>
                  </a:cubicBezTo>
                  <a:cubicBezTo>
                    <a:pt x="5752" y="6626"/>
                    <a:pt x="6080" y="6539"/>
                    <a:pt x="6403" y="6438"/>
                  </a:cubicBezTo>
                  <a:cubicBezTo>
                    <a:pt x="6717" y="6340"/>
                    <a:pt x="7020" y="6215"/>
                    <a:pt x="7326" y="6100"/>
                  </a:cubicBezTo>
                  <a:cubicBezTo>
                    <a:pt x="7618" y="5988"/>
                    <a:pt x="7907" y="5880"/>
                    <a:pt x="8186" y="5752"/>
                  </a:cubicBezTo>
                  <a:cubicBezTo>
                    <a:pt x="8516" y="5602"/>
                    <a:pt x="8841" y="5435"/>
                    <a:pt x="9154" y="5250"/>
                  </a:cubicBezTo>
                  <a:cubicBezTo>
                    <a:pt x="9728" y="4913"/>
                    <a:pt x="10279" y="4526"/>
                    <a:pt x="10738" y="4039"/>
                  </a:cubicBezTo>
                  <a:cubicBezTo>
                    <a:pt x="10961" y="3798"/>
                    <a:pt x="11160" y="3537"/>
                    <a:pt x="11344" y="3266"/>
                  </a:cubicBezTo>
                  <a:cubicBezTo>
                    <a:pt x="11452" y="3109"/>
                    <a:pt x="11546" y="2949"/>
                    <a:pt x="11622" y="2774"/>
                  </a:cubicBezTo>
                  <a:cubicBezTo>
                    <a:pt x="11678" y="2653"/>
                    <a:pt x="11713" y="2520"/>
                    <a:pt x="11748" y="2395"/>
                  </a:cubicBezTo>
                  <a:cubicBezTo>
                    <a:pt x="11783" y="2260"/>
                    <a:pt x="11786" y="2117"/>
                    <a:pt x="11790" y="1977"/>
                  </a:cubicBezTo>
                  <a:cubicBezTo>
                    <a:pt x="11796" y="1818"/>
                    <a:pt x="11769" y="1667"/>
                    <a:pt x="11727" y="1511"/>
                  </a:cubicBezTo>
                  <a:cubicBezTo>
                    <a:pt x="11661" y="1260"/>
                    <a:pt x="11532" y="1027"/>
                    <a:pt x="11378" y="818"/>
                  </a:cubicBezTo>
                  <a:cubicBezTo>
                    <a:pt x="11229" y="613"/>
                    <a:pt x="11034" y="463"/>
                    <a:pt x="10822" y="330"/>
                  </a:cubicBezTo>
                  <a:cubicBezTo>
                    <a:pt x="10748" y="285"/>
                    <a:pt x="10676" y="243"/>
                    <a:pt x="10599" y="205"/>
                  </a:cubicBezTo>
                  <a:cubicBezTo>
                    <a:pt x="10529" y="171"/>
                    <a:pt x="10456" y="142"/>
                    <a:pt x="10379" y="118"/>
                  </a:cubicBezTo>
                  <a:cubicBezTo>
                    <a:pt x="10271" y="84"/>
                    <a:pt x="10157" y="42"/>
                    <a:pt x="10041" y="28"/>
                  </a:cubicBezTo>
                  <a:cubicBezTo>
                    <a:pt x="9906" y="7"/>
                    <a:pt x="9767"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3"/>
            <p:cNvSpPr/>
            <p:nvPr/>
          </p:nvSpPr>
          <p:spPr>
            <a:xfrm>
              <a:off x="6735335" y="3738670"/>
              <a:ext cx="41373" cy="79667"/>
            </a:xfrm>
            <a:custGeom>
              <a:rect b="b" l="l" r="r" t="t"/>
              <a:pathLst>
                <a:path extrusionOk="0" h="1966" w="1021">
                  <a:moveTo>
                    <a:pt x="564" y="1"/>
                  </a:moveTo>
                  <a:cubicBezTo>
                    <a:pt x="381" y="1"/>
                    <a:pt x="217" y="134"/>
                    <a:pt x="168" y="318"/>
                  </a:cubicBezTo>
                  <a:cubicBezTo>
                    <a:pt x="109" y="541"/>
                    <a:pt x="53" y="767"/>
                    <a:pt x="29" y="997"/>
                  </a:cubicBezTo>
                  <a:cubicBezTo>
                    <a:pt x="15" y="1122"/>
                    <a:pt x="0" y="1251"/>
                    <a:pt x="11" y="1380"/>
                  </a:cubicBezTo>
                  <a:cubicBezTo>
                    <a:pt x="21" y="1481"/>
                    <a:pt x="39" y="1585"/>
                    <a:pt x="71" y="1683"/>
                  </a:cubicBezTo>
                  <a:cubicBezTo>
                    <a:pt x="127" y="1853"/>
                    <a:pt x="290" y="1966"/>
                    <a:pt x="466" y="1966"/>
                  </a:cubicBezTo>
                  <a:cubicBezTo>
                    <a:pt x="505" y="1966"/>
                    <a:pt x="546" y="1960"/>
                    <a:pt x="585" y="1948"/>
                  </a:cubicBezTo>
                  <a:cubicBezTo>
                    <a:pt x="794" y="1878"/>
                    <a:pt x="920" y="1645"/>
                    <a:pt x="850" y="1432"/>
                  </a:cubicBezTo>
                  <a:cubicBezTo>
                    <a:pt x="844" y="1411"/>
                    <a:pt x="836" y="1387"/>
                    <a:pt x="829" y="1366"/>
                  </a:cubicBezTo>
                  <a:cubicBezTo>
                    <a:pt x="823" y="1300"/>
                    <a:pt x="823" y="1233"/>
                    <a:pt x="826" y="1167"/>
                  </a:cubicBezTo>
                  <a:cubicBezTo>
                    <a:pt x="854" y="941"/>
                    <a:pt x="906" y="719"/>
                    <a:pt x="966" y="499"/>
                  </a:cubicBezTo>
                  <a:cubicBezTo>
                    <a:pt x="1021" y="283"/>
                    <a:pt x="868" y="57"/>
                    <a:pt x="656" y="8"/>
                  </a:cubicBezTo>
                  <a:cubicBezTo>
                    <a:pt x="624" y="1"/>
                    <a:pt x="596"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3"/>
            <p:cNvSpPr/>
            <p:nvPr/>
          </p:nvSpPr>
          <p:spPr>
            <a:xfrm>
              <a:off x="6651532" y="3512265"/>
              <a:ext cx="198844" cy="512326"/>
            </a:xfrm>
            <a:custGeom>
              <a:rect b="b" l="l" r="r" t="t"/>
              <a:pathLst>
                <a:path extrusionOk="0" h="12643" w="4907">
                  <a:moveTo>
                    <a:pt x="3685" y="0"/>
                  </a:moveTo>
                  <a:cubicBezTo>
                    <a:pt x="3559" y="0"/>
                    <a:pt x="3437" y="18"/>
                    <a:pt x="3315" y="42"/>
                  </a:cubicBezTo>
                  <a:cubicBezTo>
                    <a:pt x="3100" y="80"/>
                    <a:pt x="2915" y="202"/>
                    <a:pt x="2744" y="331"/>
                  </a:cubicBezTo>
                  <a:cubicBezTo>
                    <a:pt x="2602" y="435"/>
                    <a:pt x="2465" y="561"/>
                    <a:pt x="2351" y="693"/>
                  </a:cubicBezTo>
                  <a:cubicBezTo>
                    <a:pt x="2229" y="836"/>
                    <a:pt x="2121" y="985"/>
                    <a:pt x="2013" y="1135"/>
                  </a:cubicBezTo>
                  <a:cubicBezTo>
                    <a:pt x="1846" y="1375"/>
                    <a:pt x="1713" y="1633"/>
                    <a:pt x="1588" y="1898"/>
                  </a:cubicBezTo>
                  <a:cubicBezTo>
                    <a:pt x="1459" y="2162"/>
                    <a:pt x="1334" y="2427"/>
                    <a:pt x="1229" y="2702"/>
                  </a:cubicBezTo>
                  <a:cubicBezTo>
                    <a:pt x="1226" y="2712"/>
                    <a:pt x="1219" y="2726"/>
                    <a:pt x="1216" y="2737"/>
                  </a:cubicBezTo>
                  <a:cubicBezTo>
                    <a:pt x="1205" y="2758"/>
                    <a:pt x="1199" y="2779"/>
                    <a:pt x="1191" y="2799"/>
                  </a:cubicBezTo>
                  <a:cubicBezTo>
                    <a:pt x="1178" y="2827"/>
                    <a:pt x="1170" y="2855"/>
                    <a:pt x="1163" y="2883"/>
                  </a:cubicBezTo>
                  <a:cubicBezTo>
                    <a:pt x="1160" y="2890"/>
                    <a:pt x="1157" y="2897"/>
                    <a:pt x="1153" y="2907"/>
                  </a:cubicBezTo>
                  <a:cubicBezTo>
                    <a:pt x="1139" y="2952"/>
                    <a:pt x="1122" y="2994"/>
                    <a:pt x="1107" y="3036"/>
                  </a:cubicBezTo>
                  <a:cubicBezTo>
                    <a:pt x="1080" y="3109"/>
                    <a:pt x="1052" y="3182"/>
                    <a:pt x="1028" y="3256"/>
                  </a:cubicBezTo>
                  <a:cubicBezTo>
                    <a:pt x="975" y="3402"/>
                    <a:pt x="924" y="3548"/>
                    <a:pt x="874" y="3694"/>
                  </a:cubicBezTo>
                  <a:cubicBezTo>
                    <a:pt x="777" y="3979"/>
                    <a:pt x="694" y="4268"/>
                    <a:pt x="620" y="4561"/>
                  </a:cubicBezTo>
                  <a:cubicBezTo>
                    <a:pt x="548" y="4853"/>
                    <a:pt x="477" y="5146"/>
                    <a:pt x="422" y="5446"/>
                  </a:cubicBezTo>
                  <a:cubicBezTo>
                    <a:pt x="370" y="5745"/>
                    <a:pt x="339" y="6052"/>
                    <a:pt x="300" y="6354"/>
                  </a:cubicBezTo>
                  <a:cubicBezTo>
                    <a:pt x="262" y="6664"/>
                    <a:pt x="220" y="6974"/>
                    <a:pt x="175" y="7284"/>
                  </a:cubicBezTo>
                  <a:cubicBezTo>
                    <a:pt x="126" y="7622"/>
                    <a:pt x="95" y="7959"/>
                    <a:pt x="74" y="8300"/>
                  </a:cubicBezTo>
                  <a:cubicBezTo>
                    <a:pt x="50" y="8628"/>
                    <a:pt x="32" y="8955"/>
                    <a:pt x="14" y="9282"/>
                  </a:cubicBezTo>
                  <a:cubicBezTo>
                    <a:pt x="0" y="9624"/>
                    <a:pt x="11" y="9962"/>
                    <a:pt x="105" y="10292"/>
                  </a:cubicBezTo>
                  <a:cubicBezTo>
                    <a:pt x="188" y="10588"/>
                    <a:pt x="283" y="10877"/>
                    <a:pt x="408" y="11156"/>
                  </a:cubicBezTo>
                  <a:cubicBezTo>
                    <a:pt x="481" y="11316"/>
                    <a:pt x="561" y="11472"/>
                    <a:pt x="655" y="11622"/>
                  </a:cubicBezTo>
                  <a:cubicBezTo>
                    <a:pt x="749" y="11772"/>
                    <a:pt x="853" y="11922"/>
                    <a:pt x="972" y="12054"/>
                  </a:cubicBezTo>
                  <a:cubicBezTo>
                    <a:pt x="1017" y="12102"/>
                    <a:pt x="1062" y="12152"/>
                    <a:pt x="1115" y="12194"/>
                  </a:cubicBezTo>
                  <a:cubicBezTo>
                    <a:pt x="1199" y="12270"/>
                    <a:pt x="1292" y="12332"/>
                    <a:pt x="1387" y="12395"/>
                  </a:cubicBezTo>
                  <a:cubicBezTo>
                    <a:pt x="1446" y="12433"/>
                    <a:pt x="1509" y="12468"/>
                    <a:pt x="1575" y="12499"/>
                  </a:cubicBezTo>
                  <a:cubicBezTo>
                    <a:pt x="1647" y="12531"/>
                    <a:pt x="1724" y="12562"/>
                    <a:pt x="1801" y="12590"/>
                  </a:cubicBezTo>
                  <a:cubicBezTo>
                    <a:pt x="1911" y="12626"/>
                    <a:pt x="2026" y="12642"/>
                    <a:pt x="2140" y="12642"/>
                  </a:cubicBezTo>
                  <a:cubicBezTo>
                    <a:pt x="2170" y="12642"/>
                    <a:pt x="2199" y="12641"/>
                    <a:pt x="2229" y="12639"/>
                  </a:cubicBezTo>
                  <a:cubicBezTo>
                    <a:pt x="2337" y="12632"/>
                    <a:pt x="2441" y="12611"/>
                    <a:pt x="2546" y="12590"/>
                  </a:cubicBezTo>
                  <a:cubicBezTo>
                    <a:pt x="2643" y="12570"/>
                    <a:pt x="2734" y="12475"/>
                    <a:pt x="2783" y="12392"/>
                  </a:cubicBezTo>
                  <a:cubicBezTo>
                    <a:pt x="2831" y="12294"/>
                    <a:pt x="2841" y="12179"/>
                    <a:pt x="2810" y="12075"/>
                  </a:cubicBezTo>
                  <a:cubicBezTo>
                    <a:pt x="2775" y="11974"/>
                    <a:pt x="2706" y="11887"/>
                    <a:pt x="2612" y="11838"/>
                  </a:cubicBezTo>
                  <a:cubicBezTo>
                    <a:pt x="2577" y="11824"/>
                    <a:pt x="2542" y="11813"/>
                    <a:pt x="2507" y="11800"/>
                  </a:cubicBezTo>
                  <a:cubicBezTo>
                    <a:pt x="2477" y="11794"/>
                    <a:pt x="2446" y="11790"/>
                    <a:pt x="2415" y="11790"/>
                  </a:cubicBezTo>
                  <a:cubicBezTo>
                    <a:pt x="2375" y="11790"/>
                    <a:pt x="2335" y="11796"/>
                    <a:pt x="2295" y="11810"/>
                  </a:cubicBezTo>
                  <a:cubicBezTo>
                    <a:pt x="2236" y="11818"/>
                    <a:pt x="2173" y="11824"/>
                    <a:pt x="2110" y="11824"/>
                  </a:cubicBezTo>
                  <a:cubicBezTo>
                    <a:pt x="2083" y="11821"/>
                    <a:pt x="2055" y="11813"/>
                    <a:pt x="2027" y="11807"/>
                  </a:cubicBezTo>
                  <a:cubicBezTo>
                    <a:pt x="1926" y="11762"/>
                    <a:pt x="1832" y="11713"/>
                    <a:pt x="1742" y="11654"/>
                  </a:cubicBezTo>
                  <a:cubicBezTo>
                    <a:pt x="1676" y="11598"/>
                    <a:pt x="1613" y="11542"/>
                    <a:pt x="1550" y="11476"/>
                  </a:cubicBezTo>
                  <a:cubicBezTo>
                    <a:pt x="1404" y="11284"/>
                    <a:pt x="1275" y="11079"/>
                    <a:pt x="1167" y="10863"/>
                  </a:cubicBezTo>
                  <a:cubicBezTo>
                    <a:pt x="1035" y="10564"/>
                    <a:pt x="934" y="10251"/>
                    <a:pt x="853" y="9930"/>
                  </a:cubicBezTo>
                  <a:cubicBezTo>
                    <a:pt x="812" y="9610"/>
                    <a:pt x="829" y="9286"/>
                    <a:pt x="847" y="8966"/>
                  </a:cubicBezTo>
                  <a:cubicBezTo>
                    <a:pt x="864" y="8635"/>
                    <a:pt x="885" y="8304"/>
                    <a:pt x="913" y="7977"/>
                  </a:cubicBezTo>
                  <a:cubicBezTo>
                    <a:pt x="940" y="7684"/>
                    <a:pt x="982" y="7395"/>
                    <a:pt x="1024" y="7106"/>
                  </a:cubicBezTo>
                  <a:cubicBezTo>
                    <a:pt x="1066" y="6804"/>
                    <a:pt x="1101" y="6500"/>
                    <a:pt x="1136" y="6198"/>
                  </a:cubicBezTo>
                  <a:cubicBezTo>
                    <a:pt x="1209" y="5585"/>
                    <a:pt x="1345" y="4975"/>
                    <a:pt x="1515" y="4380"/>
                  </a:cubicBezTo>
                  <a:cubicBezTo>
                    <a:pt x="1626" y="3979"/>
                    <a:pt x="1766" y="3590"/>
                    <a:pt x="1909" y="3200"/>
                  </a:cubicBezTo>
                  <a:cubicBezTo>
                    <a:pt x="1912" y="3196"/>
                    <a:pt x="1915" y="3190"/>
                    <a:pt x="1915" y="3182"/>
                  </a:cubicBezTo>
                  <a:cubicBezTo>
                    <a:pt x="1930" y="3158"/>
                    <a:pt x="1940" y="3134"/>
                    <a:pt x="1947" y="3106"/>
                  </a:cubicBezTo>
                  <a:cubicBezTo>
                    <a:pt x="1957" y="3085"/>
                    <a:pt x="1964" y="3064"/>
                    <a:pt x="1968" y="3039"/>
                  </a:cubicBezTo>
                  <a:cubicBezTo>
                    <a:pt x="1975" y="3026"/>
                    <a:pt x="1978" y="3015"/>
                    <a:pt x="1982" y="3002"/>
                  </a:cubicBezTo>
                  <a:cubicBezTo>
                    <a:pt x="2020" y="2901"/>
                    <a:pt x="2062" y="2803"/>
                    <a:pt x="2107" y="2705"/>
                  </a:cubicBezTo>
                  <a:cubicBezTo>
                    <a:pt x="2208" y="2486"/>
                    <a:pt x="2309" y="2270"/>
                    <a:pt x="2417" y="2057"/>
                  </a:cubicBezTo>
                  <a:cubicBezTo>
                    <a:pt x="2518" y="1859"/>
                    <a:pt x="2629" y="1675"/>
                    <a:pt x="2754" y="1493"/>
                  </a:cubicBezTo>
                  <a:cubicBezTo>
                    <a:pt x="2810" y="1417"/>
                    <a:pt x="2870" y="1344"/>
                    <a:pt x="2932" y="1271"/>
                  </a:cubicBezTo>
                  <a:cubicBezTo>
                    <a:pt x="3005" y="1184"/>
                    <a:pt x="3089" y="1104"/>
                    <a:pt x="3176" y="1027"/>
                  </a:cubicBezTo>
                  <a:cubicBezTo>
                    <a:pt x="3246" y="971"/>
                    <a:pt x="3319" y="916"/>
                    <a:pt x="3399" y="871"/>
                  </a:cubicBezTo>
                  <a:cubicBezTo>
                    <a:pt x="3447" y="853"/>
                    <a:pt x="3493" y="839"/>
                    <a:pt x="3542" y="825"/>
                  </a:cubicBezTo>
                  <a:cubicBezTo>
                    <a:pt x="3606" y="818"/>
                    <a:pt x="3670" y="816"/>
                    <a:pt x="3733" y="816"/>
                  </a:cubicBezTo>
                  <a:cubicBezTo>
                    <a:pt x="3769" y="816"/>
                    <a:pt x="3805" y="817"/>
                    <a:pt x="3841" y="818"/>
                  </a:cubicBezTo>
                  <a:cubicBezTo>
                    <a:pt x="3921" y="829"/>
                    <a:pt x="3995" y="842"/>
                    <a:pt x="4067" y="867"/>
                  </a:cubicBezTo>
                  <a:cubicBezTo>
                    <a:pt x="4130" y="892"/>
                    <a:pt x="4189" y="923"/>
                    <a:pt x="4249" y="954"/>
                  </a:cubicBezTo>
                  <a:cubicBezTo>
                    <a:pt x="4309" y="986"/>
                    <a:pt x="4373" y="1001"/>
                    <a:pt x="4438" y="1001"/>
                  </a:cubicBezTo>
                  <a:cubicBezTo>
                    <a:pt x="4585" y="1001"/>
                    <a:pt x="4729" y="922"/>
                    <a:pt x="4802" y="783"/>
                  </a:cubicBezTo>
                  <a:cubicBezTo>
                    <a:pt x="4906" y="588"/>
                    <a:pt x="4830" y="334"/>
                    <a:pt x="4631" y="233"/>
                  </a:cubicBezTo>
                  <a:cubicBezTo>
                    <a:pt x="4454" y="140"/>
                    <a:pt x="4269" y="59"/>
                    <a:pt x="4071" y="28"/>
                  </a:cubicBezTo>
                  <a:cubicBezTo>
                    <a:pt x="3956" y="10"/>
                    <a:pt x="3837" y="3"/>
                    <a:pt x="37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3"/>
            <p:cNvSpPr/>
            <p:nvPr/>
          </p:nvSpPr>
          <p:spPr>
            <a:xfrm>
              <a:off x="6569391" y="3577305"/>
              <a:ext cx="352059" cy="398134"/>
            </a:xfrm>
            <a:custGeom>
              <a:rect b="b" l="l" r="r" t="t"/>
              <a:pathLst>
                <a:path extrusionOk="0" h="9825" w="8688">
                  <a:moveTo>
                    <a:pt x="1050" y="0"/>
                  </a:moveTo>
                  <a:cubicBezTo>
                    <a:pt x="973" y="0"/>
                    <a:pt x="889" y="21"/>
                    <a:pt x="833" y="66"/>
                  </a:cubicBezTo>
                  <a:cubicBezTo>
                    <a:pt x="736" y="147"/>
                    <a:pt x="638" y="227"/>
                    <a:pt x="552" y="317"/>
                  </a:cubicBezTo>
                  <a:cubicBezTo>
                    <a:pt x="506" y="362"/>
                    <a:pt x="468" y="411"/>
                    <a:pt x="426" y="460"/>
                  </a:cubicBezTo>
                  <a:cubicBezTo>
                    <a:pt x="367" y="526"/>
                    <a:pt x="314" y="603"/>
                    <a:pt x="266" y="679"/>
                  </a:cubicBezTo>
                  <a:cubicBezTo>
                    <a:pt x="214" y="762"/>
                    <a:pt x="186" y="863"/>
                    <a:pt x="155" y="958"/>
                  </a:cubicBezTo>
                  <a:cubicBezTo>
                    <a:pt x="105" y="1093"/>
                    <a:pt x="74" y="1236"/>
                    <a:pt x="53" y="1379"/>
                  </a:cubicBezTo>
                  <a:cubicBezTo>
                    <a:pt x="26" y="1556"/>
                    <a:pt x="1" y="1752"/>
                    <a:pt x="26" y="1932"/>
                  </a:cubicBezTo>
                  <a:cubicBezTo>
                    <a:pt x="47" y="2117"/>
                    <a:pt x="92" y="2295"/>
                    <a:pt x="140" y="2472"/>
                  </a:cubicBezTo>
                  <a:cubicBezTo>
                    <a:pt x="224" y="2768"/>
                    <a:pt x="290" y="3071"/>
                    <a:pt x="394" y="3360"/>
                  </a:cubicBezTo>
                  <a:cubicBezTo>
                    <a:pt x="454" y="3523"/>
                    <a:pt x="531" y="3680"/>
                    <a:pt x="607" y="3837"/>
                  </a:cubicBezTo>
                  <a:cubicBezTo>
                    <a:pt x="674" y="3966"/>
                    <a:pt x="740" y="4095"/>
                    <a:pt x="809" y="4224"/>
                  </a:cubicBezTo>
                  <a:cubicBezTo>
                    <a:pt x="913" y="4422"/>
                    <a:pt x="1021" y="4614"/>
                    <a:pt x="1157" y="4791"/>
                  </a:cubicBezTo>
                  <a:cubicBezTo>
                    <a:pt x="1293" y="4972"/>
                    <a:pt x="1450" y="5136"/>
                    <a:pt x="1596" y="5310"/>
                  </a:cubicBezTo>
                  <a:cubicBezTo>
                    <a:pt x="1665" y="5397"/>
                    <a:pt x="1735" y="5484"/>
                    <a:pt x="1802" y="5571"/>
                  </a:cubicBezTo>
                  <a:cubicBezTo>
                    <a:pt x="1899" y="5696"/>
                    <a:pt x="2003" y="5815"/>
                    <a:pt x="2107" y="5933"/>
                  </a:cubicBezTo>
                  <a:cubicBezTo>
                    <a:pt x="2268" y="6114"/>
                    <a:pt x="2453" y="6274"/>
                    <a:pt x="2633" y="6435"/>
                  </a:cubicBezTo>
                  <a:cubicBezTo>
                    <a:pt x="2731" y="6518"/>
                    <a:pt x="2829" y="6608"/>
                    <a:pt x="2933" y="6689"/>
                  </a:cubicBezTo>
                  <a:cubicBezTo>
                    <a:pt x="3048" y="6776"/>
                    <a:pt x="3163" y="6862"/>
                    <a:pt x="3281" y="6949"/>
                  </a:cubicBezTo>
                  <a:cubicBezTo>
                    <a:pt x="3504" y="7110"/>
                    <a:pt x="3730" y="7267"/>
                    <a:pt x="3957" y="7423"/>
                  </a:cubicBezTo>
                  <a:cubicBezTo>
                    <a:pt x="4207" y="7605"/>
                    <a:pt x="4458" y="7782"/>
                    <a:pt x="4705" y="7966"/>
                  </a:cubicBezTo>
                  <a:cubicBezTo>
                    <a:pt x="4956" y="8151"/>
                    <a:pt x="5189" y="8357"/>
                    <a:pt x="5440" y="8537"/>
                  </a:cubicBezTo>
                  <a:cubicBezTo>
                    <a:pt x="5729" y="8743"/>
                    <a:pt x="6025" y="8942"/>
                    <a:pt x="6331" y="9130"/>
                  </a:cubicBezTo>
                  <a:cubicBezTo>
                    <a:pt x="6592" y="9293"/>
                    <a:pt x="6860" y="9453"/>
                    <a:pt x="7142" y="9578"/>
                  </a:cubicBezTo>
                  <a:cubicBezTo>
                    <a:pt x="7460" y="9721"/>
                    <a:pt x="7803" y="9824"/>
                    <a:pt x="8153" y="9824"/>
                  </a:cubicBezTo>
                  <a:cubicBezTo>
                    <a:pt x="8198" y="9824"/>
                    <a:pt x="8243" y="9822"/>
                    <a:pt x="8288" y="9819"/>
                  </a:cubicBezTo>
                  <a:cubicBezTo>
                    <a:pt x="8511" y="9805"/>
                    <a:pt x="8688" y="9617"/>
                    <a:pt x="8675" y="9390"/>
                  </a:cubicBezTo>
                  <a:cubicBezTo>
                    <a:pt x="8664" y="9184"/>
                    <a:pt x="8486" y="9003"/>
                    <a:pt x="8275" y="9003"/>
                  </a:cubicBezTo>
                  <a:cubicBezTo>
                    <a:pt x="8265" y="9003"/>
                    <a:pt x="8256" y="9003"/>
                    <a:pt x="8246" y="9004"/>
                  </a:cubicBezTo>
                  <a:cubicBezTo>
                    <a:pt x="8187" y="9008"/>
                    <a:pt x="8127" y="9008"/>
                    <a:pt x="8069" y="9008"/>
                  </a:cubicBezTo>
                  <a:cubicBezTo>
                    <a:pt x="7923" y="8987"/>
                    <a:pt x="7780" y="8948"/>
                    <a:pt x="7637" y="8903"/>
                  </a:cubicBezTo>
                  <a:cubicBezTo>
                    <a:pt x="7369" y="8792"/>
                    <a:pt x="7115" y="8652"/>
                    <a:pt x="6867" y="8503"/>
                  </a:cubicBezTo>
                  <a:cubicBezTo>
                    <a:pt x="6606" y="8346"/>
                    <a:pt x="6352" y="8182"/>
                    <a:pt x="6101" y="8011"/>
                  </a:cubicBezTo>
                  <a:cubicBezTo>
                    <a:pt x="5934" y="7889"/>
                    <a:pt x="5774" y="7764"/>
                    <a:pt x="5614" y="7639"/>
                  </a:cubicBezTo>
                  <a:cubicBezTo>
                    <a:pt x="5426" y="7489"/>
                    <a:pt x="5234" y="7346"/>
                    <a:pt x="5043" y="7208"/>
                  </a:cubicBezTo>
                  <a:cubicBezTo>
                    <a:pt x="4639" y="6915"/>
                    <a:pt x="4232" y="6626"/>
                    <a:pt x="3820" y="6337"/>
                  </a:cubicBezTo>
                  <a:cubicBezTo>
                    <a:pt x="3364" y="6006"/>
                    <a:pt x="2936" y="5633"/>
                    <a:pt x="2557" y="5215"/>
                  </a:cubicBezTo>
                  <a:cubicBezTo>
                    <a:pt x="2435" y="5063"/>
                    <a:pt x="2316" y="4906"/>
                    <a:pt x="2191" y="4756"/>
                  </a:cubicBezTo>
                  <a:cubicBezTo>
                    <a:pt x="2094" y="4638"/>
                    <a:pt x="1993" y="4526"/>
                    <a:pt x="1892" y="4412"/>
                  </a:cubicBezTo>
                  <a:cubicBezTo>
                    <a:pt x="1760" y="4244"/>
                    <a:pt x="1651" y="4066"/>
                    <a:pt x="1547" y="3878"/>
                  </a:cubicBezTo>
                  <a:cubicBezTo>
                    <a:pt x="1450" y="3695"/>
                    <a:pt x="1352" y="3510"/>
                    <a:pt x="1262" y="3322"/>
                  </a:cubicBezTo>
                  <a:cubicBezTo>
                    <a:pt x="1161" y="3095"/>
                    <a:pt x="1091" y="2866"/>
                    <a:pt x="1029" y="2625"/>
                  </a:cubicBezTo>
                  <a:cubicBezTo>
                    <a:pt x="969" y="2395"/>
                    <a:pt x="896" y="2165"/>
                    <a:pt x="847" y="1932"/>
                  </a:cubicBezTo>
                  <a:cubicBezTo>
                    <a:pt x="836" y="1835"/>
                    <a:pt x="833" y="1738"/>
                    <a:pt x="836" y="1640"/>
                  </a:cubicBezTo>
                  <a:cubicBezTo>
                    <a:pt x="862" y="1473"/>
                    <a:pt x="896" y="1309"/>
                    <a:pt x="948" y="1146"/>
                  </a:cubicBezTo>
                  <a:cubicBezTo>
                    <a:pt x="962" y="1111"/>
                    <a:pt x="979" y="1079"/>
                    <a:pt x="1000" y="1045"/>
                  </a:cubicBezTo>
                  <a:cubicBezTo>
                    <a:pt x="1087" y="933"/>
                    <a:pt x="1192" y="828"/>
                    <a:pt x="1300" y="731"/>
                  </a:cubicBezTo>
                  <a:cubicBezTo>
                    <a:pt x="1317" y="717"/>
                    <a:pt x="1334" y="703"/>
                    <a:pt x="1352" y="690"/>
                  </a:cubicBezTo>
                  <a:cubicBezTo>
                    <a:pt x="1405" y="634"/>
                    <a:pt x="1436" y="571"/>
                    <a:pt x="1453" y="502"/>
                  </a:cubicBezTo>
                  <a:cubicBezTo>
                    <a:pt x="1474" y="394"/>
                    <a:pt x="1456" y="282"/>
                    <a:pt x="1397" y="192"/>
                  </a:cubicBezTo>
                  <a:cubicBezTo>
                    <a:pt x="1342" y="101"/>
                    <a:pt x="1248" y="35"/>
                    <a:pt x="1143" y="10"/>
                  </a:cubicBezTo>
                  <a:cubicBezTo>
                    <a:pt x="1116" y="4"/>
                    <a:pt x="1080" y="0"/>
                    <a:pt x="10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3"/>
            <p:cNvSpPr/>
            <p:nvPr/>
          </p:nvSpPr>
          <p:spPr>
            <a:xfrm>
              <a:off x="6669281" y="3529569"/>
              <a:ext cx="197182" cy="481326"/>
            </a:xfrm>
            <a:custGeom>
              <a:rect b="b" l="l" r="r" t="t"/>
              <a:pathLst>
                <a:path extrusionOk="0" h="11878" w="4866">
                  <a:moveTo>
                    <a:pt x="2856" y="366"/>
                  </a:moveTo>
                  <a:cubicBezTo>
                    <a:pt x="2886" y="366"/>
                    <a:pt x="2916" y="367"/>
                    <a:pt x="2947" y="370"/>
                  </a:cubicBezTo>
                  <a:cubicBezTo>
                    <a:pt x="3065" y="394"/>
                    <a:pt x="3180" y="436"/>
                    <a:pt x="3295" y="478"/>
                  </a:cubicBezTo>
                  <a:cubicBezTo>
                    <a:pt x="3403" y="531"/>
                    <a:pt x="3507" y="586"/>
                    <a:pt x="3605" y="659"/>
                  </a:cubicBezTo>
                  <a:cubicBezTo>
                    <a:pt x="3699" y="743"/>
                    <a:pt x="3782" y="833"/>
                    <a:pt x="3856" y="934"/>
                  </a:cubicBezTo>
                  <a:cubicBezTo>
                    <a:pt x="3957" y="1081"/>
                    <a:pt x="4037" y="1241"/>
                    <a:pt x="4106" y="1405"/>
                  </a:cubicBezTo>
                  <a:cubicBezTo>
                    <a:pt x="4145" y="1505"/>
                    <a:pt x="4179" y="1606"/>
                    <a:pt x="4211" y="1707"/>
                  </a:cubicBezTo>
                  <a:cubicBezTo>
                    <a:pt x="4249" y="1826"/>
                    <a:pt x="4280" y="1944"/>
                    <a:pt x="4309" y="2066"/>
                  </a:cubicBezTo>
                  <a:cubicBezTo>
                    <a:pt x="4367" y="2299"/>
                    <a:pt x="4406" y="2533"/>
                    <a:pt x="4437" y="2773"/>
                  </a:cubicBezTo>
                  <a:cubicBezTo>
                    <a:pt x="4455" y="2964"/>
                    <a:pt x="4468" y="3160"/>
                    <a:pt x="4479" y="3351"/>
                  </a:cubicBezTo>
                  <a:cubicBezTo>
                    <a:pt x="4486" y="3546"/>
                    <a:pt x="4489" y="3740"/>
                    <a:pt x="4497" y="3936"/>
                  </a:cubicBezTo>
                  <a:cubicBezTo>
                    <a:pt x="4503" y="4322"/>
                    <a:pt x="4500" y="4705"/>
                    <a:pt x="4489" y="5088"/>
                  </a:cubicBezTo>
                  <a:cubicBezTo>
                    <a:pt x="4476" y="5485"/>
                    <a:pt x="4455" y="5879"/>
                    <a:pt x="4434" y="6276"/>
                  </a:cubicBezTo>
                  <a:cubicBezTo>
                    <a:pt x="4413" y="6665"/>
                    <a:pt x="4388" y="7055"/>
                    <a:pt x="4364" y="7449"/>
                  </a:cubicBezTo>
                  <a:cubicBezTo>
                    <a:pt x="4354" y="7616"/>
                    <a:pt x="4340" y="7783"/>
                    <a:pt x="4325" y="7950"/>
                  </a:cubicBezTo>
                  <a:cubicBezTo>
                    <a:pt x="4309" y="8124"/>
                    <a:pt x="4284" y="8294"/>
                    <a:pt x="4263" y="8466"/>
                  </a:cubicBezTo>
                  <a:cubicBezTo>
                    <a:pt x="4218" y="8712"/>
                    <a:pt x="4158" y="8953"/>
                    <a:pt x="4092" y="9193"/>
                  </a:cubicBezTo>
                  <a:cubicBezTo>
                    <a:pt x="4061" y="9318"/>
                    <a:pt x="4019" y="9448"/>
                    <a:pt x="3974" y="9573"/>
                  </a:cubicBezTo>
                  <a:cubicBezTo>
                    <a:pt x="3936" y="9677"/>
                    <a:pt x="3894" y="9778"/>
                    <a:pt x="3849" y="9882"/>
                  </a:cubicBezTo>
                  <a:cubicBezTo>
                    <a:pt x="3790" y="10004"/>
                    <a:pt x="3730" y="10130"/>
                    <a:pt x="3657" y="10245"/>
                  </a:cubicBezTo>
                  <a:cubicBezTo>
                    <a:pt x="3581" y="10370"/>
                    <a:pt x="3497" y="10488"/>
                    <a:pt x="3410" y="10600"/>
                  </a:cubicBezTo>
                  <a:cubicBezTo>
                    <a:pt x="3271" y="10764"/>
                    <a:pt x="3118" y="10910"/>
                    <a:pt x="2951" y="11042"/>
                  </a:cubicBezTo>
                  <a:cubicBezTo>
                    <a:pt x="2759" y="11174"/>
                    <a:pt x="2554" y="11279"/>
                    <a:pt x="2345" y="11373"/>
                  </a:cubicBezTo>
                  <a:cubicBezTo>
                    <a:pt x="2188" y="11432"/>
                    <a:pt x="2032" y="11484"/>
                    <a:pt x="1868" y="11508"/>
                  </a:cubicBezTo>
                  <a:cubicBezTo>
                    <a:pt x="1827" y="11511"/>
                    <a:pt x="1785" y="11513"/>
                    <a:pt x="1744" y="11513"/>
                  </a:cubicBezTo>
                  <a:cubicBezTo>
                    <a:pt x="1688" y="11513"/>
                    <a:pt x="1631" y="11510"/>
                    <a:pt x="1575" y="11502"/>
                  </a:cubicBezTo>
                  <a:cubicBezTo>
                    <a:pt x="1474" y="11484"/>
                    <a:pt x="1373" y="11457"/>
                    <a:pt x="1279" y="11418"/>
                  </a:cubicBezTo>
                  <a:cubicBezTo>
                    <a:pt x="1233" y="11397"/>
                    <a:pt x="1192" y="11370"/>
                    <a:pt x="1154" y="11338"/>
                  </a:cubicBezTo>
                  <a:cubicBezTo>
                    <a:pt x="1116" y="11307"/>
                    <a:pt x="1081" y="11275"/>
                    <a:pt x="1045" y="11240"/>
                  </a:cubicBezTo>
                  <a:cubicBezTo>
                    <a:pt x="1011" y="11202"/>
                    <a:pt x="976" y="11164"/>
                    <a:pt x="945" y="11122"/>
                  </a:cubicBezTo>
                  <a:cubicBezTo>
                    <a:pt x="833" y="10952"/>
                    <a:pt x="740" y="10770"/>
                    <a:pt x="663" y="10582"/>
                  </a:cubicBezTo>
                  <a:cubicBezTo>
                    <a:pt x="603" y="10422"/>
                    <a:pt x="555" y="10266"/>
                    <a:pt x="513" y="10102"/>
                  </a:cubicBezTo>
                  <a:cubicBezTo>
                    <a:pt x="492" y="10015"/>
                    <a:pt x="481" y="9928"/>
                    <a:pt x="465" y="9845"/>
                  </a:cubicBezTo>
                  <a:cubicBezTo>
                    <a:pt x="451" y="9764"/>
                    <a:pt x="436" y="9684"/>
                    <a:pt x="426" y="9604"/>
                  </a:cubicBezTo>
                  <a:cubicBezTo>
                    <a:pt x="398" y="9336"/>
                    <a:pt x="388" y="9072"/>
                    <a:pt x="384" y="8803"/>
                  </a:cubicBezTo>
                  <a:cubicBezTo>
                    <a:pt x="384" y="8671"/>
                    <a:pt x="384" y="8535"/>
                    <a:pt x="388" y="8403"/>
                  </a:cubicBezTo>
                  <a:cubicBezTo>
                    <a:pt x="388" y="8336"/>
                    <a:pt x="391" y="8270"/>
                    <a:pt x="391" y="8204"/>
                  </a:cubicBezTo>
                  <a:cubicBezTo>
                    <a:pt x="395" y="8142"/>
                    <a:pt x="398" y="8079"/>
                    <a:pt x="391" y="8013"/>
                  </a:cubicBezTo>
                  <a:cubicBezTo>
                    <a:pt x="388" y="7981"/>
                    <a:pt x="381" y="7954"/>
                    <a:pt x="367" y="7926"/>
                  </a:cubicBezTo>
                  <a:cubicBezTo>
                    <a:pt x="367" y="7542"/>
                    <a:pt x="370" y="7156"/>
                    <a:pt x="384" y="6774"/>
                  </a:cubicBezTo>
                  <a:cubicBezTo>
                    <a:pt x="391" y="6554"/>
                    <a:pt x="398" y="6335"/>
                    <a:pt x="409" y="6112"/>
                  </a:cubicBezTo>
                  <a:cubicBezTo>
                    <a:pt x="419" y="5931"/>
                    <a:pt x="436" y="5753"/>
                    <a:pt x="454" y="5572"/>
                  </a:cubicBezTo>
                  <a:cubicBezTo>
                    <a:pt x="486" y="5224"/>
                    <a:pt x="520" y="4873"/>
                    <a:pt x="562" y="4524"/>
                  </a:cubicBezTo>
                  <a:cubicBezTo>
                    <a:pt x="590" y="4350"/>
                    <a:pt x="618" y="4176"/>
                    <a:pt x="653" y="4002"/>
                  </a:cubicBezTo>
                  <a:cubicBezTo>
                    <a:pt x="695" y="3807"/>
                    <a:pt x="740" y="3615"/>
                    <a:pt x="795" y="3424"/>
                  </a:cubicBezTo>
                  <a:cubicBezTo>
                    <a:pt x="851" y="3243"/>
                    <a:pt x="907" y="3062"/>
                    <a:pt x="959" y="2884"/>
                  </a:cubicBezTo>
                  <a:cubicBezTo>
                    <a:pt x="1015" y="2700"/>
                    <a:pt x="1066" y="2512"/>
                    <a:pt x="1122" y="2331"/>
                  </a:cubicBezTo>
                  <a:cubicBezTo>
                    <a:pt x="1167" y="2194"/>
                    <a:pt x="1220" y="2066"/>
                    <a:pt x="1275" y="1937"/>
                  </a:cubicBezTo>
                  <a:cubicBezTo>
                    <a:pt x="1310" y="1857"/>
                    <a:pt x="1349" y="1777"/>
                    <a:pt x="1391" y="1697"/>
                  </a:cubicBezTo>
                  <a:cubicBezTo>
                    <a:pt x="1442" y="1589"/>
                    <a:pt x="1502" y="1484"/>
                    <a:pt x="1558" y="1380"/>
                  </a:cubicBezTo>
                  <a:cubicBezTo>
                    <a:pt x="1606" y="1296"/>
                    <a:pt x="1655" y="1217"/>
                    <a:pt x="1711" y="1140"/>
                  </a:cubicBezTo>
                  <a:cubicBezTo>
                    <a:pt x="1735" y="1101"/>
                    <a:pt x="1763" y="1063"/>
                    <a:pt x="1791" y="1025"/>
                  </a:cubicBezTo>
                  <a:cubicBezTo>
                    <a:pt x="1823" y="987"/>
                    <a:pt x="1850" y="948"/>
                    <a:pt x="1881" y="907"/>
                  </a:cubicBezTo>
                  <a:cubicBezTo>
                    <a:pt x="1990" y="781"/>
                    <a:pt x="2101" y="653"/>
                    <a:pt x="2233" y="548"/>
                  </a:cubicBezTo>
                  <a:cubicBezTo>
                    <a:pt x="2299" y="506"/>
                    <a:pt x="2366" y="471"/>
                    <a:pt x="2435" y="440"/>
                  </a:cubicBezTo>
                  <a:cubicBezTo>
                    <a:pt x="2533" y="405"/>
                    <a:pt x="2630" y="388"/>
                    <a:pt x="2731" y="370"/>
                  </a:cubicBezTo>
                  <a:cubicBezTo>
                    <a:pt x="2773" y="368"/>
                    <a:pt x="2814" y="366"/>
                    <a:pt x="2856" y="366"/>
                  </a:cubicBezTo>
                  <a:close/>
                  <a:moveTo>
                    <a:pt x="2846" y="1"/>
                  </a:moveTo>
                  <a:cubicBezTo>
                    <a:pt x="2784" y="1"/>
                    <a:pt x="2721" y="8"/>
                    <a:pt x="2658" y="18"/>
                  </a:cubicBezTo>
                  <a:cubicBezTo>
                    <a:pt x="2612" y="26"/>
                    <a:pt x="2564" y="33"/>
                    <a:pt x="2515" y="39"/>
                  </a:cubicBezTo>
                  <a:cubicBezTo>
                    <a:pt x="2387" y="64"/>
                    <a:pt x="2261" y="116"/>
                    <a:pt x="2143" y="179"/>
                  </a:cubicBezTo>
                  <a:cubicBezTo>
                    <a:pt x="1982" y="266"/>
                    <a:pt x="1857" y="391"/>
                    <a:pt x="1735" y="523"/>
                  </a:cubicBezTo>
                  <a:cubicBezTo>
                    <a:pt x="1659" y="603"/>
                    <a:pt x="1593" y="690"/>
                    <a:pt x="1526" y="778"/>
                  </a:cubicBezTo>
                  <a:cubicBezTo>
                    <a:pt x="1467" y="851"/>
                    <a:pt x="1415" y="931"/>
                    <a:pt x="1359" y="1008"/>
                  </a:cubicBezTo>
                  <a:cubicBezTo>
                    <a:pt x="1331" y="1050"/>
                    <a:pt x="1307" y="1095"/>
                    <a:pt x="1279" y="1140"/>
                  </a:cubicBezTo>
                  <a:cubicBezTo>
                    <a:pt x="1254" y="1178"/>
                    <a:pt x="1233" y="1217"/>
                    <a:pt x="1213" y="1254"/>
                  </a:cubicBezTo>
                  <a:cubicBezTo>
                    <a:pt x="1161" y="1349"/>
                    <a:pt x="1112" y="1447"/>
                    <a:pt x="1063" y="1540"/>
                  </a:cubicBezTo>
                  <a:cubicBezTo>
                    <a:pt x="1045" y="1575"/>
                    <a:pt x="1029" y="1609"/>
                    <a:pt x="1011" y="1648"/>
                  </a:cubicBezTo>
                  <a:cubicBezTo>
                    <a:pt x="987" y="1704"/>
                    <a:pt x="959" y="1760"/>
                    <a:pt x="934" y="1815"/>
                  </a:cubicBezTo>
                  <a:cubicBezTo>
                    <a:pt x="896" y="1909"/>
                    <a:pt x="857" y="2000"/>
                    <a:pt x="823" y="2094"/>
                  </a:cubicBezTo>
                  <a:cubicBezTo>
                    <a:pt x="788" y="2188"/>
                    <a:pt x="757" y="2285"/>
                    <a:pt x="725" y="2382"/>
                  </a:cubicBezTo>
                  <a:cubicBezTo>
                    <a:pt x="698" y="2466"/>
                    <a:pt x="677" y="2557"/>
                    <a:pt x="653" y="2641"/>
                  </a:cubicBezTo>
                  <a:cubicBezTo>
                    <a:pt x="600" y="2829"/>
                    <a:pt x="541" y="3013"/>
                    <a:pt x="486" y="3197"/>
                  </a:cubicBezTo>
                  <a:cubicBezTo>
                    <a:pt x="454" y="3295"/>
                    <a:pt x="426" y="3393"/>
                    <a:pt x="398" y="3490"/>
                  </a:cubicBezTo>
                  <a:cubicBezTo>
                    <a:pt x="374" y="3581"/>
                    <a:pt x="353" y="3674"/>
                    <a:pt x="332" y="3769"/>
                  </a:cubicBezTo>
                  <a:cubicBezTo>
                    <a:pt x="242" y="4166"/>
                    <a:pt x="189" y="4569"/>
                    <a:pt x="147" y="4970"/>
                  </a:cubicBezTo>
                  <a:cubicBezTo>
                    <a:pt x="126" y="5175"/>
                    <a:pt x="105" y="5377"/>
                    <a:pt x="89" y="5579"/>
                  </a:cubicBezTo>
                  <a:cubicBezTo>
                    <a:pt x="71" y="5760"/>
                    <a:pt x="57" y="5938"/>
                    <a:pt x="47" y="6119"/>
                  </a:cubicBezTo>
                  <a:cubicBezTo>
                    <a:pt x="26" y="6530"/>
                    <a:pt x="15" y="6941"/>
                    <a:pt x="8" y="7354"/>
                  </a:cubicBezTo>
                  <a:cubicBezTo>
                    <a:pt x="1" y="7584"/>
                    <a:pt x="5" y="7818"/>
                    <a:pt x="5" y="8051"/>
                  </a:cubicBezTo>
                  <a:cubicBezTo>
                    <a:pt x="5" y="8086"/>
                    <a:pt x="15" y="8117"/>
                    <a:pt x="29" y="8145"/>
                  </a:cubicBezTo>
                  <a:cubicBezTo>
                    <a:pt x="29" y="8183"/>
                    <a:pt x="29" y="8222"/>
                    <a:pt x="26" y="8260"/>
                  </a:cubicBezTo>
                  <a:cubicBezTo>
                    <a:pt x="26" y="8350"/>
                    <a:pt x="22" y="8437"/>
                    <a:pt x="22" y="8528"/>
                  </a:cubicBezTo>
                  <a:cubicBezTo>
                    <a:pt x="22" y="8709"/>
                    <a:pt x="22" y="8887"/>
                    <a:pt x="29" y="9067"/>
                  </a:cubicBezTo>
                  <a:cubicBezTo>
                    <a:pt x="36" y="9273"/>
                    <a:pt x="47" y="9479"/>
                    <a:pt x="74" y="9684"/>
                  </a:cubicBezTo>
                  <a:cubicBezTo>
                    <a:pt x="99" y="9861"/>
                    <a:pt x="126" y="10043"/>
                    <a:pt x="168" y="10221"/>
                  </a:cubicBezTo>
                  <a:cubicBezTo>
                    <a:pt x="259" y="10600"/>
                    <a:pt x="412" y="10965"/>
                    <a:pt x="624" y="11293"/>
                  </a:cubicBezTo>
                  <a:cubicBezTo>
                    <a:pt x="680" y="11376"/>
                    <a:pt x="743" y="11453"/>
                    <a:pt x="816" y="11523"/>
                  </a:cubicBezTo>
                  <a:cubicBezTo>
                    <a:pt x="857" y="11564"/>
                    <a:pt x="903" y="11603"/>
                    <a:pt x="949" y="11637"/>
                  </a:cubicBezTo>
                  <a:cubicBezTo>
                    <a:pt x="990" y="11669"/>
                    <a:pt x="1032" y="11700"/>
                    <a:pt x="1077" y="11725"/>
                  </a:cubicBezTo>
                  <a:cubicBezTo>
                    <a:pt x="1126" y="11749"/>
                    <a:pt x="1175" y="11767"/>
                    <a:pt x="1223" y="11787"/>
                  </a:cubicBezTo>
                  <a:cubicBezTo>
                    <a:pt x="1269" y="11801"/>
                    <a:pt x="1314" y="11815"/>
                    <a:pt x="1355" y="11825"/>
                  </a:cubicBezTo>
                  <a:cubicBezTo>
                    <a:pt x="1450" y="11850"/>
                    <a:pt x="1547" y="11867"/>
                    <a:pt x="1645" y="11874"/>
                  </a:cubicBezTo>
                  <a:cubicBezTo>
                    <a:pt x="1690" y="11874"/>
                    <a:pt x="1735" y="11874"/>
                    <a:pt x="1784" y="11878"/>
                  </a:cubicBezTo>
                  <a:cubicBezTo>
                    <a:pt x="1881" y="11878"/>
                    <a:pt x="1982" y="11857"/>
                    <a:pt x="2080" y="11839"/>
                  </a:cubicBezTo>
                  <a:cubicBezTo>
                    <a:pt x="2174" y="11818"/>
                    <a:pt x="2268" y="11787"/>
                    <a:pt x="2358" y="11752"/>
                  </a:cubicBezTo>
                  <a:cubicBezTo>
                    <a:pt x="2463" y="11717"/>
                    <a:pt x="2560" y="11675"/>
                    <a:pt x="2658" y="11630"/>
                  </a:cubicBezTo>
                  <a:cubicBezTo>
                    <a:pt x="2825" y="11550"/>
                    <a:pt x="2985" y="11460"/>
                    <a:pt x="3135" y="11355"/>
                  </a:cubicBezTo>
                  <a:cubicBezTo>
                    <a:pt x="3302" y="11237"/>
                    <a:pt x="3448" y="11098"/>
                    <a:pt x="3587" y="10948"/>
                  </a:cubicBezTo>
                  <a:cubicBezTo>
                    <a:pt x="3727" y="10795"/>
                    <a:pt x="3849" y="10624"/>
                    <a:pt x="3960" y="10446"/>
                  </a:cubicBezTo>
                  <a:cubicBezTo>
                    <a:pt x="4068" y="10272"/>
                    <a:pt x="4151" y="10084"/>
                    <a:pt x="4235" y="9896"/>
                  </a:cubicBezTo>
                  <a:cubicBezTo>
                    <a:pt x="4309" y="9723"/>
                    <a:pt x="4371" y="9545"/>
                    <a:pt x="4423" y="9364"/>
                  </a:cubicBezTo>
                  <a:cubicBezTo>
                    <a:pt x="4476" y="9179"/>
                    <a:pt x="4524" y="8991"/>
                    <a:pt x="4566" y="8807"/>
                  </a:cubicBezTo>
                  <a:cubicBezTo>
                    <a:pt x="4611" y="8591"/>
                    <a:pt x="4639" y="8371"/>
                    <a:pt x="4667" y="8152"/>
                  </a:cubicBezTo>
                  <a:cubicBezTo>
                    <a:pt x="4712" y="7772"/>
                    <a:pt x="4733" y="7393"/>
                    <a:pt x="4754" y="7010"/>
                  </a:cubicBezTo>
                  <a:cubicBezTo>
                    <a:pt x="4778" y="6620"/>
                    <a:pt x="4799" y="6230"/>
                    <a:pt x="4820" y="5840"/>
                  </a:cubicBezTo>
                  <a:cubicBezTo>
                    <a:pt x="4838" y="5450"/>
                    <a:pt x="4858" y="5061"/>
                    <a:pt x="4862" y="4667"/>
                  </a:cubicBezTo>
                  <a:cubicBezTo>
                    <a:pt x="4865" y="4270"/>
                    <a:pt x="4858" y="3877"/>
                    <a:pt x="4844" y="3480"/>
                  </a:cubicBezTo>
                  <a:cubicBezTo>
                    <a:pt x="4841" y="3288"/>
                    <a:pt x="4831" y="3097"/>
                    <a:pt x="4813" y="2909"/>
                  </a:cubicBezTo>
                  <a:cubicBezTo>
                    <a:pt x="4792" y="2703"/>
                    <a:pt x="4772" y="2498"/>
                    <a:pt x="4730" y="2296"/>
                  </a:cubicBezTo>
                  <a:cubicBezTo>
                    <a:pt x="4688" y="2090"/>
                    <a:pt x="4643" y="1889"/>
                    <a:pt x="4584" y="1690"/>
                  </a:cubicBezTo>
                  <a:cubicBezTo>
                    <a:pt x="4559" y="1596"/>
                    <a:pt x="4528" y="1505"/>
                    <a:pt x="4497" y="1415"/>
                  </a:cubicBezTo>
                  <a:cubicBezTo>
                    <a:pt x="4462" y="1321"/>
                    <a:pt x="4426" y="1227"/>
                    <a:pt x="4385" y="1136"/>
                  </a:cubicBezTo>
                  <a:cubicBezTo>
                    <a:pt x="4322" y="1011"/>
                    <a:pt x="4259" y="882"/>
                    <a:pt x="4179" y="764"/>
                  </a:cubicBezTo>
                  <a:cubicBezTo>
                    <a:pt x="4106" y="656"/>
                    <a:pt x="4023" y="555"/>
                    <a:pt x="3928" y="465"/>
                  </a:cubicBezTo>
                  <a:cubicBezTo>
                    <a:pt x="3745" y="287"/>
                    <a:pt x="3511" y="165"/>
                    <a:pt x="3267" y="84"/>
                  </a:cubicBezTo>
                  <a:cubicBezTo>
                    <a:pt x="3170" y="50"/>
                    <a:pt x="3072" y="26"/>
                    <a:pt x="2972" y="12"/>
                  </a:cubicBezTo>
                  <a:cubicBezTo>
                    <a:pt x="2930" y="5"/>
                    <a:pt x="2888" y="1"/>
                    <a:pt x="28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3"/>
            <p:cNvSpPr/>
            <p:nvPr/>
          </p:nvSpPr>
          <p:spPr>
            <a:xfrm>
              <a:off x="6531299" y="3651666"/>
              <a:ext cx="466373" cy="259830"/>
            </a:xfrm>
            <a:custGeom>
              <a:rect b="b" l="l" r="r" t="t"/>
              <a:pathLst>
                <a:path extrusionOk="0" h="6412" w="11509">
                  <a:moveTo>
                    <a:pt x="9221" y="362"/>
                  </a:moveTo>
                  <a:cubicBezTo>
                    <a:pt x="9343" y="369"/>
                    <a:pt x="9461" y="376"/>
                    <a:pt x="9583" y="383"/>
                  </a:cubicBezTo>
                  <a:cubicBezTo>
                    <a:pt x="9677" y="390"/>
                    <a:pt x="9771" y="404"/>
                    <a:pt x="9865" y="418"/>
                  </a:cubicBezTo>
                  <a:cubicBezTo>
                    <a:pt x="9910" y="428"/>
                    <a:pt x="9956" y="432"/>
                    <a:pt x="10001" y="442"/>
                  </a:cubicBezTo>
                  <a:cubicBezTo>
                    <a:pt x="10049" y="456"/>
                    <a:pt x="10098" y="467"/>
                    <a:pt x="10147" y="477"/>
                  </a:cubicBezTo>
                  <a:cubicBezTo>
                    <a:pt x="10307" y="523"/>
                    <a:pt x="10471" y="568"/>
                    <a:pt x="10621" y="644"/>
                  </a:cubicBezTo>
                  <a:cubicBezTo>
                    <a:pt x="10687" y="682"/>
                    <a:pt x="10746" y="731"/>
                    <a:pt x="10801" y="780"/>
                  </a:cubicBezTo>
                  <a:cubicBezTo>
                    <a:pt x="10875" y="853"/>
                    <a:pt x="10934" y="936"/>
                    <a:pt x="10989" y="1020"/>
                  </a:cubicBezTo>
                  <a:cubicBezTo>
                    <a:pt x="11028" y="1082"/>
                    <a:pt x="11059" y="1145"/>
                    <a:pt x="11080" y="1215"/>
                  </a:cubicBezTo>
                  <a:cubicBezTo>
                    <a:pt x="11111" y="1333"/>
                    <a:pt x="11122" y="1455"/>
                    <a:pt x="11132" y="1577"/>
                  </a:cubicBezTo>
                  <a:cubicBezTo>
                    <a:pt x="11132" y="1696"/>
                    <a:pt x="11122" y="1818"/>
                    <a:pt x="11098" y="1932"/>
                  </a:cubicBezTo>
                  <a:cubicBezTo>
                    <a:pt x="11063" y="2054"/>
                    <a:pt x="11018" y="2169"/>
                    <a:pt x="10958" y="2277"/>
                  </a:cubicBezTo>
                  <a:cubicBezTo>
                    <a:pt x="10868" y="2430"/>
                    <a:pt x="10753" y="2570"/>
                    <a:pt x="10634" y="2702"/>
                  </a:cubicBezTo>
                  <a:cubicBezTo>
                    <a:pt x="10561" y="2779"/>
                    <a:pt x="10485" y="2851"/>
                    <a:pt x="10404" y="2925"/>
                  </a:cubicBezTo>
                  <a:cubicBezTo>
                    <a:pt x="10314" y="3009"/>
                    <a:pt x="10216" y="3088"/>
                    <a:pt x="10123" y="3165"/>
                  </a:cubicBezTo>
                  <a:cubicBezTo>
                    <a:pt x="9938" y="3318"/>
                    <a:pt x="9740" y="3451"/>
                    <a:pt x="9538" y="3579"/>
                  </a:cubicBezTo>
                  <a:cubicBezTo>
                    <a:pt x="9367" y="3677"/>
                    <a:pt x="9200" y="3771"/>
                    <a:pt x="9026" y="3861"/>
                  </a:cubicBezTo>
                  <a:cubicBezTo>
                    <a:pt x="8855" y="3952"/>
                    <a:pt x="8681" y="4039"/>
                    <a:pt x="8503" y="4126"/>
                  </a:cubicBezTo>
                  <a:cubicBezTo>
                    <a:pt x="8159" y="4296"/>
                    <a:pt x="7811" y="4453"/>
                    <a:pt x="7455" y="4606"/>
                  </a:cubicBezTo>
                  <a:cubicBezTo>
                    <a:pt x="7094" y="4763"/>
                    <a:pt x="6724" y="4910"/>
                    <a:pt x="6359" y="5056"/>
                  </a:cubicBezTo>
                  <a:cubicBezTo>
                    <a:pt x="5996" y="5205"/>
                    <a:pt x="5631" y="5348"/>
                    <a:pt x="5269" y="5490"/>
                  </a:cubicBezTo>
                  <a:cubicBezTo>
                    <a:pt x="5112" y="5550"/>
                    <a:pt x="4952" y="5612"/>
                    <a:pt x="4796" y="5665"/>
                  </a:cubicBezTo>
                  <a:cubicBezTo>
                    <a:pt x="4632" y="5724"/>
                    <a:pt x="4465" y="5776"/>
                    <a:pt x="4301" y="5829"/>
                  </a:cubicBezTo>
                  <a:cubicBezTo>
                    <a:pt x="4061" y="5892"/>
                    <a:pt x="3817" y="5940"/>
                    <a:pt x="3573" y="5982"/>
                  </a:cubicBezTo>
                  <a:cubicBezTo>
                    <a:pt x="3441" y="6006"/>
                    <a:pt x="3309" y="6020"/>
                    <a:pt x="3176" y="6034"/>
                  </a:cubicBezTo>
                  <a:cubicBezTo>
                    <a:pt x="3068" y="6044"/>
                    <a:pt x="2954" y="6048"/>
                    <a:pt x="2842" y="6051"/>
                  </a:cubicBezTo>
                  <a:cubicBezTo>
                    <a:pt x="2707" y="6051"/>
                    <a:pt x="2567" y="6048"/>
                    <a:pt x="2432" y="6030"/>
                  </a:cubicBezTo>
                  <a:cubicBezTo>
                    <a:pt x="2289" y="6013"/>
                    <a:pt x="2146" y="5988"/>
                    <a:pt x="2006" y="5958"/>
                  </a:cubicBezTo>
                  <a:cubicBezTo>
                    <a:pt x="1802" y="5898"/>
                    <a:pt x="1603" y="5821"/>
                    <a:pt x="1411" y="5728"/>
                  </a:cubicBezTo>
                  <a:cubicBezTo>
                    <a:pt x="1212" y="5612"/>
                    <a:pt x="1029" y="5470"/>
                    <a:pt x="854" y="5317"/>
                  </a:cubicBezTo>
                  <a:cubicBezTo>
                    <a:pt x="736" y="5202"/>
                    <a:pt x="621" y="5083"/>
                    <a:pt x="531" y="4944"/>
                  </a:cubicBezTo>
                  <a:cubicBezTo>
                    <a:pt x="485" y="4857"/>
                    <a:pt x="444" y="4767"/>
                    <a:pt x="412" y="4676"/>
                  </a:cubicBezTo>
                  <a:cubicBezTo>
                    <a:pt x="388" y="4575"/>
                    <a:pt x="370" y="4474"/>
                    <a:pt x="367" y="4373"/>
                  </a:cubicBezTo>
                  <a:cubicBezTo>
                    <a:pt x="367" y="4321"/>
                    <a:pt x="373" y="4272"/>
                    <a:pt x="384" y="4224"/>
                  </a:cubicBezTo>
                  <a:cubicBezTo>
                    <a:pt x="398" y="4178"/>
                    <a:pt x="412" y="4133"/>
                    <a:pt x="429" y="4087"/>
                  </a:cubicBezTo>
                  <a:cubicBezTo>
                    <a:pt x="447" y="4039"/>
                    <a:pt x="471" y="3990"/>
                    <a:pt x="495" y="3944"/>
                  </a:cubicBezTo>
                  <a:cubicBezTo>
                    <a:pt x="603" y="3771"/>
                    <a:pt x="725" y="3610"/>
                    <a:pt x="865" y="3461"/>
                  </a:cubicBezTo>
                  <a:cubicBezTo>
                    <a:pt x="983" y="3339"/>
                    <a:pt x="1105" y="3228"/>
                    <a:pt x="1237" y="3123"/>
                  </a:cubicBezTo>
                  <a:cubicBezTo>
                    <a:pt x="1304" y="3067"/>
                    <a:pt x="1376" y="3019"/>
                    <a:pt x="1450" y="2970"/>
                  </a:cubicBezTo>
                  <a:cubicBezTo>
                    <a:pt x="1516" y="2921"/>
                    <a:pt x="1582" y="2876"/>
                    <a:pt x="1651" y="2831"/>
                  </a:cubicBezTo>
                  <a:cubicBezTo>
                    <a:pt x="1878" y="2695"/>
                    <a:pt x="2118" y="2573"/>
                    <a:pt x="2358" y="2458"/>
                  </a:cubicBezTo>
                  <a:cubicBezTo>
                    <a:pt x="2477" y="2399"/>
                    <a:pt x="2599" y="2343"/>
                    <a:pt x="2721" y="2291"/>
                  </a:cubicBezTo>
                  <a:cubicBezTo>
                    <a:pt x="2783" y="2263"/>
                    <a:pt x="2842" y="2239"/>
                    <a:pt x="2901" y="2211"/>
                  </a:cubicBezTo>
                  <a:cubicBezTo>
                    <a:pt x="2961" y="2183"/>
                    <a:pt x="3020" y="2159"/>
                    <a:pt x="3076" y="2127"/>
                  </a:cubicBezTo>
                  <a:cubicBezTo>
                    <a:pt x="3103" y="2110"/>
                    <a:pt x="3128" y="2093"/>
                    <a:pt x="3145" y="2072"/>
                  </a:cubicBezTo>
                  <a:cubicBezTo>
                    <a:pt x="3494" y="1908"/>
                    <a:pt x="3845" y="1748"/>
                    <a:pt x="4196" y="1598"/>
                  </a:cubicBezTo>
                  <a:cubicBezTo>
                    <a:pt x="4399" y="1511"/>
                    <a:pt x="4601" y="1424"/>
                    <a:pt x="4806" y="1344"/>
                  </a:cubicBezTo>
                  <a:cubicBezTo>
                    <a:pt x="4973" y="1275"/>
                    <a:pt x="5144" y="1215"/>
                    <a:pt x="5315" y="1153"/>
                  </a:cubicBezTo>
                  <a:cubicBezTo>
                    <a:pt x="5645" y="1034"/>
                    <a:pt x="5975" y="920"/>
                    <a:pt x="6310" y="811"/>
                  </a:cubicBezTo>
                  <a:cubicBezTo>
                    <a:pt x="6481" y="759"/>
                    <a:pt x="6648" y="711"/>
                    <a:pt x="6822" y="672"/>
                  </a:cubicBezTo>
                  <a:cubicBezTo>
                    <a:pt x="7017" y="623"/>
                    <a:pt x="7212" y="585"/>
                    <a:pt x="7407" y="557"/>
                  </a:cubicBezTo>
                  <a:cubicBezTo>
                    <a:pt x="7595" y="526"/>
                    <a:pt x="7780" y="505"/>
                    <a:pt x="7968" y="477"/>
                  </a:cubicBezTo>
                  <a:cubicBezTo>
                    <a:pt x="8156" y="449"/>
                    <a:pt x="8347" y="414"/>
                    <a:pt x="8538" y="390"/>
                  </a:cubicBezTo>
                  <a:cubicBezTo>
                    <a:pt x="8675" y="372"/>
                    <a:pt x="8817" y="369"/>
                    <a:pt x="8956" y="362"/>
                  </a:cubicBezTo>
                  <a:close/>
                  <a:moveTo>
                    <a:pt x="9109" y="0"/>
                  </a:moveTo>
                  <a:cubicBezTo>
                    <a:pt x="9046" y="0"/>
                    <a:pt x="8984" y="0"/>
                    <a:pt x="8921" y="4"/>
                  </a:cubicBezTo>
                  <a:cubicBezTo>
                    <a:pt x="8824" y="7"/>
                    <a:pt x="8723" y="10"/>
                    <a:pt x="8625" y="17"/>
                  </a:cubicBezTo>
                  <a:cubicBezTo>
                    <a:pt x="8521" y="28"/>
                    <a:pt x="8424" y="38"/>
                    <a:pt x="8323" y="52"/>
                  </a:cubicBezTo>
                  <a:cubicBezTo>
                    <a:pt x="8232" y="63"/>
                    <a:pt x="8145" y="80"/>
                    <a:pt x="8055" y="94"/>
                  </a:cubicBezTo>
                  <a:cubicBezTo>
                    <a:pt x="7863" y="126"/>
                    <a:pt x="7672" y="150"/>
                    <a:pt x="7480" y="177"/>
                  </a:cubicBezTo>
                  <a:cubicBezTo>
                    <a:pt x="7379" y="192"/>
                    <a:pt x="7278" y="205"/>
                    <a:pt x="7180" y="223"/>
                  </a:cubicBezTo>
                  <a:cubicBezTo>
                    <a:pt x="7087" y="240"/>
                    <a:pt x="6992" y="261"/>
                    <a:pt x="6899" y="282"/>
                  </a:cubicBezTo>
                  <a:cubicBezTo>
                    <a:pt x="6502" y="365"/>
                    <a:pt x="6112" y="491"/>
                    <a:pt x="5729" y="620"/>
                  </a:cubicBezTo>
                  <a:cubicBezTo>
                    <a:pt x="5537" y="686"/>
                    <a:pt x="5345" y="756"/>
                    <a:pt x="5154" y="825"/>
                  </a:cubicBezTo>
                  <a:cubicBezTo>
                    <a:pt x="4984" y="888"/>
                    <a:pt x="4813" y="947"/>
                    <a:pt x="4649" y="1013"/>
                  </a:cubicBezTo>
                  <a:cubicBezTo>
                    <a:pt x="4267" y="1170"/>
                    <a:pt x="3886" y="1333"/>
                    <a:pt x="3510" y="1500"/>
                  </a:cubicBezTo>
                  <a:cubicBezTo>
                    <a:pt x="3298" y="1595"/>
                    <a:pt x="3089" y="1696"/>
                    <a:pt x="2877" y="1793"/>
                  </a:cubicBezTo>
                  <a:cubicBezTo>
                    <a:pt x="2846" y="1810"/>
                    <a:pt x="2821" y="1831"/>
                    <a:pt x="2804" y="1860"/>
                  </a:cubicBezTo>
                  <a:cubicBezTo>
                    <a:pt x="2769" y="1873"/>
                    <a:pt x="2734" y="1887"/>
                    <a:pt x="2700" y="1905"/>
                  </a:cubicBezTo>
                  <a:cubicBezTo>
                    <a:pt x="2616" y="1939"/>
                    <a:pt x="2536" y="1974"/>
                    <a:pt x="2452" y="2013"/>
                  </a:cubicBezTo>
                  <a:cubicBezTo>
                    <a:pt x="2289" y="2085"/>
                    <a:pt x="2128" y="2162"/>
                    <a:pt x="1969" y="2246"/>
                  </a:cubicBezTo>
                  <a:cubicBezTo>
                    <a:pt x="1784" y="2336"/>
                    <a:pt x="1603" y="2434"/>
                    <a:pt x="1429" y="2545"/>
                  </a:cubicBezTo>
                  <a:cubicBezTo>
                    <a:pt x="1275" y="2643"/>
                    <a:pt x="1122" y="2747"/>
                    <a:pt x="979" y="2862"/>
                  </a:cubicBezTo>
                  <a:cubicBezTo>
                    <a:pt x="677" y="3102"/>
                    <a:pt x="409" y="3395"/>
                    <a:pt x="203" y="3726"/>
                  </a:cubicBezTo>
                  <a:cubicBezTo>
                    <a:pt x="151" y="3809"/>
                    <a:pt x="105" y="3899"/>
                    <a:pt x="74" y="3997"/>
                  </a:cubicBezTo>
                  <a:cubicBezTo>
                    <a:pt x="57" y="4053"/>
                    <a:pt x="39" y="4108"/>
                    <a:pt x="26" y="4164"/>
                  </a:cubicBezTo>
                  <a:cubicBezTo>
                    <a:pt x="15" y="4216"/>
                    <a:pt x="8" y="4265"/>
                    <a:pt x="5" y="4321"/>
                  </a:cubicBezTo>
                  <a:cubicBezTo>
                    <a:pt x="1" y="4373"/>
                    <a:pt x="5" y="4425"/>
                    <a:pt x="8" y="4478"/>
                  </a:cubicBezTo>
                  <a:cubicBezTo>
                    <a:pt x="12" y="4523"/>
                    <a:pt x="22" y="4568"/>
                    <a:pt x="29" y="4613"/>
                  </a:cubicBezTo>
                  <a:cubicBezTo>
                    <a:pt x="47" y="4711"/>
                    <a:pt x="71" y="4805"/>
                    <a:pt x="105" y="4895"/>
                  </a:cubicBezTo>
                  <a:cubicBezTo>
                    <a:pt x="123" y="4937"/>
                    <a:pt x="144" y="4979"/>
                    <a:pt x="161" y="5024"/>
                  </a:cubicBezTo>
                  <a:cubicBezTo>
                    <a:pt x="203" y="5114"/>
                    <a:pt x="262" y="5195"/>
                    <a:pt x="322" y="5275"/>
                  </a:cubicBezTo>
                  <a:cubicBezTo>
                    <a:pt x="381" y="5355"/>
                    <a:pt x="450" y="5424"/>
                    <a:pt x="516" y="5495"/>
                  </a:cubicBezTo>
                  <a:cubicBezTo>
                    <a:pt x="593" y="5571"/>
                    <a:pt x="673" y="5641"/>
                    <a:pt x="757" y="5710"/>
                  </a:cubicBezTo>
                  <a:cubicBezTo>
                    <a:pt x="896" y="5829"/>
                    <a:pt x="1049" y="5937"/>
                    <a:pt x="1209" y="6027"/>
                  </a:cubicBezTo>
                  <a:cubicBezTo>
                    <a:pt x="1384" y="6128"/>
                    <a:pt x="1575" y="6205"/>
                    <a:pt x="1766" y="6263"/>
                  </a:cubicBezTo>
                  <a:cubicBezTo>
                    <a:pt x="1964" y="6326"/>
                    <a:pt x="2170" y="6364"/>
                    <a:pt x="2379" y="6393"/>
                  </a:cubicBezTo>
                  <a:cubicBezTo>
                    <a:pt x="2497" y="6407"/>
                    <a:pt x="2616" y="6412"/>
                    <a:pt x="2736" y="6412"/>
                  </a:cubicBezTo>
                  <a:cubicBezTo>
                    <a:pt x="2821" y="6412"/>
                    <a:pt x="2907" y="6409"/>
                    <a:pt x="2992" y="6406"/>
                  </a:cubicBezTo>
                  <a:cubicBezTo>
                    <a:pt x="3184" y="6403"/>
                    <a:pt x="3372" y="6382"/>
                    <a:pt x="3556" y="6354"/>
                  </a:cubicBezTo>
                  <a:cubicBezTo>
                    <a:pt x="3748" y="6323"/>
                    <a:pt x="3936" y="6288"/>
                    <a:pt x="4124" y="6247"/>
                  </a:cubicBezTo>
                  <a:cubicBezTo>
                    <a:pt x="4336" y="6197"/>
                    <a:pt x="4545" y="6131"/>
                    <a:pt x="4757" y="6062"/>
                  </a:cubicBezTo>
                  <a:cubicBezTo>
                    <a:pt x="5119" y="5943"/>
                    <a:pt x="5474" y="5800"/>
                    <a:pt x="5829" y="5658"/>
                  </a:cubicBezTo>
                  <a:cubicBezTo>
                    <a:pt x="6192" y="5515"/>
                    <a:pt x="6554" y="5369"/>
                    <a:pt x="6916" y="5223"/>
                  </a:cubicBezTo>
                  <a:cubicBezTo>
                    <a:pt x="7278" y="5077"/>
                    <a:pt x="7640" y="4926"/>
                    <a:pt x="7995" y="4767"/>
                  </a:cubicBezTo>
                  <a:cubicBezTo>
                    <a:pt x="8357" y="4603"/>
                    <a:pt x="8716" y="4429"/>
                    <a:pt x="9067" y="4251"/>
                  </a:cubicBezTo>
                  <a:cubicBezTo>
                    <a:pt x="9239" y="4164"/>
                    <a:pt x="9409" y="4074"/>
                    <a:pt x="9573" y="3976"/>
                  </a:cubicBezTo>
                  <a:cubicBezTo>
                    <a:pt x="9750" y="3872"/>
                    <a:pt x="9928" y="3767"/>
                    <a:pt x="10091" y="3645"/>
                  </a:cubicBezTo>
                  <a:cubicBezTo>
                    <a:pt x="10258" y="3520"/>
                    <a:pt x="10422" y="3391"/>
                    <a:pt x="10579" y="3255"/>
                  </a:cubicBezTo>
                  <a:cubicBezTo>
                    <a:pt x="10652" y="3192"/>
                    <a:pt x="10722" y="3126"/>
                    <a:pt x="10791" y="3060"/>
                  </a:cubicBezTo>
                  <a:cubicBezTo>
                    <a:pt x="10861" y="2991"/>
                    <a:pt x="10931" y="2918"/>
                    <a:pt x="10993" y="2841"/>
                  </a:cubicBezTo>
                  <a:cubicBezTo>
                    <a:pt x="11084" y="2733"/>
                    <a:pt x="11174" y="2622"/>
                    <a:pt x="11247" y="2500"/>
                  </a:cubicBezTo>
                  <a:cubicBezTo>
                    <a:pt x="11313" y="2389"/>
                    <a:pt x="11369" y="2267"/>
                    <a:pt x="11411" y="2145"/>
                  </a:cubicBezTo>
                  <a:cubicBezTo>
                    <a:pt x="11495" y="1901"/>
                    <a:pt x="11508" y="1636"/>
                    <a:pt x="11477" y="1386"/>
                  </a:cubicBezTo>
                  <a:cubicBezTo>
                    <a:pt x="11466" y="1281"/>
                    <a:pt x="11449" y="1184"/>
                    <a:pt x="11418" y="1087"/>
                  </a:cubicBezTo>
                  <a:cubicBezTo>
                    <a:pt x="11407" y="1045"/>
                    <a:pt x="11390" y="1006"/>
                    <a:pt x="11373" y="968"/>
                  </a:cubicBezTo>
                  <a:cubicBezTo>
                    <a:pt x="11349" y="912"/>
                    <a:pt x="11317" y="857"/>
                    <a:pt x="11282" y="804"/>
                  </a:cubicBezTo>
                  <a:cubicBezTo>
                    <a:pt x="11254" y="766"/>
                    <a:pt x="11227" y="724"/>
                    <a:pt x="11198" y="686"/>
                  </a:cubicBezTo>
                  <a:cubicBezTo>
                    <a:pt x="11122" y="578"/>
                    <a:pt x="11024" y="484"/>
                    <a:pt x="10917" y="407"/>
                  </a:cubicBezTo>
                  <a:cubicBezTo>
                    <a:pt x="10770" y="296"/>
                    <a:pt x="10603" y="237"/>
                    <a:pt x="10433" y="181"/>
                  </a:cubicBezTo>
                  <a:cubicBezTo>
                    <a:pt x="10328" y="147"/>
                    <a:pt x="10220" y="121"/>
                    <a:pt x="10112" y="97"/>
                  </a:cubicBezTo>
                  <a:cubicBezTo>
                    <a:pt x="10022" y="76"/>
                    <a:pt x="9928" y="63"/>
                    <a:pt x="9834" y="45"/>
                  </a:cubicBezTo>
                  <a:cubicBezTo>
                    <a:pt x="9785" y="38"/>
                    <a:pt x="9732" y="35"/>
                    <a:pt x="9684" y="28"/>
                  </a:cubicBezTo>
                  <a:cubicBezTo>
                    <a:pt x="9639" y="25"/>
                    <a:pt x="9594" y="21"/>
                    <a:pt x="9548" y="17"/>
                  </a:cubicBezTo>
                  <a:cubicBezTo>
                    <a:pt x="9440" y="10"/>
                    <a:pt x="9332" y="4"/>
                    <a:pt x="92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3"/>
            <p:cNvSpPr/>
            <p:nvPr/>
          </p:nvSpPr>
          <p:spPr>
            <a:xfrm>
              <a:off x="6569270" y="3591853"/>
              <a:ext cx="394649" cy="365067"/>
            </a:xfrm>
            <a:custGeom>
              <a:rect b="b" l="l" r="r" t="t"/>
              <a:pathLst>
                <a:path extrusionOk="0" h="9009" w="9739">
                  <a:moveTo>
                    <a:pt x="1417" y="362"/>
                  </a:moveTo>
                  <a:cubicBezTo>
                    <a:pt x="1554" y="362"/>
                    <a:pt x="1691" y="380"/>
                    <a:pt x="1829" y="397"/>
                  </a:cubicBezTo>
                  <a:cubicBezTo>
                    <a:pt x="1877" y="403"/>
                    <a:pt x="1926" y="414"/>
                    <a:pt x="1975" y="424"/>
                  </a:cubicBezTo>
                  <a:cubicBezTo>
                    <a:pt x="2020" y="432"/>
                    <a:pt x="2065" y="442"/>
                    <a:pt x="2110" y="453"/>
                  </a:cubicBezTo>
                  <a:cubicBezTo>
                    <a:pt x="2202" y="474"/>
                    <a:pt x="2295" y="501"/>
                    <a:pt x="2382" y="529"/>
                  </a:cubicBezTo>
                  <a:cubicBezTo>
                    <a:pt x="2497" y="570"/>
                    <a:pt x="2608" y="609"/>
                    <a:pt x="2724" y="654"/>
                  </a:cubicBezTo>
                  <a:cubicBezTo>
                    <a:pt x="2807" y="686"/>
                    <a:pt x="2887" y="720"/>
                    <a:pt x="2967" y="755"/>
                  </a:cubicBezTo>
                  <a:cubicBezTo>
                    <a:pt x="3096" y="815"/>
                    <a:pt x="3221" y="874"/>
                    <a:pt x="3343" y="943"/>
                  </a:cubicBezTo>
                  <a:cubicBezTo>
                    <a:pt x="3510" y="1041"/>
                    <a:pt x="3671" y="1145"/>
                    <a:pt x="3834" y="1247"/>
                  </a:cubicBezTo>
                  <a:cubicBezTo>
                    <a:pt x="3994" y="1343"/>
                    <a:pt x="4158" y="1438"/>
                    <a:pt x="4318" y="1535"/>
                  </a:cubicBezTo>
                  <a:cubicBezTo>
                    <a:pt x="4489" y="1639"/>
                    <a:pt x="4652" y="1755"/>
                    <a:pt x="4813" y="1869"/>
                  </a:cubicBezTo>
                  <a:cubicBezTo>
                    <a:pt x="4955" y="1974"/>
                    <a:pt x="5094" y="2085"/>
                    <a:pt x="5231" y="2200"/>
                  </a:cubicBezTo>
                  <a:cubicBezTo>
                    <a:pt x="5495" y="2426"/>
                    <a:pt x="5756" y="2663"/>
                    <a:pt x="6014" y="2900"/>
                  </a:cubicBezTo>
                  <a:cubicBezTo>
                    <a:pt x="6146" y="3026"/>
                    <a:pt x="6279" y="3148"/>
                    <a:pt x="6407" y="3276"/>
                  </a:cubicBezTo>
                  <a:cubicBezTo>
                    <a:pt x="6564" y="3429"/>
                    <a:pt x="6717" y="3590"/>
                    <a:pt x="6870" y="3746"/>
                  </a:cubicBezTo>
                  <a:cubicBezTo>
                    <a:pt x="7135" y="4025"/>
                    <a:pt x="7396" y="4307"/>
                    <a:pt x="7654" y="4592"/>
                  </a:cubicBezTo>
                  <a:cubicBezTo>
                    <a:pt x="7661" y="4620"/>
                    <a:pt x="7678" y="4648"/>
                    <a:pt x="7696" y="4673"/>
                  </a:cubicBezTo>
                  <a:cubicBezTo>
                    <a:pt x="7733" y="4724"/>
                    <a:pt x="7779" y="4770"/>
                    <a:pt x="7821" y="4815"/>
                  </a:cubicBezTo>
                  <a:cubicBezTo>
                    <a:pt x="7866" y="4864"/>
                    <a:pt x="7915" y="4912"/>
                    <a:pt x="7960" y="4961"/>
                  </a:cubicBezTo>
                  <a:cubicBezTo>
                    <a:pt x="8051" y="5055"/>
                    <a:pt x="8141" y="5156"/>
                    <a:pt x="8228" y="5258"/>
                  </a:cubicBezTo>
                  <a:cubicBezTo>
                    <a:pt x="8406" y="5456"/>
                    <a:pt x="8577" y="5661"/>
                    <a:pt x="8733" y="5877"/>
                  </a:cubicBezTo>
                  <a:cubicBezTo>
                    <a:pt x="8778" y="5943"/>
                    <a:pt x="8824" y="6013"/>
                    <a:pt x="8866" y="6082"/>
                  </a:cubicBezTo>
                  <a:cubicBezTo>
                    <a:pt x="8914" y="6156"/>
                    <a:pt x="8959" y="6229"/>
                    <a:pt x="9001" y="6305"/>
                  </a:cubicBezTo>
                  <a:cubicBezTo>
                    <a:pt x="9081" y="6452"/>
                    <a:pt x="9151" y="6605"/>
                    <a:pt x="9213" y="6762"/>
                  </a:cubicBezTo>
                  <a:cubicBezTo>
                    <a:pt x="9283" y="6953"/>
                    <a:pt x="9332" y="7151"/>
                    <a:pt x="9367" y="7353"/>
                  </a:cubicBezTo>
                  <a:cubicBezTo>
                    <a:pt x="9370" y="7405"/>
                    <a:pt x="9374" y="7454"/>
                    <a:pt x="9370" y="7510"/>
                  </a:cubicBezTo>
                  <a:cubicBezTo>
                    <a:pt x="9370" y="7556"/>
                    <a:pt x="9363" y="7604"/>
                    <a:pt x="9356" y="7652"/>
                  </a:cubicBezTo>
                  <a:cubicBezTo>
                    <a:pt x="9349" y="7702"/>
                    <a:pt x="9335" y="7750"/>
                    <a:pt x="9318" y="7795"/>
                  </a:cubicBezTo>
                  <a:cubicBezTo>
                    <a:pt x="9273" y="7890"/>
                    <a:pt x="9217" y="7977"/>
                    <a:pt x="9154" y="8057"/>
                  </a:cubicBezTo>
                  <a:cubicBezTo>
                    <a:pt x="9091" y="8130"/>
                    <a:pt x="9019" y="8196"/>
                    <a:pt x="8942" y="8255"/>
                  </a:cubicBezTo>
                  <a:cubicBezTo>
                    <a:pt x="8803" y="8349"/>
                    <a:pt x="8653" y="8415"/>
                    <a:pt x="8496" y="8475"/>
                  </a:cubicBezTo>
                  <a:cubicBezTo>
                    <a:pt x="8277" y="8547"/>
                    <a:pt x="8054" y="8607"/>
                    <a:pt x="7824" y="8638"/>
                  </a:cubicBezTo>
                  <a:cubicBezTo>
                    <a:pt x="7759" y="8641"/>
                    <a:pt x="7694" y="8643"/>
                    <a:pt x="7629" y="8643"/>
                  </a:cubicBezTo>
                  <a:cubicBezTo>
                    <a:pt x="7482" y="8643"/>
                    <a:pt x="7335" y="8634"/>
                    <a:pt x="7190" y="8617"/>
                  </a:cubicBezTo>
                  <a:cubicBezTo>
                    <a:pt x="7048" y="8589"/>
                    <a:pt x="6905" y="8558"/>
                    <a:pt x="6766" y="8520"/>
                  </a:cubicBezTo>
                  <a:cubicBezTo>
                    <a:pt x="6634" y="8481"/>
                    <a:pt x="6508" y="8429"/>
                    <a:pt x="6380" y="8377"/>
                  </a:cubicBezTo>
                  <a:cubicBezTo>
                    <a:pt x="6279" y="8328"/>
                    <a:pt x="6177" y="8283"/>
                    <a:pt x="6080" y="8231"/>
                  </a:cubicBezTo>
                  <a:cubicBezTo>
                    <a:pt x="5962" y="8168"/>
                    <a:pt x="5847" y="8102"/>
                    <a:pt x="5735" y="8028"/>
                  </a:cubicBezTo>
                  <a:cubicBezTo>
                    <a:pt x="5526" y="7893"/>
                    <a:pt x="5321" y="7757"/>
                    <a:pt x="5126" y="7604"/>
                  </a:cubicBezTo>
                  <a:cubicBezTo>
                    <a:pt x="4993" y="7493"/>
                    <a:pt x="4861" y="7378"/>
                    <a:pt x="4733" y="7263"/>
                  </a:cubicBezTo>
                  <a:cubicBezTo>
                    <a:pt x="4607" y="7148"/>
                    <a:pt x="4485" y="7033"/>
                    <a:pt x="4367" y="6915"/>
                  </a:cubicBezTo>
                  <a:cubicBezTo>
                    <a:pt x="4088" y="6643"/>
                    <a:pt x="3806" y="6368"/>
                    <a:pt x="3531" y="6089"/>
                  </a:cubicBezTo>
                  <a:cubicBezTo>
                    <a:pt x="3249" y="5811"/>
                    <a:pt x="2970" y="5532"/>
                    <a:pt x="2695" y="5247"/>
                  </a:cubicBezTo>
                  <a:cubicBezTo>
                    <a:pt x="2427" y="4972"/>
                    <a:pt x="2166" y="4686"/>
                    <a:pt x="1916" y="4397"/>
                  </a:cubicBezTo>
                  <a:cubicBezTo>
                    <a:pt x="1790" y="4247"/>
                    <a:pt x="1662" y="4101"/>
                    <a:pt x="1540" y="3951"/>
                  </a:cubicBezTo>
                  <a:cubicBezTo>
                    <a:pt x="1414" y="3802"/>
                    <a:pt x="1296" y="3649"/>
                    <a:pt x="1181" y="3492"/>
                  </a:cubicBezTo>
                  <a:cubicBezTo>
                    <a:pt x="1045" y="3294"/>
                    <a:pt x="913" y="3095"/>
                    <a:pt x="802" y="2883"/>
                  </a:cubicBezTo>
                  <a:cubicBezTo>
                    <a:pt x="743" y="2775"/>
                    <a:pt x="687" y="2663"/>
                    <a:pt x="635" y="2552"/>
                  </a:cubicBezTo>
                  <a:cubicBezTo>
                    <a:pt x="593" y="2454"/>
                    <a:pt x="551" y="2357"/>
                    <a:pt x="509" y="2256"/>
                  </a:cubicBezTo>
                  <a:cubicBezTo>
                    <a:pt x="453" y="2089"/>
                    <a:pt x="401" y="1915"/>
                    <a:pt x="377" y="1737"/>
                  </a:cubicBezTo>
                  <a:cubicBezTo>
                    <a:pt x="367" y="1615"/>
                    <a:pt x="367" y="1490"/>
                    <a:pt x="384" y="1368"/>
                  </a:cubicBezTo>
                  <a:cubicBezTo>
                    <a:pt x="405" y="1250"/>
                    <a:pt x="447" y="1135"/>
                    <a:pt x="492" y="1023"/>
                  </a:cubicBezTo>
                  <a:cubicBezTo>
                    <a:pt x="547" y="916"/>
                    <a:pt x="606" y="811"/>
                    <a:pt x="680" y="713"/>
                  </a:cubicBezTo>
                  <a:cubicBezTo>
                    <a:pt x="728" y="657"/>
                    <a:pt x="781" y="612"/>
                    <a:pt x="836" y="567"/>
                  </a:cubicBezTo>
                  <a:cubicBezTo>
                    <a:pt x="923" y="511"/>
                    <a:pt x="1011" y="459"/>
                    <a:pt x="1104" y="421"/>
                  </a:cubicBezTo>
                  <a:cubicBezTo>
                    <a:pt x="1178" y="397"/>
                    <a:pt x="1251" y="376"/>
                    <a:pt x="1327" y="365"/>
                  </a:cubicBezTo>
                  <a:cubicBezTo>
                    <a:pt x="1357" y="363"/>
                    <a:pt x="1387" y="362"/>
                    <a:pt x="1417" y="362"/>
                  </a:cubicBezTo>
                  <a:close/>
                  <a:moveTo>
                    <a:pt x="1417" y="0"/>
                  </a:moveTo>
                  <a:cubicBezTo>
                    <a:pt x="1326" y="0"/>
                    <a:pt x="1235" y="8"/>
                    <a:pt x="1146" y="31"/>
                  </a:cubicBezTo>
                  <a:cubicBezTo>
                    <a:pt x="1017" y="62"/>
                    <a:pt x="889" y="108"/>
                    <a:pt x="777" y="177"/>
                  </a:cubicBezTo>
                  <a:cubicBezTo>
                    <a:pt x="735" y="205"/>
                    <a:pt x="693" y="230"/>
                    <a:pt x="656" y="257"/>
                  </a:cubicBezTo>
                  <a:cubicBezTo>
                    <a:pt x="603" y="292"/>
                    <a:pt x="555" y="327"/>
                    <a:pt x="505" y="369"/>
                  </a:cubicBezTo>
                  <a:cubicBezTo>
                    <a:pt x="474" y="397"/>
                    <a:pt x="447" y="428"/>
                    <a:pt x="418" y="459"/>
                  </a:cubicBezTo>
                  <a:cubicBezTo>
                    <a:pt x="352" y="540"/>
                    <a:pt x="296" y="623"/>
                    <a:pt x="248" y="713"/>
                  </a:cubicBezTo>
                  <a:cubicBezTo>
                    <a:pt x="119" y="937"/>
                    <a:pt x="29" y="1184"/>
                    <a:pt x="11" y="1438"/>
                  </a:cubicBezTo>
                  <a:cubicBezTo>
                    <a:pt x="0" y="1570"/>
                    <a:pt x="8" y="1702"/>
                    <a:pt x="25" y="1831"/>
                  </a:cubicBezTo>
                  <a:cubicBezTo>
                    <a:pt x="46" y="1970"/>
                    <a:pt x="84" y="2110"/>
                    <a:pt x="126" y="2245"/>
                  </a:cubicBezTo>
                  <a:cubicBezTo>
                    <a:pt x="154" y="2340"/>
                    <a:pt x="189" y="2433"/>
                    <a:pt x="227" y="2524"/>
                  </a:cubicBezTo>
                  <a:cubicBezTo>
                    <a:pt x="265" y="2611"/>
                    <a:pt x="304" y="2701"/>
                    <a:pt x="346" y="2788"/>
                  </a:cubicBezTo>
                  <a:cubicBezTo>
                    <a:pt x="436" y="2973"/>
                    <a:pt x="537" y="3154"/>
                    <a:pt x="641" y="3336"/>
                  </a:cubicBezTo>
                  <a:cubicBezTo>
                    <a:pt x="746" y="3513"/>
                    <a:pt x="868" y="3680"/>
                    <a:pt x="993" y="3844"/>
                  </a:cubicBezTo>
                  <a:cubicBezTo>
                    <a:pt x="1104" y="3997"/>
                    <a:pt x="1226" y="4146"/>
                    <a:pt x="1348" y="4292"/>
                  </a:cubicBezTo>
                  <a:cubicBezTo>
                    <a:pt x="1606" y="4596"/>
                    <a:pt x="1867" y="4892"/>
                    <a:pt x="2135" y="5184"/>
                  </a:cubicBezTo>
                  <a:cubicBezTo>
                    <a:pt x="2400" y="5473"/>
                    <a:pt x="2675" y="5748"/>
                    <a:pt x="2954" y="6026"/>
                  </a:cubicBezTo>
                  <a:cubicBezTo>
                    <a:pt x="3229" y="6302"/>
                    <a:pt x="3503" y="6577"/>
                    <a:pt x="3785" y="6852"/>
                  </a:cubicBezTo>
                  <a:cubicBezTo>
                    <a:pt x="4057" y="7120"/>
                    <a:pt x="4325" y="7392"/>
                    <a:pt x="4614" y="7642"/>
                  </a:cubicBezTo>
                  <a:cubicBezTo>
                    <a:pt x="4781" y="7785"/>
                    <a:pt x="4948" y="7927"/>
                    <a:pt x="5126" y="8057"/>
                  </a:cubicBezTo>
                  <a:cubicBezTo>
                    <a:pt x="5282" y="8171"/>
                    <a:pt x="5443" y="8276"/>
                    <a:pt x="5607" y="8377"/>
                  </a:cubicBezTo>
                  <a:cubicBezTo>
                    <a:pt x="5766" y="8475"/>
                    <a:pt x="5930" y="8568"/>
                    <a:pt x="6104" y="8645"/>
                  </a:cubicBezTo>
                  <a:cubicBezTo>
                    <a:pt x="6289" y="8732"/>
                    <a:pt x="6480" y="8812"/>
                    <a:pt x="6675" y="8872"/>
                  </a:cubicBezTo>
                  <a:cubicBezTo>
                    <a:pt x="6877" y="8927"/>
                    <a:pt x="7082" y="8972"/>
                    <a:pt x="7288" y="8993"/>
                  </a:cubicBezTo>
                  <a:cubicBezTo>
                    <a:pt x="7398" y="9002"/>
                    <a:pt x="7509" y="9009"/>
                    <a:pt x="7619" y="9009"/>
                  </a:cubicBezTo>
                  <a:cubicBezTo>
                    <a:pt x="7711" y="9009"/>
                    <a:pt x="7803" y="9004"/>
                    <a:pt x="7894" y="8993"/>
                  </a:cubicBezTo>
                  <a:cubicBezTo>
                    <a:pt x="8078" y="8969"/>
                    <a:pt x="8260" y="8930"/>
                    <a:pt x="8437" y="8875"/>
                  </a:cubicBezTo>
                  <a:cubicBezTo>
                    <a:pt x="8538" y="8843"/>
                    <a:pt x="8639" y="8812"/>
                    <a:pt x="8740" y="8771"/>
                  </a:cubicBezTo>
                  <a:cubicBezTo>
                    <a:pt x="8831" y="8732"/>
                    <a:pt x="8921" y="8694"/>
                    <a:pt x="9004" y="8645"/>
                  </a:cubicBezTo>
                  <a:cubicBezTo>
                    <a:pt x="9088" y="8593"/>
                    <a:pt x="9175" y="8541"/>
                    <a:pt x="9248" y="8475"/>
                  </a:cubicBezTo>
                  <a:cubicBezTo>
                    <a:pt x="9283" y="8443"/>
                    <a:pt x="9318" y="8412"/>
                    <a:pt x="9353" y="8377"/>
                  </a:cubicBezTo>
                  <a:cubicBezTo>
                    <a:pt x="9419" y="8308"/>
                    <a:pt x="9478" y="8231"/>
                    <a:pt x="9530" y="8150"/>
                  </a:cubicBezTo>
                  <a:cubicBezTo>
                    <a:pt x="9558" y="8112"/>
                    <a:pt x="9583" y="8074"/>
                    <a:pt x="9604" y="8032"/>
                  </a:cubicBezTo>
                  <a:cubicBezTo>
                    <a:pt x="9628" y="7983"/>
                    <a:pt x="9652" y="7938"/>
                    <a:pt x="9670" y="7890"/>
                  </a:cubicBezTo>
                  <a:cubicBezTo>
                    <a:pt x="9687" y="7837"/>
                    <a:pt x="9701" y="7789"/>
                    <a:pt x="9711" y="7736"/>
                  </a:cubicBezTo>
                  <a:cubicBezTo>
                    <a:pt x="9718" y="7681"/>
                    <a:pt x="9726" y="7622"/>
                    <a:pt x="9732" y="7562"/>
                  </a:cubicBezTo>
                  <a:cubicBezTo>
                    <a:pt x="9739" y="7464"/>
                    <a:pt x="9732" y="7363"/>
                    <a:pt x="9718" y="7263"/>
                  </a:cubicBezTo>
                  <a:cubicBezTo>
                    <a:pt x="9660" y="6880"/>
                    <a:pt x="9523" y="6503"/>
                    <a:pt x="9339" y="6163"/>
                  </a:cubicBezTo>
                  <a:cubicBezTo>
                    <a:pt x="9252" y="6002"/>
                    <a:pt x="9151" y="5849"/>
                    <a:pt x="9049" y="5700"/>
                  </a:cubicBezTo>
                  <a:cubicBezTo>
                    <a:pt x="8935" y="5529"/>
                    <a:pt x="8803" y="5369"/>
                    <a:pt x="8670" y="5212"/>
                  </a:cubicBezTo>
                  <a:cubicBezTo>
                    <a:pt x="8556" y="5076"/>
                    <a:pt x="8434" y="4940"/>
                    <a:pt x="8315" y="4808"/>
                  </a:cubicBezTo>
                  <a:cubicBezTo>
                    <a:pt x="8252" y="4742"/>
                    <a:pt x="8193" y="4676"/>
                    <a:pt x="8130" y="4613"/>
                  </a:cubicBezTo>
                  <a:cubicBezTo>
                    <a:pt x="8106" y="4585"/>
                    <a:pt x="8078" y="4557"/>
                    <a:pt x="8051" y="4530"/>
                  </a:cubicBezTo>
                  <a:cubicBezTo>
                    <a:pt x="8043" y="4498"/>
                    <a:pt x="8030" y="4467"/>
                    <a:pt x="8009" y="4443"/>
                  </a:cubicBezTo>
                  <a:cubicBezTo>
                    <a:pt x="7852" y="4268"/>
                    <a:pt x="7699" y="4094"/>
                    <a:pt x="7539" y="3927"/>
                  </a:cubicBezTo>
                  <a:cubicBezTo>
                    <a:pt x="7257" y="3624"/>
                    <a:pt x="6971" y="3328"/>
                    <a:pt x="6682" y="3036"/>
                  </a:cubicBezTo>
                  <a:cubicBezTo>
                    <a:pt x="6553" y="2907"/>
                    <a:pt x="6421" y="2785"/>
                    <a:pt x="6289" y="2663"/>
                  </a:cubicBezTo>
                  <a:cubicBezTo>
                    <a:pt x="6139" y="2524"/>
                    <a:pt x="5989" y="2388"/>
                    <a:pt x="5840" y="2253"/>
                  </a:cubicBezTo>
                  <a:cubicBezTo>
                    <a:pt x="5537" y="1981"/>
                    <a:pt x="5227" y="1716"/>
                    <a:pt x="4896" y="1483"/>
                  </a:cubicBezTo>
                  <a:cubicBezTo>
                    <a:pt x="4816" y="1427"/>
                    <a:pt x="4739" y="1372"/>
                    <a:pt x="4656" y="1319"/>
                  </a:cubicBezTo>
                  <a:cubicBezTo>
                    <a:pt x="4572" y="1263"/>
                    <a:pt x="4485" y="1215"/>
                    <a:pt x="4402" y="1163"/>
                  </a:cubicBezTo>
                  <a:cubicBezTo>
                    <a:pt x="4235" y="1062"/>
                    <a:pt x="4067" y="964"/>
                    <a:pt x="3904" y="860"/>
                  </a:cubicBezTo>
                  <a:cubicBezTo>
                    <a:pt x="3827" y="815"/>
                    <a:pt x="3751" y="762"/>
                    <a:pt x="3674" y="717"/>
                  </a:cubicBezTo>
                  <a:cubicBezTo>
                    <a:pt x="3587" y="665"/>
                    <a:pt x="3497" y="616"/>
                    <a:pt x="3409" y="567"/>
                  </a:cubicBezTo>
                  <a:cubicBezTo>
                    <a:pt x="3319" y="522"/>
                    <a:pt x="3229" y="480"/>
                    <a:pt x="3142" y="435"/>
                  </a:cubicBezTo>
                  <a:cubicBezTo>
                    <a:pt x="3086" y="411"/>
                    <a:pt x="3026" y="386"/>
                    <a:pt x="2967" y="362"/>
                  </a:cubicBezTo>
                  <a:cubicBezTo>
                    <a:pt x="2933" y="348"/>
                    <a:pt x="2898" y="331"/>
                    <a:pt x="2859" y="316"/>
                  </a:cubicBezTo>
                  <a:cubicBezTo>
                    <a:pt x="2758" y="278"/>
                    <a:pt x="2661" y="240"/>
                    <a:pt x="2557" y="205"/>
                  </a:cubicBezTo>
                  <a:cubicBezTo>
                    <a:pt x="2515" y="191"/>
                    <a:pt x="2473" y="177"/>
                    <a:pt x="2431" y="164"/>
                  </a:cubicBezTo>
                  <a:cubicBezTo>
                    <a:pt x="2382" y="149"/>
                    <a:pt x="2334" y="132"/>
                    <a:pt x="2281" y="122"/>
                  </a:cubicBezTo>
                  <a:cubicBezTo>
                    <a:pt x="2191" y="101"/>
                    <a:pt x="2100" y="77"/>
                    <a:pt x="2006" y="62"/>
                  </a:cubicBezTo>
                  <a:cubicBezTo>
                    <a:pt x="1898" y="42"/>
                    <a:pt x="1787" y="21"/>
                    <a:pt x="1679" y="14"/>
                  </a:cubicBezTo>
                  <a:cubicBezTo>
                    <a:pt x="1592" y="7"/>
                    <a:pt x="1504" y="0"/>
                    <a:pt x="1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3"/>
            <p:cNvSpPr/>
            <p:nvPr/>
          </p:nvSpPr>
          <p:spPr>
            <a:xfrm>
              <a:off x="6724758" y="3739845"/>
              <a:ext cx="79059" cy="79505"/>
            </a:xfrm>
            <a:custGeom>
              <a:rect b="b" l="l" r="r" t="t"/>
              <a:pathLst>
                <a:path extrusionOk="0" h="1962" w="1951">
                  <a:moveTo>
                    <a:pt x="878" y="364"/>
                  </a:moveTo>
                  <a:cubicBezTo>
                    <a:pt x="917" y="364"/>
                    <a:pt x="958" y="367"/>
                    <a:pt x="997" y="373"/>
                  </a:cubicBezTo>
                  <a:cubicBezTo>
                    <a:pt x="1042" y="383"/>
                    <a:pt x="1084" y="394"/>
                    <a:pt x="1125" y="411"/>
                  </a:cubicBezTo>
                  <a:cubicBezTo>
                    <a:pt x="1139" y="415"/>
                    <a:pt x="1153" y="418"/>
                    <a:pt x="1171" y="418"/>
                  </a:cubicBezTo>
                  <a:cubicBezTo>
                    <a:pt x="1177" y="425"/>
                    <a:pt x="1188" y="431"/>
                    <a:pt x="1195" y="439"/>
                  </a:cubicBezTo>
                  <a:cubicBezTo>
                    <a:pt x="1216" y="452"/>
                    <a:pt x="1247" y="463"/>
                    <a:pt x="1272" y="473"/>
                  </a:cubicBezTo>
                  <a:cubicBezTo>
                    <a:pt x="1293" y="481"/>
                    <a:pt x="1310" y="487"/>
                    <a:pt x="1331" y="498"/>
                  </a:cubicBezTo>
                  <a:cubicBezTo>
                    <a:pt x="1362" y="512"/>
                    <a:pt x="1390" y="529"/>
                    <a:pt x="1418" y="547"/>
                  </a:cubicBezTo>
                  <a:cubicBezTo>
                    <a:pt x="1439" y="568"/>
                    <a:pt x="1460" y="589"/>
                    <a:pt x="1477" y="609"/>
                  </a:cubicBezTo>
                  <a:cubicBezTo>
                    <a:pt x="1505" y="655"/>
                    <a:pt x="1532" y="700"/>
                    <a:pt x="1553" y="749"/>
                  </a:cubicBezTo>
                  <a:cubicBezTo>
                    <a:pt x="1564" y="787"/>
                    <a:pt x="1578" y="828"/>
                    <a:pt x="1585" y="867"/>
                  </a:cubicBezTo>
                  <a:cubicBezTo>
                    <a:pt x="1585" y="902"/>
                    <a:pt x="1585" y="937"/>
                    <a:pt x="1582" y="971"/>
                  </a:cubicBezTo>
                  <a:cubicBezTo>
                    <a:pt x="1567" y="1045"/>
                    <a:pt x="1547" y="1111"/>
                    <a:pt x="1519" y="1177"/>
                  </a:cubicBezTo>
                  <a:cubicBezTo>
                    <a:pt x="1498" y="1219"/>
                    <a:pt x="1477" y="1254"/>
                    <a:pt x="1449" y="1292"/>
                  </a:cubicBezTo>
                  <a:cubicBezTo>
                    <a:pt x="1397" y="1347"/>
                    <a:pt x="1338" y="1400"/>
                    <a:pt x="1275" y="1448"/>
                  </a:cubicBezTo>
                  <a:cubicBezTo>
                    <a:pt x="1212" y="1490"/>
                    <a:pt x="1143" y="1529"/>
                    <a:pt x="1069" y="1560"/>
                  </a:cubicBezTo>
                  <a:cubicBezTo>
                    <a:pt x="1028" y="1574"/>
                    <a:pt x="986" y="1588"/>
                    <a:pt x="941" y="1595"/>
                  </a:cubicBezTo>
                  <a:cubicBezTo>
                    <a:pt x="923" y="1596"/>
                    <a:pt x="905" y="1597"/>
                    <a:pt x="887" y="1597"/>
                  </a:cubicBezTo>
                  <a:cubicBezTo>
                    <a:pt x="868" y="1597"/>
                    <a:pt x="850" y="1596"/>
                    <a:pt x="833" y="1595"/>
                  </a:cubicBezTo>
                  <a:cubicBezTo>
                    <a:pt x="784" y="1585"/>
                    <a:pt x="735" y="1567"/>
                    <a:pt x="690" y="1550"/>
                  </a:cubicBezTo>
                  <a:cubicBezTo>
                    <a:pt x="642" y="1525"/>
                    <a:pt x="596" y="1501"/>
                    <a:pt x="554" y="1469"/>
                  </a:cubicBezTo>
                  <a:cubicBezTo>
                    <a:pt x="523" y="1442"/>
                    <a:pt x="495" y="1413"/>
                    <a:pt x="467" y="1382"/>
                  </a:cubicBezTo>
                  <a:cubicBezTo>
                    <a:pt x="446" y="1351"/>
                    <a:pt x="429" y="1316"/>
                    <a:pt x="415" y="1285"/>
                  </a:cubicBezTo>
                  <a:cubicBezTo>
                    <a:pt x="394" y="1230"/>
                    <a:pt x="383" y="1177"/>
                    <a:pt x="373" y="1118"/>
                  </a:cubicBezTo>
                  <a:cubicBezTo>
                    <a:pt x="370" y="1076"/>
                    <a:pt x="370" y="1031"/>
                    <a:pt x="373" y="986"/>
                  </a:cubicBezTo>
                  <a:cubicBezTo>
                    <a:pt x="387" y="912"/>
                    <a:pt x="412" y="843"/>
                    <a:pt x="436" y="777"/>
                  </a:cubicBezTo>
                  <a:cubicBezTo>
                    <a:pt x="474" y="700"/>
                    <a:pt x="516" y="630"/>
                    <a:pt x="568" y="561"/>
                  </a:cubicBezTo>
                  <a:cubicBezTo>
                    <a:pt x="613" y="508"/>
                    <a:pt x="663" y="463"/>
                    <a:pt x="714" y="418"/>
                  </a:cubicBezTo>
                  <a:cubicBezTo>
                    <a:pt x="735" y="404"/>
                    <a:pt x="759" y="390"/>
                    <a:pt x="780" y="380"/>
                  </a:cubicBezTo>
                  <a:cubicBezTo>
                    <a:pt x="801" y="376"/>
                    <a:pt x="819" y="369"/>
                    <a:pt x="836" y="365"/>
                  </a:cubicBezTo>
                  <a:cubicBezTo>
                    <a:pt x="850" y="365"/>
                    <a:pt x="864" y="364"/>
                    <a:pt x="878" y="364"/>
                  </a:cubicBezTo>
                  <a:close/>
                  <a:moveTo>
                    <a:pt x="871" y="0"/>
                  </a:moveTo>
                  <a:cubicBezTo>
                    <a:pt x="753" y="0"/>
                    <a:pt x="642" y="39"/>
                    <a:pt x="541" y="97"/>
                  </a:cubicBezTo>
                  <a:cubicBezTo>
                    <a:pt x="485" y="132"/>
                    <a:pt x="433" y="177"/>
                    <a:pt x="387" y="223"/>
                  </a:cubicBezTo>
                  <a:cubicBezTo>
                    <a:pt x="342" y="264"/>
                    <a:pt x="303" y="310"/>
                    <a:pt x="266" y="359"/>
                  </a:cubicBezTo>
                  <a:cubicBezTo>
                    <a:pt x="210" y="436"/>
                    <a:pt x="157" y="515"/>
                    <a:pt x="115" y="606"/>
                  </a:cubicBezTo>
                  <a:cubicBezTo>
                    <a:pt x="60" y="724"/>
                    <a:pt x="28" y="846"/>
                    <a:pt x="7" y="979"/>
                  </a:cubicBezTo>
                  <a:cubicBezTo>
                    <a:pt x="1" y="1031"/>
                    <a:pt x="7" y="1090"/>
                    <a:pt x="15" y="1142"/>
                  </a:cubicBezTo>
                  <a:cubicBezTo>
                    <a:pt x="22" y="1209"/>
                    <a:pt x="32" y="1271"/>
                    <a:pt x="49" y="1337"/>
                  </a:cubicBezTo>
                  <a:cubicBezTo>
                    <a:pt x="84" y="1466"/>
                    <a:pt x="154" y="1580"/>
                    <a:pt x="248" y="1678"/>
                  </a:cubicBezTo>
                  <a:cubicBezTo>
                    <a:pt x="359" y="1797"/>
                    <a:pt x="505" y="1870"/>
                    <a:pt x="658" y="1926"/>
                  </a:cubicBezTo>
                  <a:cubicBezTo>
                    <a:pt x="729" y="1950"/>
                    <a:pt x="809" y="1961"/>
                    <a:pt x="884" y="1961"/>
                  </a:cubicBezTo>
                  <a:cubicBezTo>
                    <a:pt x="894" y="1961"/>
                    <a:pt x="903" y="1961"/>
                    <a:pt x="913" y="1961"/>
                  </a:cubicBezTo>
                  <a:cubicBezTo>
                    <a:pt x="1021" y="1957"/>
                    <a:pt x="1125" y="1929"/>
                    <a:pt x="1222" y="1887"/>
                  </a:cubicBezTo>
                  <a:cubicBezTo>
                    <a:pt x="1310" y="1852"/>
                    <a:pt x="1390" y="1807"/>
                    <a:pt x="1470" y="1755"/>
                  </a:cubicBezTo>
                  <a:cubicBezTo>
                    <a:pt x="1543" y="1702"/>
                    <a:pt x="1613" y="1643"/>
                    <a:pt x="1675" y="1580"/>
                  </a:cubicBezTo>
                  <a:cubicBezTo>
                    <a:pt x="1717" y="1539"/>
                    <a:pt x="1752" y="1494"/>
                    <a:pt x="1783" y="1445"/>
                  </a:cubicBezTo>
                  <a:cubicBezTo>
                    <a:pt x="1818" y="1397"/>
                    <a:pt x="1842" y="1341"/>
                    <a:pt x="1863" y="1288"/>
                  </a:cubicBezTo>
                  <a:cubicBezTo>
                    <a:pt x="1898" y="1212"/>
                    <a:pt x="1923" y="1128"/>
                    <a:pt x="1933" y="1048"/>
                  </a:cubicBezTo>
                  <a:cubicBezTo>
                    <a:pt x="1940" y="1000"/>
                    <a:pt x="1950" y="950"/>
                    <a:pt x="1947" y="902"/>
                  </a:cubicBezTo>
                  <a:cubicBezTo>
                    <a:pt x="1947" y="853"/>
                    <a:pt x="1940" y="804"/>
                    <a:pt x="1933" y="756"/>
                  </a:cubicBezTo>
                  <a:cubicBezTo>
                    <a:pt x="1916" y="669"/>
                    <a:pt x="1878" y="582"/>
                    <a:pt x="1836" y="502"/>
                  </a:cubicBezTo>
                  <a:cubicBezTo>
                    <a:pt x="1791" y="418"/>
                    <a:pt x="1731" y="341"/>
                    <a:pt x="1658" y="279"/>
                  </a:cubicBezTo>
                  <a:cubicBezTo>
                    <a:pt x="1623" y="251"/>
                    <a:pt x="1588" y="223"/>
                    <a:pt x="1550" y="202"/>
                  </a:cubicBezTo>
                  <a:cubicBezTo>
                    <a:pt x="1515" y="185"/>
                    <a:pt x="1477" y="167"/>
                    <a:pt x="1442" y="153"/>
                  </a:cubicBezTo>
                  <a:cubicBezTo>
                    <a:pt x="1431" y="150"/>
                    <a:pt x="1421" y="143"/>
                    <a:pt x="1410" y="139"/>
                  </a:cubicBezTo>
                  <a:cubicBezTo>
                    <a:pt x="1379" y="111"/>
                    <a:pt x="1334" y="94"/>
                    <a:pt x="1289" y="94"/>
                  </a:cubicBezTo>
                  <a:cubicBezTo>
                    <a:pt x="1272" y="81"/>
                    <a:pt x="1251" y="70"/>
                    <a:pt x="1227" y="60"/>
                  </a:cubicBezTo>
                  <a:cubicBezTo>
                    <a:pt x="1177" y="42"/>
                    <a:pt x="1132" y="28"/>
                    <a:pt x="1080" y="21"/>
                  </a:cubicBezTo>
                  <a:cubicBezTo>
                    <a:pt x="1018" y="10"/>
                    <a:pt x="955" y="4"/>
                    <a:pt x="8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 name="Google Shape;360;p33"/>
          <p:cNvGrpSpPr/>
          <p:nvPr/>
        </p:nvGrpSpPr>
        <p:grpSpPr>
          <a:xfrm rot="-365417">
            <a:off x="6437934" y="1476759"/>
            <a:ext cx="640589" cy="635847"/>
            <a:chOff x="6024257" y="1033869"/>
            <a:chExt cx="640561" cy="635819"/>
          </a:xfrm>
        </p:grpSpPr>
        <p:sp>
          <p:nvSpPr>
            <p:cNvPr id="361" name="Google Shape;361;p33"/>
            <p:cNvSpPr/>
            <p:nvPr/>
          </p:nvSpPr>
          <p:spPr>
            <a:xfrm rot="-1095165">
              <a:off x="6087879" y="1105085"/>
              <a:ext cx="513318" cy="488719"/>
            </a:xfrm>
            <a:custGeom>
              <a:rect b="b" l="l" r="r" t="t"/>
              <a:pathLst>
                <a:path extrusionOk="0" h="12060" w="12667">
                  <a:moveTo>
                    <a:pt x="8043" y="817"/>
                  </a:moveTo>
                  <a:cubicBezTo>
                    <a:pt x="8099" y="825"/>
                    <a:pt x="8151" y="835"/>
                    <a:pt x="8210" y="849"/>
                  </a:cubicBezTo>
                  <a:cubicBezTo>
                    <a:pt x="8308" y="884"/>
                    <a:pt x="8409" y="926"/>
                    <a:pt x="8520" y="978"/>
                  </a:cubicBezTo>
                  <a:cubicBezTo>
                    <a:pt x="8705" y="1068"/>
                    <a:pt x="8879" y="1172"/>
                    <a:pt x="9060" y="1281"/>
                  </a:cubicBezTo>
                  <a:cubicBezTo>
                    <a:pt x="9185" y="1364"/>
                    <a:pt x="9287" y="1441"/>
                    <a:pt x="9383" y="1532"/>
                  </a:cubicBezTo>
                  <a:cubicBezTo>
                    <a:pt x="9422" y="1569"/>
                    <a:pt x="9467" y="1611"/>
                    <a:pt x="9516" y="1664"/>
                  </a:cubicBezTo>
                  <a:cubicBezTo>
                    <a:pt x="9571" y="1733"/>
                    <a:pt x="9627" y="1803"/>
                    <a:pt x="9683" y="1873"/>
                  </a:cubicBezTo>
                  <a:lnTo>
                    <a:pt x="9714" y="1914"/>
                  </a:lnTo>
                  <a:cubicBezTo>
                    <a:pt x="9780" y="2001"/>
                    <a:pt x="9851" y="2088"/>
                    <a:pt x="9906" y="2179"/>
                  </a:cubicBezTo>
                  <a:cubicBezTo>
                    <a:pt x="9909" y="2189"/>
                    <a:pt x="9913" y="2196"/>
                    <a:pt x="9913" y="2203"/>
                  </a:cubicBezTo>
                  <a:cubicBezTo>
                    <a:pt x="9917" y="2217"/>
                    <a:pt x="9917" y="2231"/>
                    <a:pt x="9917" y="2245"/>
                  </a:cubicBezTo>
                  <a:cubicBezTo>
                    <a:pt x="9902" y="2405"/>
                    <a:pt x="9861" y="2565"/>
                    <a:pt x="9819" y="2715"/>
                  </a:cubicBezTo>
                  <a:cubicBezTo>
                    <a:pt x="9798" y="2774"/>
                    <a:pt x="9774" y="2834"/>
                    <a:pt x="9739" y="2903"/>
                  </a:cubicBezTo>
                  <a:cubicBezTo>
                    <a:pt x="9544" y="2792"/>
                    <a:pt x="9391" y="2708"/>
                    <a:pt x="9248" y="2631"/>
                  </a:cubicBezTo>
                  <a:cubicBezTo>
                    <a:pt x="9154" y="2579"/>
                    <a:pt x="9057" y="2530"/>
                    <a:pt x="8962" y="2478"/>
                  </a:cubicBezTo>
                  <a:lnTo>
                    <a:pt x="8952" y="2475"/>
                  </a:lnTo>
                  <a:cubicBezTo>
                    <a:pt x="8764" y="2374"/>
                    <a:pt x="8580" y="2273"/>
                    <a:pt x="8392" y="2172"/>
                  </a:cubicBezTo>
                  <a:cubicBezTo>
                    <a:pt x="8022" y="1970"/>
                    <a:pt x="7688" y="1789"/>
                    <a:pt x="7347" y="1625"/>
                  </a:cubicBezTo>
                  <a:cubicBezTo>
                    <a:pt x="7294" y="1598"/>
                    <a:pt x="7243" y="1573"/>
                    <a:pt x="7187" y="1548"/>
                  </a:cubicBezTo>
                  <a:cubicBezTo>
                    <a:pt x="7114" y="1511"/>
                    <a:pt x="7037" y="1476"/>
                    <a:pt x="6960" y="1441"/>
                  </a:cubicBezTo>
                  <a:cubicBezTo>
                    <a:pt x="6968" y="1430"/>
                    <a:pt x="6974" y="1423"/>
                    <a:pt x="6984" y="1413"/>
                  </a:cubicBezTo>
                  <a:cubicBezTo>
                    <a:pt x="7009" y="1381"/>
                    <a:pt x="7030" y="1350"/>
                    <a:pt x="7051" y="1319"/>
                  </a:cubicBezTo>
                  <a:cubicBezTo>
                    <a:pt x="7061" y="1305"/>
                    <a:pt x="7072" y="1288"/>
                    <a:pt x="7082" y="1273"/>
                  </a:cubicBezTo>
                  <a:cubicBezTo>
                    <a:pt x="7135" y="1197"/>
                    <a:pt x="7197" y="1124"/>
                    <a:pt x="7274" y="1047"/>
                  </a:cubicBezTo>
                  <a:cubicBezTo>
                    <a:pt x="7309" y="1016"/>
                    <a:pt x="7347" y="992"/>
                    <a:pt x="7385" y="968"/>
                  </a:cubicBezTo>
                  <a:cubicBezTo>
                    <a:pt x="7472" y="929"/>
                    <a:pt x="7563" y="897"/>
                    <a:pt x="7678" y="866"/>
                  </a:cubicBezTo>
                  <a:cubicBezTo>
                    <a:pt x="7813" y="838"/>
                    <a:pt x="7935" y="825"/>
                    <a:pt x="8043" y="817"/>
                  </a:cubicBezTo>
                  <a:close/>
                  <a:moveTo>
                    <a:pt x="8041" y="1"/>
                  </a:moveTo>
                  <a:cubicBezTo>
                    <a:pt x="7935" y="1"/>
                    <a:pt x="7831" y="13"/>
                    <a:pt x="7733" y="27"/>
                  </a:cubicBezTo>
                  <a:cubicBezTo>
                    <a:pt x="7511" y="58"/>
                    <a:pt x="7323" y="104"/>
                    <a:pt x="7159" y="170"/>
                  </a:cubicBezTo>
                  <a:cubicBezTo>
                    <a:pt x="7023" y="226"/>
                    <a:pt x="6908" y="288"/>
                    <a:pt x="6817" y="362"/>
                  </a:cubicBezTo>
                  <a:cubicBezTo>
                    <a:pt x="6738" y="424"/>
                    <a:pt x="6654" y="504"/>
                    <a:pt x="6574" y="595"/>
                  </a:cubicBezTo>
                  <a:cubicBezTo>
                    <a:pt x="6529" y="647"/>
                    <a:pt x="6480" y="709"/>
                    <a:pt x="6428" y="783"/>
                  </a:cubicBezTo>
                  <a:lnTo>
                    <a:pt x="6410" y="807"/>
                  </a:lnTo>
                  <a:cubicBezTo>
                    <a:pt x="6399" y="821"/>
                    <a:pt x="6389" y="835"/>
                    <a:pt x="6379" y="852"/>
                  </a:cubicBezTo>
                  <a:cubicBezTo>
                    <a:pt x="6313" y="835"/>
                    <a:pt x="6247" y="814"/>
                    <a:pt x="6184" y="796"/>
                  </a:cubicBezTo>
                  <a:lnTo>
                    <a:pt x="6177" y="793"/>
                  </a:lnTo>
                  <a:lnTo>
                    <a:pt x="6142" y="783"/>
                  </a:lnTo>
                  <a:lnTo>
                    <a:pt x="6149" y="786"/>
                  </a:lnTo>
                  <a:lnTo>
                    <a:pt x="6132" y="780"/>
                  </a:lnTo>
                  <a:cubicBezTo>
                    <a:pt x="5853" y="696"/>
                    <a:pt x="5536" y="602"/>
                    <a:pt x="5230" y="521"/>
                  </a:cubicBezTo>
                  <a:lnTo>
                    <a:pt x="5150" y="500"/>
                  </a:lnTo>
                  <a:cubicBezTo>
                    <a:pt x="4892" y="434"/>
                    <a:pt x="4600" y="358"/>
                    <a:pt x="4310" y="299"/>
                  </a:cubicBezTo>
                  <a:cubicBezTo>
                    <a:pt x="4259" y="288"/>
                    <a:pt x="4203" y="278"/>
                    <a:pt x="4147" y="264"/>
                  </a:cubicBezTo>
                  <a:lnTo>
                    <a:pt x="4137" y="264"/>
                  </a:lnTo>
                  <a:cubicBezTo>
                    <a:pt x="4050" y="243"/>
                    <a:pt x="3959" y="226"/>
                    <a:pt x="3868" y="208"/>
                  </a:cubicBezTo>
                  <a:cubicBezTo>
                    <a:pt x="3802" y="195"/>
                    <a:pt x="3725" y="180"/>
                    <a:pt x="3642" y="177"/>
                  </a:cubicBezTo>
                  <a:cubicBezTo>
                    <a:pt x="3615" y="175"/>
                    <a:pt x="3588" y="173"/>
                    <a:pt x="3562" y="173"/>
                  </a:cubicBezTo>
                  <a:cubicBezTo>
                    <a:pt x="3472" y="173"/>
                    <a:pt x="3387" y="187"/>
                    <a:pt x="3287" y="211"/>
                  </a:cubicBezTo>
                  <a:cubicBezTo>
                    <a:pt x="3252" y="222"/>
                    <a:pt x="3214" y="232"/>
                    <a:pt x="3176" y="250"/>
                  </a:cubicBezTo>
                  <a:cubicBezTo>
                    <a:pt x="3026" y="306"/>
                    <a:pt x="2883" y="378"/>
                    <a:pt x="2716" y="470"/>
                  </a:cubicBezTo>
                  <a:cubicBezTo>
                    <a:pt x="2629" y="518"/>
                    <a:pt x="2552" y="577"/>
                    <a:pt x="2483" y="650"/>
                  </a:cubicBezTo>
                  <a:cubicBezTo>
                    <a:pt x="2305" y="835"/>
                    <a:pt x="2253" y="1120"/>
                    <a:pt x="2351" y="1357"/>
                  </a:cubicBezTo>
                  <a:cubicBezTo>
                    <a:pt x="2385" y="1444"/>
                    <a:pt x="2441" y="1532"/>
                    <a:pt x="2531" y="1632"/>
                  </a:cubicBezTo>
                  <a:cubicBezTo>
                    <a:pt x="2597" y="1712"/>
                    <a:pt x="2671" y="1778"/>
                    <a:pt x="2744" y="1841"/>
                  </a:cubicBezTo>
                  <a:lnTo>
                    <a:pt x="2713" y="1970"/>
                  </a:lnTo>
                  <a:cubicBezTo>
                    <a:pt x="2678" y="2127"/>
                    <a:pt x="2639" y="2287"/>
                    <a:pt x="2597" y="2443"/>
                  </a:cubicBezTo>
                  <a:cubicBezTo>
                    <a:pt x="2560" y="2569"/>
                    <a:pt x="2518" y="2684"/>
                    <a:pt x="2472" y="2798"/>
                  </a:cubicBezTo>
                  <a:cubicBezTo>
                    <a:pt x="2438" y="2893"/>
                    <a:pt x="2388" y="2983"/>
                    <a:pt x="2343" y="3067"/>
                  </a:cubicBezTo>
                  <a:cubicBezTo>
                    <a:pt x="2316" y="3115"/>
                    <a:pt x="2292" y="3164"/>
                    <a:pt x="2267" y="3210"/>
                  </a:cubicBezTo>
                  <a:cubicBezTo>
                    <a:pt x="2242" y="3266"/>
                    <a:pt x="2215" y="3317"/>
                    <a:pt x="2190" y="3370"/>
                  </a:cubicBezTo>
                  <a:cubicBezTo>
                    <a:pt x="2149" y="3460"/>
                    <a:pt x="2103" y="3554"/>
                    <a:pt x="2058" y="3645"/>
                  </a:cubicBezTo>
                  <a:cubicBezTo>
                    <a:pt x="1988" y="3777"/>
                    <a:pt x="1915" y="3902"/>
                    <a:pt x="1842" y="4024"/>
                  </a:cubicBezTo>
                  <a:lnTo>
                    <a:pt x="1790" y="4115"/>
                  </a:lnTo>
                  <a:cubicBezTo>
                    <a:pt x="1734" y="4209"/>
                    <a:pt x="1675" y="4306"/>
                    <a:pt x="1623" y="4404"/>
                  </a:cubicBezTo>
                  <a:cubicBezTo>
                    <a:pt x="1581" y="4487"/>
                    <a:pt x="1536" y="4567"/>
                    <a:pt x="1494" y="4648"/>
                  </a:cubicBezTo>
                  <a:cubicBezTo>
                    <a:pt x="1463" y="4707"/>
                    <a:pt x="1432" y="4765"/>
                    <a:pt x="1400" y="4828"/>
                  </a:cubicBezTo>
                  <a:cubicBezTo>
                    <a:pt x="1313" y="4989"/>
                    <a:pt x="1233" y="5159"/>
                    <a:pt x="1160" y="5320"/>
                  </a:cubicBezTo>
                  <a:cubicBezTo>
                    <a:pt x="1104" y="5438"/>
                    <a:pt x="1048" y="5556"/>
                    <a:pt x="989" y="5671"/>
                  </a:cubicBezTo>
                  <a:cubicBezTo>
                    <a:pt x="955" y="5747"/>
                    <a:pt x="916" y="5821"/>
                    <a:pt x="878" y="5894"/>
                  </a:cubicBezTo>
                  <a:cubicBezTo>
                    <a:pt x="780" y="6089"/>
                    <a:pt x="675" y="6291"/>
                    <a:pt x="592" y="6493"/>
                  </a:cubicBezTo>
                  <a:cubicBezTo>
                    <a:pt x="481" y="6768"/>
                    <a:pt x="383" y="7057"/>
                    <a:pt x="289" y="7335"/>
                  </a:cubicBezTo>
                  <a:lnTo>
                    <a:pt x="283" y="7360"/>
                  </a:lnTo>
                  <a:cubicBezTo>
                    <a:pt x="129" y="7812"/>
                    <a:pt x="0" y="8390"/>
                    <a:pt x="370" y="8808"/>
                  </a:cubicBezTo>
                  <a:cubicBezTo>
                    <a:pt x="651" y="9128"/>
                    <a:pt x="1051" y="9324"/>
                    <a:pt x="1407" y="9498"/>
                  </a:cubicBezTo>
                  <a:lnTo>
                    <a:pt x="1424" y="9508"/>
                  </a:lnTo>
                  <a:cubicBezTo>
                    <a:pt x="1675" y="9630"/>
                    <a:pt x="1936" y="9742"/>
                    <a:pt x="2187" y="9849"/>
                  </a:cubicBezTo>
                  <a:lnTo>
                    <a:pt x="2271" y="9888"/>
                  </a:lnTo>
                  <a:cubicBezTo>
                    <a:pt x="2493" y="9981"/>
                    <a:pt x="2719" y="10086"/>
                    <a:pt x="2936" y="10187"/>
                  </a:cubicBezTo>
                  <a:cubicBezTo>
                    <a:pt x="3008" y="10222"/>
                    <a:pt x="3082" y="10256"/>
                    <a:pt x="3155" y="10292"/>
                  </a:cubicBezTo>
                  <a:cubicBezTo>
                    <a:pt x="3333" y="10375"/>
                    <a:pt x="3517" y="10448"/>
                    <a:pt x="3698" y="10521"/>
                  </a:cubicBezTo>
                  <a:cubicBezTo>
                    <a:pt x="3809" y="10566"/>
                    <a:pt x="3921" y="10612"/>
                    <a:pt x="4032" y="10661"/>
                  </a:cubicBezTo>
                  <a:cubicBezTo>
                    <a:pt x="4151" y="10709"/>
                    <a:pt x="4269" y="10761"/>
                    <a:pt x="4384" y="10814"/>
                  </a:cubicBezTo>
                  <a:cubicBezTo>
                    <a:pt x="4565" y="10891"/>
                    <a:pt x="4746" y="10967"/>
                    <a:pt x="4927" y="11044"/>
                  </a:cubicBezTo>
                  <a:cubicBezTo>
                    <a:pt x="5101" y="11116"/>
                    <a:pt x="5271" y="11196"/>
                    <a:pt x="5438" y="11277"/>
                  </a:cubicBezTo>
                  <a:cubicBezTo>
                    <a:pt x="5571" y="11336"/>
                    <a:pt x="5703" y="11399"/>
                    <a:pt x="5835" y="11455"/>
                  </a:cubicBezTo>
                  <a:cubicBezTo>
                    <a:pt x="6097" y="11569"/>
                    <a:pt x="6372" y="11674"/>
                    <a:pt x="6682" y="11778"/>
                  </a:cubicBezTo>
                  <a:cubicBezTo>
                    <a:pt x="6873" y="11844"/>
                    <a:pt x="7044" y="11897"/>
                    <a:pt x="7201" y="11942"/>
                  </a:cubicBezTo>
                  <a:lnTo>
                    <a:pt x="7211" y="11945"/>
                  </a:lnTo>
                  <a:cubicBezTo>
                    <a:pt x="7350" y="11987"/>
                    <a:pt x="7497" y="12029"/>
                    <a:pt x="7640" y="12050"/>
                  </a:cubicBezTo>
                  <a:cubicBezTo>
                    <a:pt x="7689" y="12056"/>
                    <a:pt x="7738" y="12059"/>
                    <a:pt x="7786" y="12059"/>
                  </a:cubicBezTo>
                  <a:cubicBezTo>
                    <a:pt x="7921" y="12059"/>
                    <a:pt x="8054" y="12035"/>
                    <a:pt x="8179" y="11984"/>
                  </a:cubicBezTo>
                  <a:cubicBezTo>
                    <a:pt x="8276" y="11945"/>
                    <a:pt x="8374" y="11889"/>
                    <a:pt x="8458" y="11841"/>
                  </a:cubicBezTo>
                  <a:cubicBezTo>
                    <a:pt x="8580" y="11771"/>
                    <a:pt x="8697" y="11684"/>
                    <a:pt x="8823" y="11580"/>
                  </a:cubicBezTo>
                  <a:cubicBezTo>
                    <a:pt x="9091" y="11350"/>
                    <a:pt x="9297" y="11064"/>
                    <a:pt x="9443" y="10841"/>
                  </a:cubicBezTo>
                  <a:cubicBezTo>
                    <a:pt x="9541" y="10698"/>
                    <a:pt x="9637" y="10549"/>
                    <a:pt x="9721" y="10393"/>
                  </a:cubicBezTo>
                  <a:cubicBezTo>
                    <a:pt x="9801" y="10239"/>
                    <a:pt x="9871" y="10079"/>
                    <a:pt x="9937" y="9930"/>
                  </a:cubicBezTo>
                  <a:cubicBezTo>
                    <a:pt x="10039" y="9682"/>
                    <a:pt x="10136" y="9414"/>
                    <a:pt x="10230" y="9104"/>
                  </a:cubicBezTo>
                  <a:cubicBezTo>
                    <a:pt x="10293" y="8895"/>
                    <a:pt x="10338" y="8728"/>
                    <a:pt x="10380" y="8572"/>
                  </a:cubicBezTo>
                  <a:lnTo>
                    <a:pt x="10386" y="8547"/>
                  </a:lnTo>
                  <a:cubicBezTo>
                    <a:pt x="10418" y="8426"/>
                    <a:pt x="10449" y="8304"/>
                    <a:pt x="10484" y="8182"/>
                  </a:cubicBezTo>
                  <a:cubicBezTo>
                    <a:pt x="10540" y="8008"/>
                    <a:pt x="10603" y="7841"/>
                    <a:pt x="10672" y="7673"/>
                  </a:cubicBezTo>
                  <a:cubicBezTo>
                    <a:pt x="10749" y="7492"/>
                    <a:pt x="10842" y="7311"/>
                    <a:pt x="10933" y="7137"/>
                  </a:cubicBezTo>
                  <a:lnTo>
                    <a:pt x="10933" y="7134"/>
                  </a:lnTo>
                  <a:cubicBezTo>
                    <a:pt x="11016" y="6973"/>
                    <a:pt x="11104" y="6809"/>
                    <a:pt x="11183" y="6646"/>
                  </a:cubicBezTo>
                  <a:cubicBezTo>
                    <a:pt x="11208" y="6597"/>
                    <a:pt x="11229" y="6545"/>
                    <a:pt x="11254" y="6496"/>
                  </a:cubicBezTo>
                  <a:cubicBezTo>
                    <a:pt x="11288" y="6420"/>
                    <a:pt x="11326" y="6340"/>
                    <a:pt x="11365" y="6266"/>
                  </a:cubicBezTo>
                  <a:cubicBezTo>
                    <a:pt x="11421" y="6263"/>
                    <a:pt x="11476" y="6263"/>
                    <a:pt x="11522" y="6263"/>
                  </a:cubicBezTo>
                  <a:cubicBezTo>
                    <a:pt x="11630" y="6263"/>
                    <a:pt x="11737" y="6186"/>
                    <a:pt x="11800" y="6113"/>
                  </a:cubicBezTo>
                  <a:cubicBezTo>
                    <a:pt x="11818" y="6092"/>
                    <a:pt x="11835" y="6068"/>
                    <a:pt x="11845" y="6040"/>
                  </a:cubicBezTo>
                  <a:cubicBezTo>
                    <a:pt x="11887" y="6033"/>
                    <a:pt x="11929" y="6019"/>
                    <a:pt x="11974" y="5998"/>
                  </a:cubicBezTo>
                  <a:cubicBezTo>
                    <a:pt x="12019" y="5977"/>
                    <a:pt x="12068" y="5953"/>
                    <a:pt x="12110" y="5929"/>
                  </a:cubicBezTo>
                  <a:lnTo>
                    <a:pt x="12141" y="5911"/>
                  </a:lnTo>
                  <a:cubicBezTo>
                    <a:pt x="12239" y="5859"/>
                    <a:pt x="12319" y="5772"/>
                    <a:pt x="12378" y="5702"/>
                  </a:cubicBezTo>
                  <a:cubicBezTo>
                    <a:pt x="12388" y="5692"/>
                    <a:pt x="12395" y="5681"/>
                    <a:pt x="12403" y="5671"/>
                  </a:cubicBezTo>
                  <a:lnTo>
                    <a:pt x="12413" y="5657"/>
                  </a:lnTo>
                  <a:cubicBezTo>
                    <a:pt x="12441" y="5612"/>
                    <a:pt x="12469" y="5564"/>
                    <a:pt x="12500" y="5518"/>
                  </a:cubicBezTo>
                  <a:cubicBezTo>
                    <a:pt x="12525" y="5469"/>
                    <a:pt x="12541" y="5421"/>
                    <a:pt x="12552" y="5368"/>
                  </a:cubicBezTo>
                  <a:cubicBezTo>
                    <a:pt x="12667" y="4953"/>
                    <a:pt x="12340" y="4606"/>
                    <a:pt x="12044" y="4348"/>
                  </a:cubicBezTo>
                  <a:cubicBezTo>
                    <a:pt x="11929" y="4251"/>
                    <a:pt x="11800" y="4153"/>
                    <a:pt x="11689" y="4069"/>
                  </a:cubicBezTo>
                  <a:lnTo>
                    <a:pt x="11681" y="4063"/>
                  </a:lnTo>
                  <a:cubicBezTo>
                    <a:pt x="11407" y="3857"/>
                    <a:pt x="11107" y="3676"/>
                    <a:pt x="10822" y="3512"/>
                  </a:cubicBezTo>
                  <a:cubicBezTo>
                    <a:pt x="10700" y="3443"/>
                    <a:pt x="10578" y="3373"/>
                    <a:pt x="10456" y="3303"/>
                  </a:cubicBezTo>
                  <a:cubicBezTo>
                    <a:pt x="10505" y="3216"/>
                    <a:pt x="10540" y="3136"/>
                    <a:pt x="10564" y="3063"/>
                  </a:cubicBezTo>
                  <a:cubicBezTo>
                    <a:pt x="10616" y="2914"/>
                    <a:pt x="10661" y="2743"/>
                    <a:pt x="10703" y="2548"/>
                  </a:cubicBezTo>
                  <a:cubicBezTo>
                    <a:pt x="10714" y="2493"/>
                    <a:pt x="10720" y="2433"/>
                    <a:pt x="10728" y="2360"/>
                  </a:cubicBezTo>
                  <a:cubicBezTo>
                    <a:pt x="10731" y="2308"/>
                    <a:pt x="10735" y="2252"/>
                    <a:pt x="10735" y="2200"/>
                  </a:cubicBezTo>
                  <a:lnTo>
                    <a:pt x="10735" y="2183"/>
                  </a:lnTo>
                  <a:cubicBezTo>
                    <a:pt x="10735" y="2109"/>
                    <a:pt x="10717" y="2036"/>
                    <a:pt x="10700" y="1966"/>
                  </a:cubicBezTo>
                  <a:lnTo>
                    <a:pt x="10690" y="1935"/>
                  </a:lnTo>
                  <a:cubicBezTo>
                    <a:pt x="10679" y="1893"/>
                    <a:pt x="10651" y="1841"/>
                    <a:pt x="10630" y="1803"/>
                  </a:cubicBezTo>
                  <a:lnTo>
                    <a:pt x="10624" y="1789"/>
                  </a:lnTo>
                  <a:lnTo>
                    <a:pt x="10613" y="1771"/>
                  </a:lnTo>
                  <a:cubicBezTo>
                    <a:pt x="10592" y="1730"/>
                    <a:pt x="10568" y="1691"/>
                    <a:pt x="10540" y="1653"/>
                  </a:cubicBezTo>
                  <a:cubicBezTo>
                    <a:pt x="10519" y="1615"/>
                    <a:pt x="10491" y="1580"/>
                    <a:pt x="10466" y="1548"/>
                  </a:cubicBezTo>
                  <a:lnTo>
                    <a:pt x="10446" y="1524"/>
                  </a:lnTo>
                  <a:cubicBezTo>
                    <a:pt x="10400" y="1461"/>
                    <a:pt x="10355" y="1402"/>
                    <a:pt x="10310" y="1344"/>
                  </a:cubicBezTo>
                  <a:cubicBezTo>
                    <a:pt x="10195" y="1201"/>
                    <a:pt x="10070" y="1061"/>
                    <a:pt x="9927" y="918"/>
                  </a:cubicBezTo>
                  <a:cubicBezTo>
                    <a:pt x="9756" y="751"/>
                    <a:pt x="9551" y="629"/>
                    <a:pt x="9353" y="508"/>
                  </a:cubicBezTo>
                  <a:lnTo>
                    <a:pt x="9335" y="497"/>
                  </a:lnTo>
                  <a:cubicBezTo>
                    <a:pt x="9192" y="410"/>
                    <a:pt x="9022" y="309"/>
                    <a:pt x="8851" y="226"/>
                  </a:cubicBezTo>
                  <a:cubicBezTo>
                    <a:pt x="8736" y="170"/>
                    <a:pt x="8628" y="128"/>
                    <a:pt x="8524" y="90"/>
                  </a:cubicBezTo>
                  <a:cubicBezTo>
                    <a:pt x="8433" y="62"/>
                    <a:pt x="8315" y="27"/>
                    <a:pt x="8189" y="10"/>
                  </a:cubicBezTo>
                  <a:cubicBezTo>
                    <a:pt x="8140" y="3"/>
                    <a:pt x="8090" y="1"/>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3"/>
            <p:cNvSpPr/>
            <p:nvPr/>
          </p:nvSpPr>
          <p:spPr>
            <a:xfrm rot="-1095165">
              <a:off x="6124334" y="1121133"/>
              <a:ext cx="324597" cy="90085"/>
            </a:xfrm>
            <a:custGeom>
              <a:rect b="b" l="l" r="r" t="t"/>
              <a:pathLst>
                <a:path extrusionOk="0" h="2223" w="8010">
                  <a:moveTo>
                    <a:pt x="5424" y="1"/>
                  </a:moveTo>
                  <a:cubicBezTo>
                    <a:pt x="5156" y="1"/>
                    <a:pt x="4914" y="116"/>
                    <a:pt x="4687" y="244"/>
                  </a:cubicBezTo>
                  <a:cubicBezTo>
                    <a:pt x="4551" y="318"/>
                    <a:pt x="4426" y="405"/>
                    <a:pt x="4294" y="482"/>
                  </a:cubicBezTo>
                  <a:cubicBezTo>
                    <a:pt x="4162" y="562"/>
                    <a:pt x="4029" y="645"/>
                    <a:pt x="3900" y="732"/>
                  </a:cubicBezTo>
                  <a:cubicBezTo>
                    <a:pt x="3859" y="760"/>
                    <a:pt x="3817" y="792"/>
                    <a:pt x="3775" y="822"/>
                  </a:cubicBezTo>
                  <a:cubicBezTo>
                    <a:pt x="3598" y="753"/>
                    <a:pt x="3416" y="683"/>
                    <a:pt x="3235" y="624"/>
                  </a:cubicBezTo>
                  <a:cubicBezTo>
                    <a:pt x="3009" y="554"/>
                    <a:pt x="2783" y="485"/>
                    <a:pt x="2553" y="419"/>
                  </a:cubicBezTo>
                  <a:cubicBezTo>
                    <a:pt x="2226" y="311"/>
                    <a:pt x="1906" y="186"/>
                    <a:pt x="1571" y="105"/>
                  </a:cubicBezTo>
                  <a:cubicBezTo>
                    <a:pt x="1443" y="74"/>
                    <a:pt x="1310" y="58"/>
                    <a:pt x="1177" y="58"/>
                  </a:cubicBezTo>
                  <a:cubicBezTo>
                    <a:pt x="1133" y="58"/>
                    <a:pt x="1089" y="60"/>
                    <a:pt x="1045" y="64"/>
                  </a:cubicBezTo>
                  <a:cubicBezTo>
                    <a:pt x="969" y="67"/>
                    <a:pt x="899" y="77"/>
                    <a:pt x="826" y="91"/>
                  </a:cubicBezTo>
                  <a:cubicBezTo>
                    <a:pt x="704" y="116"/>
                    <a:pt x="582" y="144"/>
                    <a:pt x="471" y="189"/>
                  </a:cubicBezTo>
                  <a:cubicBezTo>
                    <a:pt x="259" y="276"/>
                    <a:pt x="63" y="453"/>
                    <a:pt x="26" y="687"/>
                  </a:cubicBezTo>
                  <a:cubicBezTo>
                    <a:pt x="0" y="816"/>
                    <a:pt x="18" y="938"/>
                    <a:pt x="67" y="1059"/>
                  </a:cubicBezTo>
                  <a:cubicBezTo>
                    <a:pt x="122" y="1205"/>
                    <a:pt x="238" y="1324"/>
                    <a:pt x="346" y="1435"/>
                  </a:cubicBezTo>
                  <a:cubicBezTo>
                    <a:pt x="443" y="1533"/>
                    <a:pt x="569" y="1610"/>
                    <a:pt x="686" y="1679"/>
                  </a:cubicBezTo>
                  <a:cubicBezTo>
                    <a:pt x="760" y="1724"/>
                    <a:pt x="836" y="1769"/>
                    <a:pt x="913" y="1811"/>
                  </a:cubicBezTo>
                  <a:cubicBezTo>
                    <a:pt x="1035" y="1885"/>
                    <a:pt x="1164" y="1947"/>
                    <a:pt x="1296" y="2010"/>
                  </a:cubicBezTo>
                  <a:cubicBezTo>
                    <a:pt x="1463" y="2090"/>
                    <a:pt x="1623" y="2174"/>
                    <a:pt x="1805" y="2212"/>
                  </a:cubicBezTo>
                  <a:cubicBezTo>
                    <a:pt x="1853" y="2219"/>
                    <a:pt x="1901" y="2222"/>
                    <a:pt x="1954" y="2222"/>
                  </a:cubicBezTo>
                  <a:cubicBezTo>
                    <a:pt x="1996" y="2222"/>
                    <a:pt x="2038" y="2219"/>
                    <a:pt x="2079" y="2215"/>
                  </a:cubicBezTo>
                  <a:cubicBezTo>
                    <a:pt x="2142" y="2205"/>
                    <a:pt x="2201" y="2187"/>
                    <a:pt x="2261" y="2170"/>
                  </a:cubicBezTo>
                  <a:cubicBezTo>
                    <a:pt x="2288" y="2163"/>
                    <a:pt x="2313" y="2149"/>
                    <a:pt x="2337" y="2139"/>
                  </a:cubicBezTo>
                  <a:cubicBezTo>
                    <a:pt x="2379" y="2118"/>
                    <a:pt x="2420" y="2093"/>
                    <a:pt x="2462" y="2073"/>
                  </a:cubicBezTo>
                  <a:cubicBezTo>
                    <a:pt x="2507" y="2048"/>
                    <a:pt x="2584" y="1982"/>
                    <a:pt x="2605" y="1951"/>
                  </a:cubicBezTo>
                  <a:cubicBezTo>
                    <a:pt x="2633" y="1909"/>
                    <a:pt x="2658" y="1870"/>
                    <a:pt x="2682" y="1829"/>
                  </a:cubicBezTo>
                  <a:cubicBezTo>
                    <a:pt x="2689" y="1819"/>
                    <a:pt x="2692" y="1808"/>
                    <a:pt x="2695" y="1798"/>
                  </a:cubicBezTo>
                  <a:cubicBezTo>
                    <a:pt x="2807" y="1815"/>
                    <a:pt x="2922" y="1836"/>
                    <a:pt x="3034" y="1849"/>
                  </a:cubicBezTo>
                  <a:cubicBezTo>
                    <a:pt x="3103" y="1860"/>
                    <a:pt x="3169" y="1864"/>
                    <a:pt x="3238" y="1867"/>
                  </a:cubicBezTo>
                  <a:cubicBezTo>
                    <a:pt x="3301" y="1870"/>
                    <a:pt x="3364" y="1874"/>
                    <a:pt x="3427" y="1874"/>
                  </a:cubicBezTo>
                  <a:cubicBezTo>
                    <a:pt x="3538" y="1874"/>
                    <a:pt x="3650" y="1853"/>
                    <a:pt x="3754" y="1811"/>
                  </a:cubicBezTo>
                  <a:cubicBezTo>
                    <a:pt x="3942" y="1742"/>
                    <a:pt x="4092" y="1606"/>
                    <a:pt x="4252" y="1488"/>
                  </a:cubicBezTo>
                  <a:cubicBezTo>
                    <a:pt x="4489" y="1306"/>
                    <a:pt x="4753" y="1160"/>
                    <a:pt x="5004" y="1004"/>
                  </a:cubicBezTo>
                  <a:cubicBezTo>
                    <a:pt x="5060" y="972"/>
                    <a:pt x="5112" y="938"/>
                    <a:pt x="5168" y="906"/>
                  </a:cubicBezTo>
                  <a:cubicBezTo>
                    <a:pt x="5231" y="878"/>
                    <a:pt x="5293" y="850"/>
                    <a:pt x="5359" y="829"/>
                  </a:cubicBezTo>
                  <a:cubicBezTo>
                    <a:pt x="5414" y="822"/>
                    <a:pt x="5471" y="818"/>
                    <a:pt x="5528" y="818"/>
                  </a:cubicBezTo>
                  <a:cubicBezTo>
                    <a:pt x="5547" y="818"/>
                    <a:pt x="5567" y="818"/>
                    <a:pt x="5586" y="819"/>
                  </a:cubicBezTo>
                  <a:cubicBezTo>
                    <a:pt x="5690" y="826"/>
                    <a:pt x="5795" y="837"/>
                    <a:pt x="5902" y="850"/>
                  </a:cubicBezTo>
                  <a:cubicBezTo>
                    <a:pt x="6004" y="868"/>
                    <a:pt x="6101" y="892"/>
                    <a:pt x="6198" y="917"/>
                  </a:cubicBezTo>
                  <a:cubicBezTo>
                    <a:pt x="6452" y="1000"/>
                    <a:pt x="6706" y="1105"/>
                    <a:pt x="6936" y="1237"/>
                  </a:cubicBezTo>
                  <a:cubicBezTo>
                    <a:pt x="7061" y="1320"/>
                    <a:pt x="7177" y="1414"/>
                    <a:pt x="7291" y="1505"/>
                  </a:cubicBezTo>
                  <a:cubicBezTo>
                    <a:pt x="7368" y="1566"/>
                    <a:pt x="7460" y="1596"/>
                    <a:pt x="7552" y="1596"/>
                  </a:cubicBezTo>
                  <a:cubicBezTo>
                    <a:pt x="7670" y="1596"/>
                    <a:pt x="7787" y="1547"/>
                    <a:pt x="7870" y="1449"/>
                  </a:cubicBezTo>
                  <a:cubicBezTo>
                    <a:pt x="8009" y="1282"/>
                    <a:pt x="7988" y="1014"/>
                    <a:pt x="7814" y="875"/>
                  </a:cubicBezTo>
                  <a:cubicBezTo>
                    <a:pt x="7685" y="774"/>
                    <a:pt x="7556" y="670"/>
                    <a:pt x="7417" y="583"/>
                  </a:cubicBezTo>
                  <a:cubicBezTo>
                    <a:pt x="7309" y="509"/>
                    <a:pt x="7194" y="446"/>
                    <a:pt x="7079" y="390"/>
                  </a:cubicBezTo>
                  <a:cubicBezTo>
                    <a:pt x="7034" y="370"/>
                    <a:pt x="6989" y="349"/>
                    <a:pt x="6940" y="328"/>
                  </a:cubicBezTo>
                  <a:cubicBezTo>
                    <a:pt x="6634" y="192"/>
                    <a:pt x="6314" y="85"/>
                    <a:pt x="5979" y="35"/>
                  </a:cubicBezTo>
                  <a:cubicBezTo>
                    <a:pt x="5805" y="11"/>
                    <a:pt x="5628" y="8"/>
                    <a:pt x="5450" y="1"/>
                  </a:cubicBezTo>
                  <a:cubicBezTo>
                    <a:pt x="5441" y="1"/>
                    <a:pt x="5433" y="1"/>
                    <a:pt x="5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3"/>
            <p:cNvSpPr/>
            <p:nvPr/>
          </p:nvSpPr>
          <p:spPr>
            <a:xfrm rot="-1095165">
              <a:off x="6226728" y="1326412"/>
              <a:ext cx="138633" cy="92557"/>
            </a:xfrm>
            <a:custGeom>
              <a:rect b="b" l="l" r="r" t="t"/>
              <a:pathLst>
                <a:path extrusionOk="0" h="2284" w="3421">
                  <a:moveTo>
                    <a:pt x="2998" y="1"/>
                  </a:moveTo>
                  <a:cubicBezTo>
                    <a:pt x="2950" y="1"/>
                    <a:pt x="2902" y="9"/>
                    <a:pt x="2856" y="25"/>
                  </a:cubicBezTo>
                  <a:cubicBezTo>
                    <a:pt x="2745" y="67"/>
                    <a:pt x="2682" y="143"/>
                    <a:pt x="2623" y="244"/>
                  </a:cubicBezTo>
                  <a:cubicBezTo>
                    <a:pt x="2536" y="397"/>
                    <a:pt x="2441" y="551"/>
                    <a:pt x="2351" y="704"/>
                  </a:cubicBezTo>
                  <a:cubicBezTo>
                    <a:pt x="2173" y="951"/>
                    <a:pt x="1999" y="1205"/>
                    <a:pt x="1808" y="1441"/>
                  </a:cubicBezTo>
                  <a:cubicBezTo>
                    <a:pt x="1728" y="1410"/>
                    <a:pt x="1651" y="1375"/>
                    <a:pt x="1578" y="1334"/>
                  </a:cubicBezTo>
                  <a:cubicBezTo>
                    <a:pt x="1331" y="1170"/>
                    <a:pt x="1094" y="989"/>
                    <a:pt x="833" y="850"/>
                  </a:cubicBezTo>
                  <a:cubicBezTo>
                    <a:pt x="778" y="790"/>
                    <a:pt x="701" y="749"/>
                    <a:pt x="614" y="739"/>
                  </a:cubicBezTo>
                  <a:cubicBezTo>
                    <a:pt x="586" y="731"/>
                    <a:pt x="555" y="728"/>
                    <a:pt x="527" y="724"/>
                  </a:cubicBezTo>
                  <a:cubicBezTo>
                    <a:pt x="505" y="721"/>
                    <a:pt x="483" y="719"/>
                    <a:pt x="461" y="719"/>
                  </a:cubicBezTo>
                  <a:cubicBezTo>
                    <a:pt x="303" y="719"/>
                    <a:pt x="152" y="814"/>
                    <a:pt x="88" y="961"/>
                  </a:cubicBezTo>
                  <a:cubicBezTo>
                    <a:pt x="1" y="1156"/>
                    <a:pt x="88" y="1417"/>
                    <a:pt x="293" y="1501"/>
                  </a:cubicBezTo>
                  <a:cubicBezTo>
                    <a:pt x="415" y="1550"/>
                    <a:pt x="530" y="1613"/>
                    <a:pt x="645" y="1679"/>
                  </a:cubicBezTo>
                  <a:cubicBezTo>
                    <a:pt x="854" y="1817"/>
                    <a:pt x="1053" y="1968"/>
                    <a:pt x="1265" y="2093"/>
                  </a:cubicBezTo>
                  <a:cubicBezTo>
                    <a:pt x="1379" y="2163"/>
                    <a:pt x="1509" y="2201"/>
                    <a:pt x="1634" y="2239"/>
                  </a:cubicBezTo>
                  <a:cubicBezTo>
                    <a:pt x="1704" y="2260"/>
                    <a:pt x="1773" y="2274"/>
                    <a:pt x="1847" y="2281"/>
                  </a:cubicBezTo>
                  <a:cubicBezTo>
                    <a:pt x="1869" y="2283"/>
                    <a:pt x="1892" y="2284"/>
                    <a:pt x="1914" y="2284"/>
                  </a:cubicBezTo>
                  <a:cubicBezTo>
                    <a:pt x="1936" y="2284"/>
                    <a:pt x="1958" y="2283"/>
                    <a:pt x="1979" y="2281"/>
                  </a:cubicBezTo>
                  <a:cubicBezTo>
                    <a:pt x="2041" y="2281"/>
                    <a:pt x="2177" y="2232"/>
                    <a:pt x="2223" y="2190"/>
                  </a:cubicBezTo>
                  <a:cubicBezTo>
                    <a:pt x="2292" y="2127"/>
                    <a:pt x="2351" y="2068"/>
                    <a:pt x="2411" y="1995"/>
                  </a:cubicBezTo>
                  <a:cubicBezTo>
                    <a:pt x="2560" y="1807"/>
                    <a:pt x="2703" y="1616"/>
                    <a:pt x="2842" y="1421"/>
                  </a:cubicBezTo>
                  <a:cubicBezTo>
                    <a:pt x="2929" y="1299"/>
                    <a:pt x="3013" y="1177"/>
                    <a:pt x="3089" y="1049"/>
                  </a:cubicBezTo>
                  <a:cubicBezTo>
                    <a:pt x="3184" y="892"/>
                    <a:pt x="3280" y="735"/>
                    <a:pt x="3372" y="575"/>
                  </a:cubicBezTo>
                  <a:cubicBezTo>
                    <a:pt x="3420" y="488"/>
                    <a:pt x="3413" y="359"/>
                    <a:pt x="3382" y="268"/>
                  </a:cubicBezTo>
                  <a:cubicBezTo>
                    <a:pt x="3343" y="171"/>
                    <a:pt x="3270" y="88"/>
                    <a:pt x="3176" y="42"/>
                  </a:cubicBezTo>
                  <a:cubicBezTo>
                    <a:pt x="3173" y="38"/>
                    <a:pt x="3169" y="38"/>
                    <a:pt x="3163" y="35"/>
                  </a:cubicBezTo>
                  <a:cubicBezTo>
                    <a:pt x="3111" y="12"/>
                    <a:pt x="3055" y="1"/>
                    <a:pt x="29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3"/>
            <p:cNvSpPr/>
            <p:nvPr/>
          </p:nvSpPr>
          <p:spPr>
            <a:xfrm rot="-1095165">
              <a:off x="6102151" y="1207955"/>
              <a:ext cx="231027" cy="398837"/>
            </a:xfrm>
            <a:custGeom>
              <a:rect b="b" l="l" r="r" t="t"/>
              <a:pathLst>
                <a:path extrusionOk="0" h="9842" w="5701">
                  <a:moveTo>
                    <a:pt x="3525" y="1"/>
                  </a:moveTo>
                  <a:cubicBezTo>
                    <a:pt x="3477" y="1"/>
                    <a:pt x="3430" y="9"/>
                    <a:pt x="3385" y="25"/>
                  </a:cubicBezTo>
                  <a:cubicBezTo>
                    <a:pt x="3277" y="62"/>
                    <a:pt x="3204" y="143"/>
                    <a:pt x="3152" y="240"/>
                  </a:cubicBezTo>
                  <a:cubicBezTo>
                    <a:pt x="2832" y="867"/>
                    <a:pt x="2498" y="1487"/>
                    <a:pt x="2132" y="2089"/>
                  </a:cubicBezTo>
                  <a:cubicBezTo>
                    <a:pt x="1968" y="2360"/>
                    <a:pt x="1797" y="2632"/>
                    <a:pt x="1637" y="2908"/>
                  </a:cubicBezTo>
                  <a:cubicBezTo>
                    <a:pt x="1477" y="3179"/>
                    <a:pt x="1317" y="3454"/>
                    <a:pt x="1161" y="3732"/>
                  </a:cubicBezTo>
                  <a:cubicBezTo>
                    <a:pt x="997" y="4015"/>
                    <a:pt x="840" y="4300"/>
                    <a:pt x="697" y="4596"/>
                  </a:cubicBezTo>
                  <a:cubicBezTo>
                    <a:pt x="562" y="4881"/>
                    <a:pt x="412" y="5156"/>
                    <a:pt x="283" y="5445"/>
                  </a:cubicBezTo>
                  <a:cubicBezTo>
                    <a:pt x="221" y="5582"/>
                    <a:pt x="168" y="5724"/>
                    <a:pt x="126" y="5867"/>
                  </a:cubicBezTo>
                  <a:cubicBezTo>
                    <a:pt x="74" y="6041"/>
                    <a:pt x="28" y="6208"/>
                    <a:pt x="18" y="6389"/>
                  </a:cubicBezTo>
                  <a:cubicBezTo>
                    <a:pt x="1" y="6609"/>
                    <a:pt x="15" y="6818"/>
                    <a:pt x="78" y="7030"/>
                  </a:cubicBezTo>
                  <a:cubicBezTo>
                    <a:pt x="88" y="7068"/>
                    <a:pt x="105" y="7099"/>
                    <a:pt x="123" y="7134"/>
                  </a:cubicBezTo>
                  <a:cubicBezTo>
                    <a:pt x="150" y="7186"/>
                    <a:pt x="179" y="7239"/>
                    <a:pt x="210" y="7291"/>
                  </a:cubicBezTo>
                  <a:cubicBezTo>
                    <a:pt x="242" y="7343"/>
                    <a:pt x="279" y="7388"/>
                    <a:pt x="318" y="7433"/>
                  </a:cubicBezTo>
                  <a:cubicBezTo>
                    <a:pt x="388" y="7510"/>
                    <a:pt x="460" y="7587"/>
                    <a:pt x="541" y="7650"/>
                  </a:cubicBezTo>
                  <a:cubicBezTo>
                    <a:pt x="806" y="7862"/>
                    <a:pt x="1098" y="8043"/>
                    <a:pt x="1397" y="8196"/>
                  </a:cubicBezTo>
                  <a:cubicBezTo>
                    <a:pt x="1665" y="8328"/>
                    <a:pt x="1934" y="8460"/>
                    <a:pt x="2215" y="8569"/>
                  </a:cubicBezTo>
                  <a:cubicBezTo>
                    <a:pt x="2494" y="8677"/>
                    <a:pt x="2773" y="8788"/>
                    <a:pt x="3048" y="8913"/>
                  </a:cubicBezTo>
                  <a:cubicBezTo>
                    <a:pt x="3305" y="9032"/>
                    <a:pt x="3563" y="9146"/>
                    <a:pt x="3821" y="9268"/>
                  </a:cubicBezTo>
                  <a:cubicBezTo>
                    <a:pt x="4085" y="9394"/>
                    <a:pt x="4357" y="9505"/>
                    <a:pt x="4621" y="9627"/>
                  </a:cubicBezTo>
                  <a:cubicBezTo>
                    <a:pt x="4701" y="9665"/>
                    <a:pt x="4778" y="9700"/>
                    <a:pt x="4862" y="9735"/>
                  </a:cubicBezTo>
                  <a:cubicBezTo>
                    <a:pt x="4934" y="9763"/>
                    <a:pt x="5011" y="9784"/>
                    <a:pt x="5088" y="9808"/>
                  </a:cubicBezTo>
                  <a:cubicBezTo>
                    <a:pt x="5122" y="9818"/>
                    <a:pt x="5158" y="9829"/>
                    <a:pt x="5196" y="9836"/>
                  </a:cubicBezTo>
                  <a:cubicBezTo>
                    <a:pt x="5218" y="9840"/>
                    <a:pt x="5240" y="9842"/>
                    <a:pt x="5261" y="9842"/>
                  </a:cubicBezTo>
                  <a:cubicBezTo>
                    <a:pt x="5456" y="9842"/>
                    <a:pt x="5631" y="9692"/>
                    <a:pt x="5662" y="9498"/>
                  </a:cubicBezTo>
                  <a:cubicBezTo>
                    <a:pt x="5701" y="9275"/>
                    <a:pt x="5544" y="9066"/>
                    <a:pt x="5325" y="9029"/>
                  </a:cubicBezTo>
                  <a:cubicBezTo>
                    <a:pt x="5323" y="9029"/>
                    <a:pt x="5322" y="9029"/>
                    <a:pt x="5321" y="9029"/>
                  </a:cubicBezTo>
                  <a:lnTo>
                    <a:pt x="5321" y="9029"/>
                  </a:lnTo>
                  <a:cubicBezTo>
                    <a:pt x="5318" y="9028"/>
                    <a:pt x="5315" y="9027"/>
                    <a:pt x="5311" y="9026"/>
                  </a:cubicBezTo>
                  <a:lnTo>
                    <a:pt x="5311" y="9026"/>
                  </a:lnTo>
                  <a:cubicBezTo>
                    <a:pt x="5314" y="9027"/>
                    <a:pt x="5317" y="9028"/>
                    <a:pt x="5319" y="9029"/>
                  </a:cubicBezTo>
                  <a:lnTo>
                    <a:pt x="5319" y="9029"/>
                  </a:lnTo>
                  <a:cubicBezTo>
                    <a:pt x="5314" y="9028"/>
                    <a:pt x="5310" y="9028"/>
                    <a:pt x="5307" y="9025"/>
                  </a:cubicBezTo>
                  <a:lnTo>
                    <a:pt x="5307" y="9025"/>
                  </a:lnTo>
                  <a:cubicBezTo>
                    <a:pt x="5309" y="9025"/>
                    <a:pt x="5310" y="9026"/>
                    <a:pt x="5311" y="9026"/>
                  </a:cubicBezTo>
                  <a:lnTo>
                    <a:pt x="5311" y="9026"/>
                  </a:lnTo>
                  <a:cubicBezTo>
                    <a:pt x="5310" y="9025"/>
                    <a:pt x="5309" y="9025"/>
                    <a:pt x="5307" y="9024"/>
                  </a:cubicBezTo>
                  <a:lnTo>
                    <a:pt x="5307" y="9024"/>
                  </a:lnTo>
                  <a:cubicBezTo>
                    <a:pt x="5307" y="9025"/>
                    <a:pt x="5307" y="9025"/>
                    <a:pt x="5307" y="9025"/>
                  </a:cubicBezTo>
                  <a:lnTo>
                    <a:pt x="5307" y="9025"/>
                  </a:lnTo>
                  <a:cubicBezTo>
                    <a:pt x="5291" y="9020"/>
                    <a:pt x="5275" y="9016"/>
                    <a:pt x="5259" y="9011"/>
                  </a:cubicBezTo>
                  <a:cubicBezTo>
                    <a:pt x="5105" y="8958"/>
                    <a:pt x="4955" y="8882"/>
                    <a:pt x="4806" y="8816"/>
                  </a:cubicBezTo>
                  <a:cubicBezTo>
                    <a:pt x="4548" y="8704"/>
                    <a:pt x="4294" y="8586"/>
                    <a:pt x="4036" y="8468"/>
                  </a:cubicBezTo>
                  <a:cubicBezTo>
                    <a:pt x="3775" y="8346"/>
                    <a:pt x="3514" y="8224"/>
                    <a:pt x="3250" y="8109"/>
                  </a:cubicBezTo>
                  <a:cubicBezTo>
                    <a:pt x="2978" y="7987"/>
                    <a:pt x="2699" y="7886"/>
                    <a:pt x="2424" y="7775"/>
                  </a:cubicBezTo>
                  <a:cubicBezTo>
                    <a:pt x="2250" y="7702"/>
                    <a:pt x="2080" y="7618"/>
                    <a:pt x="1913" y="7538"/>
                  </a:cubicBezTo>
                  <a:cubicBezTo>
                    <a:pt x="1749" y="7458"/>
                    <a:pt x="1589" y="7374"/>
                    <a:pt x="1432" y="7284"/>
                  </a:cubicBezTo>
                  <a:cubicBezTo>
                    <a:pt x="1265" y="7176"/>
                    <a:pt x="1101" y="7065"/>
                    <a:pt x="959" y="6925"/>
                  </a:cubicBezTo>
                  <a:cubicBezTo>
                    <a:pt x="923" y="6887"/>
                    <a:pt x="893" y="6845"/>
                    <a:pt x="864" y="6800"/>
                  </a:cubicBezTo>
                  <a:cubicBezTo>
                    <a:pt x="857" y="6779"/>
                    <a:pt x="851" y="6762"/>
                    <a:pt x="843" y="6744"/>
                  </a:cubicBezTo>
                  <a:cubicBezTo>
                    <a:pt x="833" y="6660"/>
                    <a:pt x="826" y="6580"/>
                    <a:pt x="826" y="6497"/>
                  </a:cubicBezTo>
                  <a:cubicBezTo>
                    <a:pt x="837" y="6375"/>
                    <a:pt x="861" y="6253"/>
                    <a:pt x="893" y="6135"/>
                  </a:cubicBezTo>
                  <a:cubicBezTo>
                    <a:pt x="986" y="5857"/>
                    <a:pt x="1115" y="5595"/>
                    <a:pt x="1244" y="5334"/>
                  </a:cubicBezTo>
                  <a:cubicBezTo>
                    <a:pt x="1386" y="5052"/>
                    <a:pt x="1519" y="4767"/>
                    <a:pt x="1669" y="4488"/>
                  </a:cubicBezTo>
                  <a:cubicBezTo>
                    <a:pt x="1822" y="4203"/>
                    <a:pt x="1986" y="3924"/>
                    <a:pt x="2146" y="3645"/>
                  </a:cubicBezTo>
                  <a:cubicBezTo>
                    <a:pt x="2310" y="3363"/>
                    <a:pt x="2473" y="3085"/>
                    <a:pt x="2640" y="2810"/>
                  </a:cubicBezTo>
                  <a:cubicBezTo>
                    <a:pt x="2845" y="2472"/>
                    <a:pt x="3054" y="2138"/>
                    <a:pt x="3246" y="1796"/>
                  </a:cubicBezTo>
                  <a:cubicBezTo>
                    <a:pt x="3472" y="1393"/>
                    <a:pt x="3689" y="986"/>
                    <a:pt x="3901" y="575"/>
                  </a:cubicBezTo>
                  <a:cubicBezTo>
                    <a:pt x="3998" y="380"/>
                    <a:pt x="3893" y="133"/>
                    <a:pt x="3702" y="38"/>
                  </a:cubicBezTo>
                  <a:cubicBezTo>
                    <a:pt x="3699" y="38"/>
                    <a:pt x="3695" y="35"/>
                    <a:pt x="3692" y="35"/>
                  </a:cubicBezTo>
                  <a:cubicBezTo>
                    <a:pt x="3639" y="12"/>
                    <a:pt x="3582" y="1"/>
                    <a:pt x="3525" y="1"/>
                  </a:cubicBezTo>
                  <a:close/>
                </a:path>
              </a:pathLst>
            </a:custGeom>
            <a:solidFill>
              <a:srgbClr val="F1D2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3"/>
            <p:cNvSpPr/>
            <p:nvPr/>
          </p:nvSpPr>
          <p:spPr>
            <a:xfrm rot="-1095165">
              <a:off x="6113866" y="1224284"/>
              <a:ext cx="222963" cy="377967"/>
            </a:xfrm>
            <a:custGeom>
              <a:rect b="b" l="l" r="r" t="t"/>
              <a:pathLst>
                <a:path extrusionOk="0" h="9327" w="5502">
                  <a:moveTo>
                    <a:pt x="3608" y="0"/>
                  </a:moveTo>
                  <a:cubicBezTo>
                    <a:pt x="3572" y="0"/>
                    <a:pt x="3534" y="4"/>
                    <a:pt x="3506" y="8"/>
                  </a:cubicBezTo>
                  <a:cubicBezTo>
                    <a:pt x="3444" y="15"/>
                    <a:pt x="3378" y="36"/>
                    <a:pt x="3318" y="57"/>
                  </a:cubicBezTo>
                  <a:cubicBezTo>
                    <a:pt x="3214" y="99"/>
                    <a:pt x="3116" y="165"/>
                    <a:pt x="3029" y="238"/>
                  </a:cubicBezTo>
                  <a:cubicBezTo>
                    <a:pt x="2890" y="359"/>
                    <a:pt x="2772" y="496"/>
                    <a:pt x="2664" y="642"/>
                  </a:cubicBezTo>
                  <a:cubicBezTo>
                    <a:pt x="2458" y="923"/>
                    <a:pt x="2288" y="1227"/>
                    <a:pt x="2121" y="1533"/>
                  </a:cubicBezTo>
                  <a:cubicBezTo>
                    <a:pt x="1975" y="1812"/>
                    <a:pt x="1832" y="2093"/>
                    <a:pt x="1696" y="2376"/>
                  </a:cubicBezTo>
                  <a:cubicBezTo>
                    <a:pt x="1557" y="2668"/>
                    <a:pt x="1421" y="2961"/>
                    <a:pt x="1271" y="3246"/>
                  </a:cubicBezTo>
                  <a:cubicBezTo>
                    <a:pt x="1128" y="3518"/>
                    <a:pt x="979" y="3782"/>
                    <a:pt x="847" y="4061"/>
                  </a:cubicBezTo>
                  <a:cubicBezTo>
                    <a:pt x="718" y="4339"/>
                    <a:pt x="596" y="4625"/>
                    <a:pt x="477" y="4907"/>
                  </a:cubicBezTo>
                  <a:cubicBezTo>
                    <a:pt x="400" y="5095"/>
                    <a:pt x="324" y="5283"/>
                    <a:pt x="241" y="5468"/>
                  </a:cubicBezTo>
                  <a:cubicBezTo>
                    <a:pt x="199" y="5554"/>
                    <a:pt x="160" y="5641"/>
                    <a:pt x="122" y="5728"/>
                  </a:cubicBezTo>
                  <a:cubicBezTo>
                    <a:pt x="80" y="5829"/>
                    <a:pt x="53" y="5934"/>
                    <a:pt x="24" y="6035"/>
                  </a:cubicBezTo>
                  <a:cubicBezTo>
                    <a:pt x="0" y="6136"/>
                    <a:pt x="38" y="6258"/>
                    <a:pt x="94" y="6338"/>
                  </a:cubicBezTo>
                  <a:cubicBezTo>
                    <a:pt x="157" y="6425"/>
                    <a:pt x="258" y="6488"/>
                    <a:pt x="366" y="6505"/>
                  </a:cubicBezTo>
                  <a:cubicBezTo>
                    <a:pt x="387" y="6509"/>
                    <a:pt x="409" y="6511"/>
                    <a:pt x="431" y="6511"/>
                  </a:cubicBezTo>
                  <a:cubicBezTo>
                    <a:pt x="514" y="6511"/>
                    <a:pt x="596" y="6485"/>
                    <a:pt x="665" y="6435"/>
                  </a:cubicBezTo>
                  <a:lnTo>
                    <a:pt x="669" y="6432"/>
                  </a:lnTo>
                  <a:cubicBezTo>
                    <a:pt x="672" y="6467"/>
                    <a:pt x="679" y="6501"/>
                    <a:pt x="686" y="6536"/>
                  </a:cubicBezTo>
                  <a:cubicBezTo>
                    <a:pt x="697" y="6599"/>
                    <a:pt x="710" y="6658"/>
                    <a:pt x="731" y="6718"/>
                  </a:cubicBezTo>
                  <a:cubicBezTo>
                    <a:pt x="749" y="6777"/>
                    <a:pt x="781" y="6832"/>
                    <a:pt x="808" y="6885"/>
                  </a:cubicBezTo>
                  <a:cubicBezTo>
                    <a:pt x="885" y="7024"/>
                    <a:pt x="985" y="7135"/>
                    <a:pt x="1094" y="7247"/>
                  </a:cubicBezTo>
                  <a:cubicBezTo>
                    <a:pt x="1205" y="7358"/>
                    <a:pt x="1327" y="7456"/>
                    <a:pt x="1452" y="7553"/>
                  </a:cubicBezTo>
                  <a:cubicBezTo>
                    <a:pt x="1570" y="7640"/>
                    <a:pt x="1692" y="7730"/>
                    <a:pt x="1818" y="7811"/>
                  </a:cubicBezTo>
                  <a:cubicBezTo>
                    <a:pt x="1964" y="7905"/>
                    <a:pt x="2110" y="7984"/>
                    <a:pt x="2270" y="8061"/>
                  </a:cubicBezTo>
                  <a:cubicBezTo>
                    <a:pt x="2378" y="8114"/>
                    <a:pt x="2489" y="8162"/>
                    <a:pt x="2601" y="8218"/>
                  </a:cubicBezTo>
                  <a:cubicBezTo>
                    <a:pt x="2862" y="8344"/>
                    <a:pt x="3116" y="8476"/>
                    <a:pt x="3378" y="8605"/>
                  </a:cubicBezTo>
                  <a:cubicBezTo>
                    <a:pt x="3500" y="8664"/>
                    <a:pt x="3622" y="8723"/>
                    <a:pt x="3747" y="8786"/>
                  </a:cubicBezTo>
                  <a:cubicBezTo>
                    <a:pt x="3876" y="8852"/>
                    <a:pt x="4004" y="8921"/>
                    <a:pt x="4136" y="8984"/>
                  </a:cubicBezTo>
                  <a:cubicBezTo>
                    <a:pt x="4377" y="9099"/>
                    <a:pt x="4628" y="9186"/>
                    <a:pt x="4871" y="9294"/>
                  </a:cubicBezTo>
                  <a:cubicBezTo>
                    <a:pt x="4923" y="9316"/>
                    <a:pt x="4978" y="9327"/>
                    <a:pt x="5032" y="9327"/>
                  </a:cubicBezTo>
                  <a:cubicBezTo>
                    <a:pt x="5189" y="9327"/>
                    <a:pt x="5341" y="9238"/>
                    <a:pt x="5411" y="9085"/>
                  </a:cubicBezTo>
                  <a:cubicBezTo>
                    <a:pt x="5502" y="8883"/>
                    <a:pt x="5407" y="8636"/>
                    <a:pt x="5202" y="8545"/>
                  </a:cubicBezTo>
                  <a:cubicBezTo>
                    <a:pt x="4972" y="8444"/>
                    <a:pt x="4732" y="8361"/>
                    <a:pt x="4502" y="8253"/>
                  </a:cubicBezTo>
                  <a:cubicBezTo>
                    <a:pt x="4384" y="8198"/>
                    <a:pt x="4265" y="8131"/>
                    <a:pt x="4147" y="8072"/>
                  </a:cubicBezTo>
                  <a:cubicBezTo>
                    <a:pt x="4019" y="8010"/>
                    <a:pt x="3889" y="7947"/>
                    <a:pt x="3760" y="7884"/>
                  </a:cubicBezTo>
                  <a:cubicBezTo>
                    <a:pt x="3513" y="7762"/>
                    <a:pt x="3270" y="7637"/>
                    <a:pt x="3026" y="7515"/>
                  </a:cubicBezTo>
                  <a:cubicBezTo>
                    <a:pt x="2942" y="7473"/>
                    <a:pt x="2859" y="7435"/>
                    <a:pt x="2775" y="7396"/>
                  </a:cubicBezTo>
                  <a:cubicBezTo>
                    <a:pt x="2629" y="7327"/>
                    <a:pt x="2479" y="7257"/>
                    <a:pt x="2336" y="7181"/>
                  </a:cubicBezTo>
                  <a:cubicBezTo>
                    <a:pt x="2218" y="7100"/>
                    <a:pt x="2100" y="7013"/>
                    <a:pt x="1985" y="6927"/>
                  </a:cubicBezTo>
                  <a:cubicBezTo>
                    <a:pt x="1853" y="6832"/>
                    <a:pt x="1731" y="6731"/>
                    <a:pt x="1619" y="6617"/>
                  </a:cubicBezTo>
                  <a:cubicBezTo>
                    <a:pt x="1581" y="6571"/>
                    <a:pt x="1546" y="6526"/>
                    <a:pt x="1512" y="6474"/>
                  </a:cubicBezTo>
                  <a:cubicBezTo>
                    <a:pt x="1504" y="6453"/>
                    <a:pt x="1497" y="6432"/>
                    <a:pt x="1491" y="6408"/>
                  </a:cubicBezTo>
                  <a:cubicBezTo>
                    <a:pt x="1483" y="6366"/>
                    <a:pt x="1480" y="6327"/>
                    <a:pt x="1480" y="6282"/>
                  </a:cubicBezTo>
                  <a:cubicBezTo>
                    <a:pt x="1494" y="6125"/>
                    <a:pt x="1525" y="5972"/>
                    <a:pt x="1567" y="5816"/>
                  </a:cubicBezTo>
                  <a:cubicBezTo>
                    <a:pt x="1755" y="5244"/>
                    <a:pt x="2065" y="4719"/>
                    <a:pt x="2357" y="4197"/>
                  </a:cubicBezTo>
                  <a:cubicBezTo>
                    <a:pt x="2674" y="3636"/>
                    <a:pt x="3019" y="3093"/>
                    <a:pt x="3343" y="2536"/>
                  </a:cubicBezTo>
                  <a:cubicBezTo>
                    <a:pt x="3492" y="2281"/>
                    <a:pt x="3635" y="2027"/>
                    <a:pt x="3781" y="1773"/>
                  </a:cubicBezTo>
                  <a:cubicBezTo>
                    <a:pt x="3931" y="1505"/>
                    <a:pt x="4095" y="1237"/>
                    <a:pt x="4171" y="938"/>
                  </a:cubicBezTo>
                  <a:cubicBezTo>
                    <a:pt x="4199" y="833"/>
                    <a:pt x="4207" y="732"/>
                    <a:pt x="4202" y="621"/>
                  </a:cubicBezTo>
                  <a:cubicBezTo>
                    <a:pt x="4202" y="568"/>
                    <a:pt x="4182" y="481"/>
                    <a:pt x="4168" y="443"/>
                  </a:cubicBezTo>
                  <a:cubicBezTo>
                    <a:pt x="4147" y="388"/>
                    <a:pt x="4119" y="328"/>
                    <a:pt x="4088" y="276"/>
                  </a:cubicBezTo>
                  <a:cubicBezTo>
                    <a:pt x="4053" y="224"/>
                    <a:pt x="4008" y="179"/>
                    <a:pt x="3963" y="134"/>
                  </a:cubicBezTo>
                  <a:cubicBezTo>
                    <a:pt x="3921" y="105"/>
                    <a:pt x="3876" y="78"/>
                    <a:pt x="3831" y="50"/>
                  </a:cubicBezTo>
                  <a:cubicBezTo>
                    <a:pt x="3781" y="36"/>
                    <a:pt x="3729" y="22"/>
                    <a:pt x="3677" y="8"/>
                  </a:cubicBezTo>
                  <a:cubicBezTo>
                    <a:pt x="3659" y="2"/>
                    <a:pt x="3634"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3"/>
            <p:cNvSpPr/>
            <p:nvPr/>
          </p:nvSpPr>
          <p:spPr>
            <a:xfrm rot="-1095165">
              <a:off x="6344761" y="1508990"/>
              <a:ext cx="178549" cy="67270"/>
            </a:xfrm>
            <a:custGeom>
              <a:rect b="b" l="l" r="r" t="t"/>
              <a:pathLst>
                <a:path extrusionOk="0" h="1660" w="4406">
                  <a:moveTo>
                    <a:pt x="422" y="0"/>
                  </a:moveTo>
                  <a:cubicBezTo>
                    <a:pt x="374" y="0"/>
                    <a:pt x="325" y="8"/>
                    <a:pt x="279" y="25"/>
                  </a:cubicBezTo>
                  <a:cubicBezTo>
                    <a:pt x="178" y="64"/>
                    <a:pt x="91" y="141"/>
                    <a:pt x="46" y="242"/>
                  </a:cubicBezTo>
                  <a:cubicBezTo>
                    <a:pt x="4" y="339"/>
                    <a:pt x="1" y="451"/>
                    <a:pt x="35" y="548"/>
                  </a:cubicBezTo>
                  <a:cubicBezTo>
                    <a:pt x="70" y="642"/>
                    <a:pt x="154" y="750"/>
                    <a:pt x="255" y="781"/>
                  </a:cubicBezTo>
                  <a:cubicBezTo>
                    <a:pt x="554" y="875"/>
                    <a:pt x="854" y="969"/>
                    <a:pt x="1153" y="1073"/>
                  </a:cubicBezTo>
                  <a:cubicBezTo>
                    <a:pt x="1452" y="1178"/>
                    <a:pt x="1759" y="1265"/>
                    <a:pt x="2069" y="1338"/>
                  </a:cubicBezTo>
                  <a:cubicBezTo>
                    <a:pt x="2204" y="1373"/>
                    <a:pt x="2344" y="1404"/>
                    <a:pt x="2487" y="1428"/>
                  </a:cubicBezTo>
                  <a:cubicBezTo>
                    <a:pt x="2605" y="1449"/>
                    <a:pt x="2723" y="1460"/>
                    <a:pt x="2842" y="1467"/>
                  </a:cubicBezTo>
                  <a:cubicBezTo>
                    <a:pt x="2982" y="1476"/>
                    <a:pt x="3123" y="1482"/>
                    <a:pt x="3265" y="1482"/>
                  </a:cubicBezTo>
                  <a:cubicBezTo>
                    <a:pt x="3296" y="1482"/>
                    <a:pt x="3326" y="1482"/>
                    <a:pt x="3357" y="1481"/>
                  </a:cubicBezTo>
                  <a:cubicBezTo>
                    <a:pt x="3431" y="1592"/>
                    <a:pt x="3560" y="1659"/>
                    <a:pt x="3701" y="1659"/>
                  </a:cubicBezTo>
                  <a:cubicBezTo>
                    <a:pt x="3712" y="1659"/>
                    <a:pt x="3722" y="1659"/>
                    <a:pt x="3733" y="1658"/>
                  </a:cubicBezTo>
                  <a:cubicBezTo>
                    <a:pt x="3886" y="1648"/>
                    <a:pt x="4050" y="1606"/>
                    <a:pt x="4165" y="1499"/>
                  </a:cubicBezTo>
                  <a:cubicBezTo>
                    <a:pt x="4248" y="1422"/>
                    <a:pt x="4293" y="1377"/>
                    <a:pt x="4349" y="1269"/>
                  </a:cubicBezTo>
                  <a:cubicBezTo>
                    <a:pt x="4401" y="1168"/>
                    <a:pt x="4405" y="1028"/>
                    <a:pt x="4364" y="924"/>
                  </a:cubicBezTo>
                  <a:cubicBezTo>
                    <a:pt x="4332" y="851"/>
                    <a:pt x="4297" y="795"/>
                    <a:pt x="4234" y="747"/>
                  </a:cubicBezTo>
                  <a:cubicBezTo>
                    <a:pt x="4206" y="722"/>
                    <a:pt x="4182" y="705"/>
                    <a:pt x="4158" y="694"/>
                  </a:cubicBezTo>
                  <a:cubicBezTo>
                    <a:pt x="4120" y="676"/>
                    <a:pt x="4081" y="666"/>
                    <a:pt x="4029" y="652"/>
                  </a:cubicBezTo>
                  <a:cubicBezTo>
                    <a:pt x="4012" y="645"/>
                    <a:pt x="3991" y="642"/>
                    <a:pt x="3973" y="642"/>
                  </a:cubicBezTo>
                  <a:cubicBezTo>
                    <a:pt x="3914" y="635"/>
                    <a:pt x="3855" y="635"/>
                    <a:pt x="3795" y="631"/>
                  </a:cubicBezTo>
                  <a:cubicBezTo>
                    <a:pt x="3702" y="631"/>
                    <a:pt x="3607" y="645"/>
                    <a:pt x="3514" y="652"/>
                  </a:cubicBezTo>
                  <a:cubicBezTo>
                    <a:pt x="3382" y="666"/>
                    <a:pt x="3252" y="670"/>
                    <a:pt x="3120" y="670"/>
                  </a:cubicBezTo>
                  <a:cubicBezTo>
                    <a:pt x="2915" y="660"/>
                    <a:pt x="2713" y="642"/>
                    <a:pt x="2511" y="604"/>
                  </a:cubicBezTo>
                  <a:cubicBezTo>
                    <a:pt x="2274" y="559"/>
                    <a:pt x="2037" y="496"/>
                    <a:pt x="1807" y="430"/>
                  </a:cubicBezTo>
                  <a:cubicBezTo>
                    <a:pt x="1623" y="371"/>
                    <a:pt x="1439" y="308"/>
                    <a:pt x="1254" y="249"/>
                  </a:cubicBezTo>
                  <a:cubicBezTo>
                    <a:pt x="1034" y="175"/>
                    <a:pt x="808" y="106"/>
                    <a:pt x="586" y="36"/>
                  </a:cubicBezTo>
                  <a:cubicBezTo>
                    <a:pt x="554" y="25"/>
                    <a:pt x="520" y="15"/>
                    <a:pt x="485" y="5"/>
                  </a:cubicBezTo>
                  <a:cubicBezTo>
                    <a:pt x="464" y="2"/>
                    <a:pt x="443" y="0"/>
                    <a:pt x="4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3"/>
            <p:cNvSpPr/>
            <p:nvPr/>
          </p:nvSpPr>
          <p:spPr>
            <a:xfrm rot="-1095165">
              <a:off x="6163792" y="1268416"/>
              <a:ext cx="153424" cy="319005"/>
            </a:xfrm>
            <a:custGeom>
              <a:rect b="b" l="l" r="r" t="t"/>
              <a:pathLst>
                <a:path extrusionOk="0" h="7872" w="3786">
                  <a:moveTo>
                    <a:pt x="2722" y="1"/>
                  </a:moveTo>
                  <a:cubicBezTo>
                    <a:pt x="2563" y="1"/>
                    <a:pt x="2410" y="91"/>
                    <a:pt x="2344" y="241"/>
                  </a:cubicBezTo>
                  <a:cubicBezTo>
                    <a:pt x="2212" y="547"/>
                    <a:pt x="2065" y="847"/>
                    <a:pt x="1912" y="1139"/>
                  </a:cubicBezTo>
                  <a:cubicBezTo>
                    <a:pt x="1839" y="1278"/>
                    <a:pt x="1755" y="1411"/>
                    <a:pt x="1675" y="1543"/>
                  </a:cubicBezTo>
                  <a:cubicBezTo>
                    <a:pt x="1595" y="1678"/>
                    <a:pt x="1511" y="1814"/>
                    <a:pt x="1431" y="1954"/>
                  </a:cubicBezTo>
                  <a:cubicBezTo>
                    <a:pt x="1275" y="2226"/>
                    <a:pt x="1122" y="2501"/>
                    <a:pt x="955" y="2765"/>
                  </a:cubicBezTo>
                  <a:cubicBezTo>
                    <a:pt x="801" y="3023"/>
                    <a:pt x="648" y="3280"/>
                    <a:pt x="499" y="3538"/>
                  </a:cubicBezTo>
                  <a:cubicBezTo>
                    <a:pt x="345" y="3799"/>
                    <a:pt x="195" y="4064"/>
                    <a:pt x="102" y="4352"/>
                  </a:cubicBezTo>
                  <a:cubicBezTo>
                    <a:pt x="70" y="4447"/>
                    <a:pt x="42" y="4544"/>
                    <a:pt x="21" y="4641"/>
                  </a:cubicBezTo>
                  <a:cubicBezTo>
                    <a:pt x="4" y="4753"/>
                    <a:pt x="1" y="4865"/>
                    <a:pt x="1" y="4972"/>
                  </a:cubicBezTo>
                  <a:cubicBezTo>
                    <a:pt x="1" y="5160"/>
                    <a:pt x="39" y="5345"/>
                    <a:pt x="102" y="5519"/>
                  </a:cubicBezTo>
                  <a:cubicBezTo>
                    <a:pt x="157" y="5683"/>
                    <a:pt x="240" y="5846"/>
                    <a:pt x="335" y="5993"/>
                  </a:cubicBezTo>
                  <a:cubicBezTo>
                    <a:pt x="433" y="6142"/>
                    <a:pt x="550" y="6271"/>
                    <a:pt x="676" y="6404"/>
                  </a:cubicBezTo>
                  <a:cubicBezTo>
                    <a:pt x="774" y="6508"/>
                    <a:pt x="881" y="6605"/>
                    <a:pt x="992" y="6696"/>
                  </a:cubicBezTo>
                  <a:cubicBezTo>
                    <a:pt x="1108" y="6786"/>
                    <a:pt x="1226" y="6863"/>
                    <a:pt x="1352" y="6943"/>
                  </a:cubicBezTo>
                  <a:cubicBezTo>
                    <a:pt x="1644" y="7127"/>
                    <a:pt x="1940" y="7305"/>
                    <a:pt x="2250" y="7465"/>
                  </a:cubicBezTo>
                  <a:cubicBezTo>
                    <a:pt x="2396" y="7539"/>
                    <a:pt x="2546" y="7605"/>
                    <a:pt x="2695" y="7667"/>
                  </a:cubicBezTo>
                  <a:cubicBezTo>
                    <a:pt x="2890" y="7751"/>
                    <a:pt x="3096" y="7807"/>
                    <a:pt x="3298" y="7862"/>
                  </a:cubicBezTo>
                  <a:cubicBezTo>
                    <a:pt x="3319" y="7868"/>
                    <a:pt x="3342" y="7871"/>
                    <a:pt x="3366" y="7871"/>
                  </a:cubicBezTo>
                  <a:cubicBezTo>
                    <a:pt x="3448" y="7871"/>
                    <a:pt x="3537" y="7836"/>
                    <a:pt x="3597" y="7793"/>
                  </a:cubicBezTo>
                  <a:cubicBezTo>
                    <a:pt x="3687" y="7730"/>
                    <a:pt x="3750" y="7632"/>
                    <a:pt x="3768" y="7524"/>
                  </a:cubicBezTo>
                  <a:cubicBezTo>
                    <a:pt x="3785" y="7420"/>
                    <a:pt x="3761" y="7312"/>
                    <a:pt x="3698" y="7225"/>
                  </a:cubicBezTo>
                  <a:cubicBezTo>
                    <a:pt x="3674" y="7198"/>
                    <a:pt x="3650" y="7169"/>
                    <a:pt x="3625" y="7145"/>
                  </a:cubicBezTo>
                  <a:cubicBezTo>
                    <a:pt x="3566" y="7096"/>
                    <a:pt x="3503" y="7068"/>
                    <a:pt x="3430" y="7055"/>
                  </a:cubicBezTo>
                  <a:cubicBezTo>
                    <a:pt x="3392" y="7047"/>
                    <a:pt x="3357" y="7037"/>
                    <a:pt x="3319" y="7026"/>
                  </a:cubicBezTo>
                  <a:cubicBezTo>
                    <a:pt x="2817" y="6867"/>
                    <a:pt x="2355" y="6608"/>
                    <a:pt x="1905" y="6334"/>
                  </a:cubicBezTo>
                  <a:cubicBezTo>
                    <a:pt x="1780" y="6253"/>
                    <a:pt x="1651" y="6174"/>
                    <a:pt x="1536" y="6083"/>
                  </a:cubicBezTo>
                  <a:cubicBezTo>
                    <a:pt x="1410" y="5986"/>
                    <a:pt x="1299" y="5877"/>
                    <a:pt x="1191" y="5766"/>
                  </a:cubicBezTo>
                  <a:cubicBezTo>
                    <a:pt x="1104" y="5665"/>
                    <a:pt x="1024" y="5557"/>
                    <a:pt x="955" y="5443"/>
                  </a:cubicBezTo>
                  <a:cubicBezTo>
                    <a:pt x="906" y="5338"/>
                    <a:pt x="864" y="5230"/>
                    <a:pt x="833" y="5115"/>
                  </a:cubicBezTo>
                  <a:cubicBezTo>
                    <a:pt x="822" y="5046"/>
                    <a:pt x="815" y="4976"/>
                    <a:pt x="815" y="4906"/>
                  </a:cubicBezTo>
                  <a:cubicBezTo>
                    <a:pt x="822" y="4823"/>
                    <a:pt x="836" y="4743"/>
                    <a:pt x="857" y="4659"/>
                  </a:cubicBezTo>
                  <a:cubicBezTo>
                    <a:pt x="955" y="4384"/>
                    <a:pt x="1094" y="4130"/>
                    <a:pt x="1240" y="3879"/>
                  </a:cubicBezTo>
                  <a:cubicBezTo>
                    <a:pt x="1386" y="3625"/>
                    <a:pt x="1536" y="3375"/>
                    <a:pt x="1686" y="3127"/>
                  </a:cubicBezTo>
                  <a:cubicBezTo>
                    <a:pt x="1853" y="2856"/>
                    <a:pt x="2009" y="2577"/>
                    <a:pt x="2170" y="2302"/>
                  </a:cubicBezTo>
                  <a:cubicBezTo>
                    <a:pt x="2329" y="2030"/>
                    <a:pt x="2501" y="1758"/>
                    <a:pt x="2654" y="1480"/>
                  </a:cubicBezTo>
                  <a:cubicBezTo>
                    <a:pt x="2817" y="1188"/>
                    <a:pt x="2956" y="881"/>
                    <a:pt x="3092" y="575"/>
                  </a:cubicBezTo>
                  <a:cubicBezTo>
                    <a:pt x="3179" y="376"/>
                    <a:pt x="3092" y="137"/>
                    <a:pt x="2898" y="42"/>
                  </a:cubicBezTo>
                  <a:cubicBezTo>
                    <a:pt x="2893" y="39"/>
                    <a:pt x="2890" y="39"/>
                    <a:pt x="2887" y="35"/>
                  </a:cubicBezTo>
                  <a:cubicBezTo>
                    <a:pt x="2833" y="12"/>
                    <a:pt x="2777" y="1"/>
                    <a:pt x="27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3"/>
            <p:cNvSpPr/>
            <p:nvPr/>
          </p:nvSpPr>
          <p:spPr>
            <a:xfrm rot="-1095165">
              <a:off x="6092889" y="1167915"/>
              <a:ext cx="493582" cy="435430"/>
            </a:xfrm>
            <a:custGeom>
              <a:rect b="b" l="l" r="r" t="t"/>
              <a:pathLst>
                <a:path extrusionOk="0" h="10745" w="12180">
                  <a:moveTo>
                    <a:pt x="11004" y="6956"/>
                  </a:moveTo>
                  <a:cubicBezTo>
                    <a:pt x="11001" y="6961"/>
                    <a:pt x="10998" y="6966"/>
                    <a:pt x="10996" y="6971"/>
                  </a:cubicBezTo>
                  <a:cubicBezTo>
                    <a:pt x="10999" y="6966"/>
                    <a:pt x="11001" y="6961"/>
                    <a:pt x="11004" y="6956"/>
                  </a:cubicBezTo>
                  <a:close/>
                  <a:moveTo>
                    <a:pt x="3187" y="1"/>
                  </a:moveTo>
                  <a:cubicBezTo>
                    <a:pt x="3163" y="1"/>
                    <a:pt x="3139" y="5"/>
                    <a:pt x="3117" y="14"/>
                  </a:cubicBezTo>
                  <a:cubicBezTo>
                    <a:pt x="3068" y="39"/>
                    <a:pt x="3040" y="74"/>
                    <a:pt x="3019" y="119"/>
                  </a:cubicBezTo>
                  <a:cubicBezTo>
                    <a:pt x="2946" y="268"/>
                    <a:pt x="2877" y="419"/>
                    <a:pt x="2800" y="565"/>
                  </a:cubicBezTo>
                  <a:cubicBezTo>
                    <a:pt x="2726" y="704"/>
                    <a:pt x="2657" y="843"/>
                    <a:pt x="2584" y="979"/>
                  </a:cubicBezTo>
                  <a:cubicBezTo>
                    <a:pt x="2400" y="1313"/>
                    <a:pt x="2204" y="1640"/>
                    <a:pt x="2024" y="1975"/>
                  </a:cubicBezTo>
                  <a:cubicBezTo>
                    <a:pt x="1839" y="2316"/>
                    <a:pt x="1665" y="2664"/>
                    <a:pt x="1491" y="3013"/>
                  </a:cubicBezTo>
                  <a:cubicBezTo>
                    <a:pt x="1156" y="3691"/>
                    <a:pt x="822" y="4370"/>
                    <a:pt x="502" y="5056"/>
                  </a:cubicBezTo>
                  <a:cubicBezTo>
                    <a:pt x="349" y="5391"/>
                    <a:pt x="195" y="5732"/>
                    <a:pt x="88" y="6087"/>
                  </a:cubicBezTo>
                  <a:cubicBezTo>
                    <a:pt x="57" y="6185"/>
                    <a:pt x="28" y="6285"/>
                    <a:pt x="18" y="6386"/>
                  </a:cubicBezTo>
                  <a:cubicBezTo>
                    <a:pt x="1" y="6522"/>
                    <a:pt x="7" y="6654"/>
                    <a:pt x="28" y="6786"/>
                  </a:cubicBezTo>
                  <a:cubicBezTo>
                    <a:pt x="49" y="6905"/>
                    <a:pt x="88" y="7024"/>
                    <a:pt x="144" y="7128"/>
                  </a:cubicBezTo>
                  <a:cubicBezTo>
                    <a:pt x="195" y="7222"/>
                    <a:pt x="248" y="7316"/>
                    <a:pt x="311" y="7400"/>
                  </a:cubicBezTo>
                  <a:cubicBezTo>
                    <a:pt x="425" y="7556"/>
                    <a:pt x="579" y="7668"/>
                    <a:pt x="746" y="7758"/>
                  </a:cubicBezTo>
                  <a:cubicBezTo>
                    <a:pt x="923" y="7859"/>
                    <a:pt x="1108" y="7949"/>
                    <a:pt x="1293" y="8036"/>
                  </a:cubicBezTo>
                  <a:cubicBezTo>
                    <a:pt x="1630" y="8197"/>
                    <a:pt x="1968" y="8364"/>
                    <a:pt x="2316" y="8503"/>
                  </a:cubicBezTo>
                  <a:cubicBezTo>
                    <a:pt x="2493" y="8573"/>
                    <a:pt x="2675" y="8625"/>
                    <a:pt x="2852" y="8687"/>
                  </a:cubicBezTo>
                  <a:cubicBezTo>
                    <a:pt x="3023" y="8750"/>
                    <a:pt x="3194" y="8824"/>
                    <a:pt x="3364" y="8893"/>
                  </a:cubicBezTo>
                  <a:cubicBezTo>
                    <a:pt x="3538" y="8966"/>
                    <a:pt x="3708" y="9050"/>
                    <a:pt x="3880" y="9130"/>
                  </a:cubicBezTo>
                  <a:cubicBezTo>
                    <a:pt x="4039" y="9206"/>
                    <a:pt x="4193" y="9297"/>
                    <a:pt x="4349" y="9377"/>
                  </a:cubicBezTo>
                  <a:cubicBezTo>
                    <a:pt x="4516" y="9460"/>
                    <a:pt x="4683" y="9544"/>
                    <a:pt x="4847" y="9624"/>
                  </a:cubicBezTo>
                  <a:cubicBezTo>
                    <a:pt x="5029" y="9711"/>
                    <a:pt x="5202" y="9802"/>
                    <a:pt x="5387" y="9878"/>
                  </a:cubicBezTo>
                  <a:cubicBezTo>
                    <a:pt x="5561" y="9952"/>
                    <a:pt x="5739" y="10014"/>
                    <a:pt x="5916" y="10074"/>
                  </a:cubicBezTo>
                  <a:cubicBezTo>
                    <a:pt x="6094" y="10133"/>
                    <a:pt x="6271" y="10191"/>
                    <a:pt x="6449" y="10254"/>
                  </a:cubicBezTo>
                  <a:cubicBezTo>
                    <a:pt x="6623" y="10313"/>
                    <a:pt x="6797" y="10379"/>
                    <a:pt x="6971" y="10453"/>
                  </a:cubicBezTo>
                  <a:cubicBezTo>
                    <a:pt x="7152" y="10526"/>
                    <a:pt x="7330" y="10596"/>
                    <a:pt x="7518" y="10651"/>
                  </a:cubicBezTo>
                  <a:cubicBezTo>
                    <a:pt x="7615" y="10676"/>
                    <a:pt x="7716" y="10697"/>
                    <a:pt x="7814" y="10710"/>
                  </a:cubicBezTo>
                  <a:cubicBezTo>
                    <a:pt x="7907" y="10721"/>
                    <a:pt x="8005" y="10735"/>
                    <a:pt x="8103" y="10739"/>
                  </a:cubicBezTo>
                  <a:cubicBezTo>
                    <a:pt x="8166" y="10743"/>
                    <a:pt x="8230" y="10744"/>
                    <a:pt x="8294" y="10744"/>
                  </a:cubicBezTo>
                  <a:cubicBezTo>
                    <a:pt x="8340" y="10744"/>
                    <a:pt x="8385" y="10743"/>
                    <a:pt x="8430" y="10742"/>
                  </a:cubicBezTo>
                  <a:cubicBezTo>
                    <a:pt x="8534" y="10739"/>
                    <a:pt x="8632" y="10714"/>
                    <a:pt x="8726" y="10679"/>
                  </a:cubicBezTo>
                  <a:cubicBezTo>
                    <a:pt x="8847" y="10634"/>
                    <a:pt x="8949" y="10561"/>
                    <a:pt x="9043" y="10471"/>
                  </a:cubicBezTo>
                  <a:cubicBezTo>
                    <a:pt x="9193" y="10324"/>
                    <a:pt x="9318" y="10154"/>
                    <a:pt x="9432" y="9976"/>
                  </a:cubicBezTo>
                  <a:cubicBezTo>
                    <a:pt x="9548" y="9802"/>
                    <a:pt x="9649" y="9624"/>
                    <a:pt x="9750" y="9439"/>
                  </a:cubicBezTo>
                  <a:cubicBezTo>
                    <a:pt x="9930" y="9102"/>
                    <a:pt x="10094" y="8757"/>
                    <a:pt x="10261" y="8412"/>
                  </a:cubicBezTo>
                  <a:cubicBezTo>
                    <a:pt x="10387" y="8162"/>
                    <a:pt x="10509" y="7908"/>
                    <a:pt x="10634" y="7657"/>
                  </a:cubicBezTo>
                  <a:cubicBezTo>
                    <a:pt x="10693" y="7538"/>
                    <a:pt x="10759" y="7420"/>
                    <a:pt x="10822" y="7298"/>
                  </a:cubicBezTo>
                  <a:cubicBezTo>
                    <a:pt x="10888" y="7176"/>
                    <a:pt x="10951" y="7054"/>
                    <a:pt x="11017" y="6929"/>
                  </a:cubicBezTo>
                  <a:lnTo>
                    <a:pt x="11017" y="6929"/>
                  </a:lnTo>
                  <a:cubicBezTo>
                    <a:pt x="11012" y="6938"/>
                    <a:pt x="11008" y="6947"/>
                    <a:pt x="11004" y="6956"/>
                  </a:cubicBezTo>
                  <a:lnTo>
                    <a:pt x="11004" y="6956"/>
                  </a:lnTo>
                  <a:cubicBezTo>
                    <a:pt x="11088" y="6797"/>
                    <a:pt x="11180" y="6639"/>
                    <a:pt x="11267" y="6480"/>
                  </a:cubicBezTo>
                  <a:cubicBezTo>
                    <a:pt x="11365" y="6306"/>
                    <a:pt x="11455" y="6129"/>
                    <a:pt x="11546" y="5951"/>
                  </a:cubicBezTo>
                  <a:cubicBezTo>
                    <a:pt x="11709" y="5621"/>
                    <a:pt x="11873" y="5293"/>
                    <a:pt x="12013" y="4952"/>
                  </a:cubicBezTo>
                  <a:cubicBezTo>
                    <a:pt x="12037" y="4885"/>
                    <a:pt x="12065" y="4819"/>
                    <a:pt x="12093" y="4753"/>
                  </a:cubicBezTo>
                  <a:cubicBezTo>
                    <a:pt x="12117" y="4690"/>
                    <a:pt x="12145" y="4628"/>
                    <a:pt x="12166" y="4562"/>
                  </a:cubicBezTo>
                  <a:cubicBezTo>
                    <a:pt x="12177" y="4517"/>
                    <a:pt x="12180" y="4472"/>
                    <a:pt x="12159" y="4426"/>
                  </a:cubicBezTo>
                  <a:cubicBezTo>
                    <a:pt x="12141" y="4380"/>
                    <a:pt x="12103" y="4346"/>
                    <a:pt x="12058" y="4329"/>
                  </a:cubicBezTo>
                  <a:cubicBezTo>
                    <a:pt x="12037" y="4321"/>
                    <a:pt x="12016" y="4317"/>
                    <a:pt x="11995" y="4317"/>
                  </a:cubicBezTo>
                  <a:cubicBezTo>
                    <a:pt x="11970" y="4317"/>
                    <a:pt x="11945" y="4322"/>
                    <a:pt x="11923" y="4332"/>
                  </a:cubicBezTo>
                  <a:cubicBezTo>
                    <a:pt x="11881" y="4350"/>
                    <a:pt x="11835" y="4388"/>
                    <a:pt x="11825" y="4433"/>
                  </a:cubicBezTo>
                  <a:cubicBezTo>
                    <a:pt x="11804" y="4509"/>
                    <a:pt x="11769" y="4583"/>
                    <a:pt x="11738" y="4655"/>
                  </a:cubicBezTo>
                  <a:cubicBezTo>
                    <a:pt x="11706" y="4736"/>
                    <a:pt x="11679" y="4812"/>
                    <a:pt x="11647" y="4889"/>
                  </a:cubicBezTo>
                  <a:cubicBezTo>
                    <a:pt x="11581" y="5042"/>
                    <a:pt x="11515" y="5192"/>
                    <a:pt x="11442" y="5341"/>
                  </a:cubicBezTo>
                  <a:cubicBezTo>
                    <a:pt x="11292" y="5645"/>
                    <a:pt x="11142" y="5951"/>
                    <a:pt x="10982" y="6251"/>
                  </a:cubicBezTo>
                  <a:cubicBezTo>
                    <a:pt x="10895" y="6407"/>
                    <a:pt x="10804" y="6564"/>
                    <a:pt x="10721" y="6724"/>
                  </a:cubicBezTo>
                  <a:cubicBezTo>
                    <a:pt x="10623" y="6902"/>
                    <a:pt x="10530" y="7083"/>
                    <a:pt x="10432" y="7263"/>
                  </a:cubicBezTo>
                  <a:cubicBezTo>
                    <a:pt x="10258" y="7598"/>
                    <a:pt x="10094" y="7935"/>
                    <a:pt x="9927" y="8274"/>
                  </a:cubicBezTo>
                  <a:cubicBezTo>
                    <a:pt x="9757" y="8621"/>
                    <a:pt x="9589" y="8973"/>
                    <a:pt x="9405" y="9318"/>
                  </a:cubicBezTo>
                  <a:cubicBezTo>
                    <a:pt x="9321" y="9474"/>
                    <a:pt x="9231" y="9624"/>
                    <a:pt x="9133" y="9774"/>
                  </a:cubicBezTo>
                  <a:cubicBezTo>
                    <a:pt x="9088" y="9844"/>
                    <a:pt x="9043" y="9910"/>
                    <a:pt x="8990" y="9976"/>
                  </a:cubicBezTo>
                  <a:cubicBezTo>
                    <a:pt x="8942" y="10045"/>
                    <a:pt x="8886" y="10108"/>
                    <a:pt x="8831" y="10171"/>
                  </a:cubicBezTo>
                  <a:cubicBezTo>
                    <a:pt x="8785" y="10220"/>
                    <a:pt x="8736" y="10262"/>
                    <a:pt x="8680" y="10300"/>
                  </a:cubicBezTo>
                  <a:cubicBezTo>
                    <a:pt x="8639" y="10324"/>
                    <a:pt x="8593" y="10342"/>
                    <a:pt x="8548" y="10359"/>
                  </a:cubicBezTo>
                  <a:cubicBezTo>
                    <a:pt x="8486" y="10373"/>
                    <a:pt x="8423" y="10379"/>
                    <a:pt x="8360" y="10384"/>
                  </a:cubicBezTo>
                  <a:cubicBezTo>
                    <a:pt x="8238" y="10384"/>
                    <a:pt x="8120" y="10379"/>
                    <a:pt x="8002" y="10366"/>
                  </a:cubicBezTo>
                  <a:cubicBezTo>
                    <a:pt x="7880" y="10355"/>
                    <a:pt x="7765" y="10334"/>
                    <a:pt x="7647" y="10310"/>
                  </a:cubicBezTo>
                  <a:cubicBezTo>
                    <a:pt x="7469" y="10258"/>
                    <a:pt x="7298" y="10191"/>
                    <a:pt x="7124" y="10122"/>
                  </a:cubicBezTo>
                  <a:cubicBezTo>
                    <a:pt x="6951" y="10053"/>
                    <a:pt x="6776" y="9983"/>
                    <a:pt x="6599" y="9924"/>
                  </a:cubicBezTo>
                  <a:cubicBezTo>
                    <a:pt x="6421" y="9857"/>
                    <a:pt x="6236" y="9799"/>
                    <a:pt x="6056" y="9739"/>
                  </a:cubicBezTo>
                  <a:cubicBezTo>
                    <a:pt x="5874" y="9677"/>
                    <a:pt x="5697" y="9611"/>
                    <a:pt x="5519" y="9540"/>
                  </a:cubicBezTo>
                  <a:cubicBezTo>
                    <a:pt x="5342" y="9471"/>
                    <a:pt x="5175" y="9381"/>
                    <a:pt x="5000" y="9297"/>
                  </a:cubicBezTo>
                  <a:cubicBezTo>
                    <a:pt x="4836" y="9217"/>
                    <a:pt x="4673" y="9134"/>
                    <a:pt x="4510" y="9050"/>
                  </a:cubicBezTo>
                  <a:cubicBezTo>
                    <a:pt x="4349" y="8970"/>
                    <a:pt x="4193" y="8879"/>
                    <a:pt x="4033" y="8803"/>
                  </a:cubicBezTo>
                  <a:cubicBezTo>
                    <a:pt x="3859" y="8719"/>
                    <a:pt x="3684" y="8635"/>
                    <a:pt x="3507" y="8559"/>
                  </a:cubicBezTo>
                  <a:cubicBezTo>
                    <a:pt x="3340" y="8489"/>
                    <a:pt x="3169" y="8420"/>
                    <a:pt x="2995" y="8353"/>
                  </a:cubicBezTo>
                  <a:cubicBezTo>
                    <a:pt x="2818" y="8287"/>
                    <a:pt x="2636" y="8235"/>
                    <a:pt x="2459" y="8169"/>
                  </a:cubicBezTo>
                  <a:cubicBezTo>
                    <a:pt x="2292" y="8102"/>
                    <a:pt x="2131" y="8030"/>
                    <a:pt x="1968" y="7956"/>
                  </a:cubicBezTo>
                  <a:cubicBezTo>
                    <a:pt x="1794" y="7877"/>
                    <a:pt x="1623" y="7793"/>
                    <a:pt x="1449" y="7710"/>
                  </a:cubicBezTo>
                  <a:cubicBezTo>
                    <a:pt x="1303" y="7639"/>
                    <a:pt x="1156" y="7570"/>
                    <a:pt x="1013" y="7493"/>
                  </a:cubicBezTo>
                  <a:cubicBezTo>
                    <a:pt x="892" y="7427"/>
                    <a:pt x="777" y="7358"/>
                    <a:pt x="672" y="7267"/>
                  </a:cubicBezTo>
                  <a:cubicBezTo>
                    <a:pt x="621" y="7212"/>
                    <a:pt x="575" y="7149"/>
                    <a:pt x="533" y="7083"/>
                  </a:cubicBezTo>
                  <a:cubicBezTo>
                    <a:pt x="512" y="7051"/>
                    <a:pt x="495" y="7016"/>
                    <a:pt x="478" y="6982"/>
                  </a:cubicBezTo>
                  <a:cubicBezTo>
                    <a:pt x="449" y="6932"/>
                    <a:pt x="428" y="6877"/>
                    <a:pt x="408" y="6821"/>
                  </a:cubicBezTo>
                  <a:cubicBezTo>
                    <a:pt x="387" y="6738"/>
                    <a:pt x="373" y="6654"/>
                    <a:pt x="366" y="6567"/>
                  </a:cubicBezTo>
                  <a:cubicBezTo>
                    <a:pt x="370" y="6490"/>
                    <a:pt x="377" y="6414"/>
                    <a:pt x="391" y="6341"/>
                  </a:cubicBezTo>
                  <a:cubicBezTo>
                    <a:pt x="433" y="6177"/>
                    <a:pt x="491" y="6017"/>
                    <a:pt x="554" y="5857"/>
                  </a:cubicBezTo>
                  <a:cubicBezTo>
                    <a:pt x="621" y="5683"/>
                    <a:pt x="697" y="5509"/>
                    <a:pt x="774" y="5335"/>
                  </a:cubicBezTo>
                  <a:cubicBezTo>
                    <a:pt x="927" y="4997"/>
                    <a:pt x="1087" y="4663"/>
                    <a:pt x="1251" y="4332"/>
                  </a:cubicBezTo>
                  <a:cubicBezTo>
                    <a:pt x="1585" y="3643"/>
                    <a:pt x="1919" y="2950"/>
                    <a:pt x="2274" y="2270"/>
                  </a:cubicBezTo>
                  <a:cubicBezTo>
                    <a:pt x="2288" y="2246"/>
                    <a:pt x="2302" y="2219"/>
                    <a:pt x="2316" y="2194"/>
                  </a:cubicBezTo>
                  <a:cubicBezTo>
                    <a:pt x="2487" y="1877"/>
                    <a:pt x="2668" y="1568"/>
                    <a:pt x="2845" y="1254"/>
                  </a:cubicBezTo>
                  <a:cubicBezTo>
                    <a:pt x="2935" y="1091"/>
                    <a:pt x="3019" y="923"/>
                    <a:pt x="3107" y="760"/>
                  </a:cubicBezTo>
                  <a:cubicBezTo>
                    <a:pt x="3194" y="589"/>
                    <a:pt x="3277" y="419"/>
                    <a:pt x="3357" y="247"/>
                  </a:cubicBezTo>
                  <a:cubicBezTo>
                    <a:pt x="3378" y="206"/>
                    <a:pt x="3371" y="151"/>
                    <a:pt x="3353" y="109"/>
                  </a:cubicBezTo>
                  <a:cubicBezTo>
                    <a:pt x="3336" y="70"/>
                    <a:pt x="3305" y="39"/>
                    <a:pt x="3266" y="18"/>
                  </a:cubicBezTo>
                  <a:cubicBezTo>
                    <a:pt x="3263" y="18"/>
                    <a:pt x="3260" y="14"/>
                    <a:pt x="3253" y="11"/>
                  </a:cubicBezTo>
                  <a:cubicBezTo>
                    <a:pt x="3231" y="4"/>
                    <a:pt x="3209" y="1"/>
                    <a:pt x="3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3"/>
            <p:cNvSpPr/>
            <p:nvPr/>
          </p:nvSpPr>
          <p:spPr>
            <a:xfrm rot="-1095165">
              <a:off x="6222133" y="1193782"/>
              <a:ext cx="70714" cy="85708"/>
            </a:xfrm>
            <a:custGeom>
              <a:rect b="b" l="l" r="r" t="t"/>
              <a:pathLst>
                <a:path extrusionOk="0" h="2115" w="1745">
                  <a:moveTo>
                    <a:pt x="1145" y="363"/>
                  </a:moveTo>
                  <a:cubicBezTo>
                    <a:pt x="1160" y="363"/>
                    <a:pt x="1174" y="366"/>
                    <a:pt x="1187" y="366"/>
                  </a:cubicBezTo>
                  <a:cubicBezTo>
                    <a:pt x="1208" y="373"/>
                    <a:pt x="1229" y="384"/>
                    <a:pt x="1250" y="390"/>
                  </a:cubicBezTo>
                  <a:cubicBezTo>
                    <a:pt x="1261" y="398"/>
                    <a:pt x="1271" y="405"/>
                    <a:pt x="1278" y="408"/>
                  </a:cubicBezTo>
                  <a:cubicBezTo>
                    <a:pt x="1285" y="432"/>
                    <a:pt x="1299" y="456"/>
                    <a:pt x="1313" y="474"/>
                  </a:cubicBezTo>
                  <a:cubicBezTo>
                    <a:pt x="1327" y="491"/>
                    <a:pt x="1348" y="509"/>
                    <a:pt x="1369" y="523"/>
                  </a:cubicBezTo>
                  <a:cubicBezTo>
                    <a:pt x="1369" y="527"/>
                    <a:pt x="1372" y="530"/>
                    <a:pt x="1372" y="533"/>
                  </a:cubicBezTo>
                  <a:cubicBezTo>
                    <a:pt x="1372" y="551"/>
                    <a:pt x="1372" y="565"/>
                    <a:pt x="1369" y="578"/>
                  </a:cubicBezTo>
                  <a:cubicBezTo>
                    <a:pt x="1348" y="652"/>
                    <a:pt x="1313" y="715"/>
                    <a:pt x="1282" y="781"/>
                  </a:cubicBezTo>
                  <a:cubicBezTo>
                    <a:pt x="1243" y="861"/>
                    <a:pt x="1201" y="941"/>
                    <a:pt x="1163" y="1025"/>
                  </a:cubicBezTo>
                  <a:cubicBezTo>
                    <a:pt x="1087" y="1178"/>
                    <a:pt x="1010" y="1330"/>
                    <a:pt x="930" y="1480"/>
                  </a:cubicBezTo>
                  <a:cubicBezTo>
                    <a:pt x="888" y="1557"/>
                    <a:pt x="846" y="1637"/>
                    <a:pt x="790" y="1706"/>
                  </a:cubicBezTo>
                  <a:cubicBezTo>
                    <a:pt x="784" y="1710"/>
                    <a:pt x="780" y="1717"/>
                    <a:pt x="774" y="1721"/>
                  </a:cubicBezTo>
                  <a:cubicBezTo>
                    <a:pt x="763" y="1727"/>
                    <a:pt x="753" y="1731"/>
                    <a:pt x="739" y="1735"/>
                  </a:cubicBezTo>
                  <a:cubicBezTo>
                    <a:pt x="697" y="1745"/>
                    <a:pt x="652" y="1748"/>
                    <a:pt x="606" y="1752"/>
                  </a:cubicBezTo>
                  <a:cubicBezTo>
                    <a:pt x="575" y="1752"/>
                    <a:pt x="544" y="1748"/>
                    <a:pt x="512" y="1745"/>
                  </a:cubicBezTo>
                  <a:cubicBezTo>
                    <a:pt x="498" y="1738"/>
                    <a:pt x="484" y="1735"/>
                    <a:pt x="470" y="1727"/>
                  </a:cubicBezTo>
                  <a:cubicBezTo>
                    <a:pt x="449" y="1714"/>
                    <a:pt x="429" y="1700"/>
                    <a:pt x="411" y="1682"/>
                  </a:cubicBezTo>
                  <a:cubicBezTo>
                    <a:pt x="401" y="1672"/>
                    <a:pt x="390" y="1661"/>
                    <a:pt x="380" y="1647"/>
                  </a:cubicBezTo>
                  <a:cubicBezTo>
                    <a:pt x="377" y="1640"/>
                    <a:pt x="373" y="1634"/>
                    <a:pt x="369" y="1623"/>
                  </a:cubicBezTo>
                  <a:cubicBezTo>
                    <a:pt x="366" y="1613"/>
                    <a:pt x="366" y="1602"/>
                    <a:pt x="362" y="1589"/>
                  </a:cubicBezTo>
                  <a:cubicBezTo>
                    <a:pt x="366" y="1581"/>
                    <a:pt x="366" y="1574"/>
                    <a:pt x="366" y="1564"/>
                  </a:cubicBezTo>
                  <a:cubicBezTo>
                    <a:pt x="390" y="1488"/>
                    <a:pt x="432" y="1414"/>
                    <a:pt x="470" y="1345"/>
                  </a:cubicBezTo>
                  <a:cubicBezTo>
                    <a:pt x="505" y="1271"/>
                    <a:pt x="544" y="1198"/>
                    <a:pt x="578" y="1125"/>
                  </a:cubicBezTo>
                  <a:cubicBezTo>
                    <a:pt x="644" y="996"/>
                    <a:pt x="707" y="867"/>
                    <a:pt x="774" y="739"/>
                  </a:cubicBezTo>
                  <a:cubicBezTo>
                    <a:pt x="825" y="649"/>
                    <a:pt x="881" y="561"/>
                    <a:pt x="951" y="481"/>
                  </a:cubicBezTo>
                  <a:cubicBezTo>
                    <a:pt x="978" y="450"/>
                    <a:pt x="1010" y="425"/>
                    <a:pt x="1045" y="401"/>
                  </a:cubicBezTo>
                  <a:cubicBezTo>
                    <a:pt x="1069" y="387"/>
                    <a:pt x="1094" y="377"/>
                    <a:pt x="1118" y="366"/>
                  </a:cubicBezTo>
                  <a:cubicBezTo>
                    <a:pt x="1129" y="366"/>
                    <a:pt x="1139" y="363"/>
                    <a:pt x="1145" y="363"/>
                  </a:cubicBezTo>
                  <a:close/>
                  <a:moveTo>
                    <a:pt x="1147" y="0"/>
                  </a:moveTo>
                  <a:cubicBezTo>
                    <a:pt x="1096" y="0"/>
                    <a:pt x="1044" y="10"/>
                    <a:pt x="996" y="25"/>
                  </a:cubicBezTo>
                  <a:cubicBezTo>
                    <a:pt x="930" y="46"/>
                    <a:pt x="871" y="80"/>
                    <a:pt x="811" y="119"/>
                  </a:cubicBezTo>
                  <a:cubicBezTo>
                    <a:pt x="759" y="154"/>
                    <a:pt x="711" y="206"/>
                    <a:pt x="669" y="252"/>
                  </a:cubicBezTo>
                  <a:cubicBezTo>
                    <a:pt x="634" y="289"/>
                    <a:pt x="599" y="328"/>
                    <a:pt x="571" y="369"/>
                  </a:cubicBezTo>
                  <a:cubicBezTo>
                    <a:pt x="544" y="415"/>
                    <a:pt x="515" y="456"/>
                    <a:pt x="491" y="502"/>
                  </a:cubicBezTo>
                  <a:cubicBezTo>
                    <a:pt x="390" y="676"/>
                    <a:pt x="307" y="861"/>
                    <a:pt x="216" y="1038"/>
                  </a:cubicBezTo>
                  <a:cubicBezTo>
                    <a:pt x="178" y="1118"/>
                    <a:pt x="136" y="1198"/>
                    <a:pt x="98" y="1282"/>
                  </a:cubicBezTo>
                  <a:cubicBezTo>
                    <a:pt x="73" y="1327"/>
                    <a:pt x="49" y="1376"/>
                    <a:pt x="28" y="1428"/>
                  </a:cubicBezTo>
                  <a:cubicBezTo>
                    <a:pt x="11" y="1477"/>
                    <a:pt x="1" y="1529"/>
                    <a:pt x="1" y="1578"/>
                  </a:cubicBezTo>
                  <a:cubicBezTo>
                    <a:pt x="4" y="1647"/>
                    <a:pt x="14" y="1703"/>
                    <a:pt x="35" y="1769"/>
                  </a:cubicBezTo>
                  <a:cubicBezTo>
                    <a:pt x="70" y="1864"/>
                    <a:pt x="147" y="1940"/>
                    <a:pt x="223" y="1999"/>
                  </a:cubicBezTo>
                  <a:cubicBezTo>
                    <a:pt x="300" y="2062"/>
                    <a:pt x="398" y="2093"/>
                    <a:pt x="495" y="2107"/>
                  </a:cubicBezTo>
                  <a:cubicBezTo>
                    <a:pt x="530" y="2112"/>
                    <a:pt x="566" y="2115"/>
                    <a:pt x="601" y="2115"/>
                  </a:cubicBezTo>
                  <a:cubicBezTo>
                    <a:pt x="658" y="2115"/>
                    <a:pt x="714" y="2109"/>
                    <a:pt x="769" y="2100"/>
                  </a:cubicBezTo>
                  <a:cubicBezTo>
                    <a:pt x="846" y="2086"/>
                    <a:pt x="923" y="2062"/>
                    <a:pt x="986" y="2016"/>
                  </a:cubicBezTo>
                  <a:cubicBezTo>
                    <a:pt x="1049" y="1971"/>
                    <a:pt x="1097" y="1909"/>
                    <a:pt x="1139" y="1843"/>
                  </a:cubicBezTo>
                  <a:cubicBezTo>
                    <a:pt x="1191" y="1759"/>
                    <a:pt x="1240" y="1668"/>
                    <a:pt x="1285" y="1581"/>
                  </a:cubicBezTo>
                  <a:cubicBezTo>
                    <a:pt x="1365" y="1428"/>
                    <a:pt x="1442" y="1271"/>
                    <a:pt x="1518" y="1115"/>
                  </a:cubicBezTo>
                  <a:cubicBezTo>
                    <a:pt x="1557" y="1038"/>
                    <a:pt x="1595" y="965"/>
                    <a:pt x="1633" y="888"/>
                  </a:cubicBezTo>
                  <a:cubicBezTo>
                    <a:pt x="1651" y="853"/>
                    <a:pt x="1664" y="819"/>
                    <a:pt x="1682" y="784"/>
                  </a:cubicBezTo>
                  <a:cubicBezTo>
                    <a:pt x="1703" y="735"/>
                    <a:pt x="1717" y="683"/>
                    <a:pt x="1727" y="631"/>
                  </a:cubicBezTo>
                  <a:cubicBezTo>
                    <a:pt x="1745" y="540"/>
                    <a:pt x="1738" y="446"/>
                    <a:pt x="1696" y="363"/>
                  </a:cubicBezTo>
                  <a:cubicBezTo>
                    <a:pt x="1679" y="331"/>
                    <a:pt x="1661" y="300"/>
                    <a:pt x="1637" y="276"/>
                  </a:cubicBezTo>
                  <a:cubicBezTo>
                    <a:pt x="1623" y="262"/>
                    <a:pt x="1609" y="247"/>
                    <a:pt x="1595" y="234"/>
                  </a:cubicBezTo>
                  <a:cubicBezTo>
                    <a:pt x="1584" y="196"/>
                    <a:pt x="1560" y="164"/>
                    <a:pt x="1529" y="140"/>
                  </a:cubicBezTo>
                  <a:cubicBezTo>
                    <a:pt x="1484" y="109"/>
                    <a:pt x="1438" y="80"/>
                    <a:pt x="1389" y="56"/>
                  </a:cubicBezTo>
                  <a:cubicBezTo>
                    <a:pt x="1383" y="53"/>
                    <a:pt x="1375" y="49"/>
                    <a:pt x="1369" y="46"/>
                  </a:cubicBezTo>
                  <a:cubicBezTo>
                    <a:pt x="1317" y="22"/>
                    <a:pt x="1257" y="11"/>
                    <a:pt x="1201" y="4"/>
                  </a:cubicBezTo>
                  <a:cubicBezTo>
                    <a:pt x="1184" y="1"/>
                    <a:pt x="1165" y="0"/>
                    <a:pt x="11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3"/>
            <p:cNvSpPr/>
            <p:nvPr/>
          </p:nvSpPr>
          <p:spPr>
            <a:xfrm rot="-1095165">
              <a:off x="6411983" y="1213378"/>
              <a:ext cx="75658" cy="91584"/>
            </a:xfrm>
            <a:custGeom>
              <a:rect b="b" l="l" r="r" t="t"/>
              <a:pathLst>
                <a:path extrusionOk="0" h="2260" w="1867">
                  <a:moveTo>
                    <a:pt x="536" y="1195"/>
                  </a:moveTo>
                  <a:lnTo>
                    <a:pt x="536" y="1195"/>
                  </a:lnTo>
                  <a:cubicBezTo>
                    <a:pt x="536" y="1195"/>
                    <a:pt x="536" y="1196"/>
                    <a:pt x="536" y="1196"/>
                  </a:cubicBezTo>
                  <a:lnTo>
                    <a:pt x="536" y="1196"/>
                  </a:lnTo>
                  <a:cubicBezTo>
                    <a:pt x="536" y="1196"/>
                    <a:pt x="536" y="1195"/>
                    <a:pt x="536" y="1195"/>
                  </a:cubicBezTo>
                  <a:close/>
                  <a:moveTo>
                    <a:pt x="536" y="1196"/>
                  </a:moveTo>
                  <a:cubicBezTo>
                    <a:pt x="535" y="1198"/>
                    <a:pt x="534" y="1200"/>
                    <a:pt x="534" y="1203"/>
                  </a:cubicBezTo>
                  <a:cubicBezTo>
                    <a:pt x="534" y="1201"/>
                    <a:pt x="535" y="1198"/>
                    <a:pt x="536" y="1196"/>
                  </a:cubicBezTo>
                  <a:close/>
                  <a:moveTo>
                    <a:pt x="881" y="1892"/>
                  </a:moveTo>
                  <a:cubicBezTo>
                    <a:pt x="874" y="1892"/>
                    <a:pt x="871" y="1895"/>
                    <a:pt x="864" y="1895"/>
                  </a:cubicBezTo>
                  <a:cubicBezTo>
                    <a:pt x="871" y="1892"/>
                    <a:pt x="874" y="1892"/>
                    <a:pt x="881" y="1892"/>
                  </a:cubicBezTo>
                  <a:close/>
                  <a:moveTo>
                    <a:pt x="1191" y="364"/>
                  </a:moveTo>
                  <a:cubicBezTo>
                    <a:pt x="1205" y="364"/>
                    <a:pt x="1219" y="364"/>
                    <a:pt x="1236" y="367"/>
                  </a:cubicBezTo>
                  <a:cubicBezTo>
                    <a:pt x="1278" y="381"/>
                    <a:pt x="1317" y="395"/>
                    <a:pt x="1358" y="412"/>
                  </a:cubicBezTo>
                  <a:cubicBezTo>
                    <a:pt x="1369" y="447"/>
                    <a:pt x="1386" y="475"/>
                    <a:pt x="1411" y="499"/>
                  </a:cubicBezTo>
                  <a:cubicBezTo>
                    <a:pt x="1428" y="517"/>
                    <a:pt x="1442" y="537"/>
                    <a:pt x="1456" y="558"/>
                  </a:cubicBezTo>
                  <a:cubicBezTo>
                    <a:pt x="1466" y="576"/>
                    <a:pt x="1477" y="597"/>
                    <a:pt x="1484" y="618"/>
                  </a:cubicBezTo>
                  <a:cubicBezTo>
                    <a:pt x="1487" y="635"/>
                    <a:pt x="1490" y="653"/>
                    <a:pt x="1490" y="670"/>
                  </a:cubicBezTo>
                  <a:cubicBezTo>
                    <a:pt x="1490" y="701"/>
                    <a:pt x="1484" y="729"/>
                    <a:pt x="1480" y="761"/>
                  </a:cubicBezTo>
                  <a:cubicBezTo>
                    <a:pt x="1445" y="883"/>
                    <a:pt x="1397" y="1000"/>
                    <a:pt x="1344" y="1119"/>
                  </a:cubicBezTo>
                  <a:cubicBezTo>
                    <a:pt x="1317" y="1185"/>
                    <a:pt x="1289" y="1251"/>
                    <a:pt x="1257" y="1318"/>
                  </a:cubicBezTo>
                  <a:cubicBezTo>
                    <a:pt x="1233" y="1376"/>
                    <a:pt x="1202" y="1429"/>
                    <a:pt x="1174" y="1485"/>
                  </a:cubicBezTo>
                  <a:cubicBezTo>
                    <a:pt x="1139" y="1544"/>
                    <a:pt x="1108" y="1603"/>
                    <a:pt x="1069" y="1662"/>
                  </a:cubicBezTo>
                  <a:cubicBezTo>
                    <a:pt x="1027" y="1725"/>
                    <a:pt x="986" y="1781"/>
                    <a:pt x="937" y="1836"/>
                  </a:cubicBezTo>
                  <a:cubicBezTo>
                    <a:pt x="920" y="1854"/>
                    <a:pt x="902" y="1868"/>
                    <a:pt x="881" y="1882"/>
                  </a:cubicBezTo>
                  <a:cubicBezTo>
                    <a:pt x="871" y="1889"/>
                    <a:pt x="860" y="1892"/>
                    <a:pt x="850" y="1899"/>
                  </a:cubicBezTo>
                  <a:cubicBezTo>
                    <a:pt x="836" y="1895"/>
                    <a:pt x="822" y="1895"/>
                    <a:pt x="808" y="1892"/>
                  </a:cubicBezTo>
                  <a:cubicBezTo>
                    <a:pt x="738" y="1874"/>
                    <a:pt x="676" y="1847"/>
                    <a:pt x="610" y="1815"/>
                  </a:cubicBezTo>
                  <a:cubicBezTo>
                    <a:pt x="547" y="1781"/>
                    <a:pt x="484" y="1739"/>
                    <a:pt x="429" y="1690"/>
                  </a:cubicBezTo>
                  <a:cubicBezTo>
                    <a:pt x="415" y="1673"/>
                    <a:pt x="401" y="1659"/>
                    <a:pt x="387" y="1645"/>
                  </a:cubicBezTo>
                  <a:cubicBezTo>
                    <a:pt x="383" y="1631"/>
                    <a:pt x="376" y="1617"/>
                    <a:pt x="373" y="1603"/>
                  </a:cubicBezTo>
                  <a:cubicBezTo>
                    <a:pt x="370" y="1593"/>
                    <a:pt x="366" y="1579"/>
                    <a:pt x="366" y="1564"/>
                  </a:cubicBezTo>
                  <a:lnTo>
                    <a:pt x="366" y="1548"/>
                  </a:lnTo>
                  <a:cubicBezTo>
                    <a:pt x="387" y="1485"/>
                    <a:pt x="418" y="1422"/>
                    <a:pt x="450" y="1363"/>
                  </a:cubicBezTo>
                  <a:cubicBezTo>
                    <a:pt x="478" y="1304"/>
                    <a:pt x="505" y="1248"/>
                    <a:pt x="537" y="1193"/>
                  </a:cubicBezTo>
                  <a:lnTo>
                    <a:pt x="537" y="1193"/>
                  </a:lnTo>
                  <a:cubicBezTo>
                    <a:pt x="537" y="1193"/>
                    <a:pt x="537" y="1194"/>
                    <a:pt x="536" y="1195"/>
                  </a:cubicBezTo>
                  <a:lnTo>
                    <a:pt x="536" y="1195"/>
                  </a:lnTo>
                  <a:cubicBezTo>
                    <a:pt x="540" y="1186"/>
                    <a:pt x="545" y="1176"/>
                    <a:pt x="550" y="1167"/>
                  </a:cubicBezTo>
                  <a:cubicBezTo>
                    <a:pt x="613" y="1053"/>
                    <a:pt x="680" y="942"/>
                    <a:pt x="749" y="833"/>
                  </a:cubicBezTo>
                  <a:cubicBezTo>
                    <a:pt x="826" y="712"/>
                    <a:pt x="902" y="590"/>
                    <a:pt x="1000" y="482"/>
                  </a:cubicBezTo>
                  <a:cubicBezTo>
                    <a:pt x="1031" y="447"/>
                    <a:pt x="1069" y="415"/>
                    <a:pt x="1108" y="391"/>
                  </a:cubicBezTo>
                  <a:cubicBezTo>
                    <a:pt x="1122" y="381"/>
                    <a:pt x="1135" y="374"/>
                    <a:pt x="1153" y="370"/>
                  </a:cubicBezTo>
                  <a:cubicBezTo>
                    <a:pt x="1167" y="367"/>
                    <a:pt x="1177" y="364"/>
                    <a:pt x="1191" y="364"/>
                  </a:cubicBezTo>
                  <a:close/>
                  <a:moveTo>
                    <a:pt x="1191" y="0"/>
                  </a:moveTo>
                  <a:cubicBezTo>
                    <a:pt x="1160" y="0"/>
                    <a:pt x="1128" y="3"/>
                    <a:pt x="1098" y="8"/>
                  </a:cubicBezTo>
                  <a:cubicBezTo>
                    <a:pt x="1017" y="23"/>
                    <a:pt x="951" y="60"/>
                    <a:pt x="884" y="102"/>
                  </a:cubicBezTo>
                  <a:cubicBezTo>
                    <a:pt x="822" y="140"/>
                    <a:pt x="770" y="196"/>
                    <a:pt x="722" y="252"/>
                  </a:cubicBezTo>
                  <a:cubicBezTo>
                    <a:pt x="690" y="283"/>
                    <a:pt x="662" y="318"/>
                    <a:pt x="634" y="357"/>
                  </a:cubicBezTo>
                  <a:cubicBezTo>
                    <a:pt x="603" y="395"/>
                    <a:pt x="571" y="436"/>
                    <a:pt x="544" y="482"/>
                  </a:cubicBezTo>
                  <a:cubicBezTo>
                    <a:pt x="422" y="670"/>
                    <a:pt x="307" y="862"/>
                    <a:pt x="199" y="1060"/>
                  </a:cubicBezTo>
                  <a:lnTo>
                    <a:pt x="203" y="1056"/>
                  </a:lnTo>
                  <a:lnTo>
                    <a:pt x="203" y="1056"/>
                  </a:lnTo>
                  <a:cubicBezTo>
                    <a:pt x="161" y="1133"/>
                    <a:pt x="119" y="1209"/>
                    <a:pt x="81" y="1289"/>
                  </a:cubicBezTo>
                  <a:cubicBezTo>
                    <a:pt x="60" y="1335"/>
                    <a:pt x="39" y="1376"/>
                    <a:pt x="25" y="1426"/>
                  </a:cubicBezTo>
                  <a:cubicBezTo>
                    <a:pt x="7" y="1481"/>
                    <a:pt x="0" y="1537"/>
                    <a:pt x="4" y="1596"/>
                  </a:cubicBezTo>
                  <a:cubicBezTo>
                    <a:pt x="7" y="1659"/>
                    <a:pt x="25" y="1718"/>
                    <a:pt x="49" y="1777"/>
                  </a:cubicBezTo>
                  <a:cubicBezTo>
                    <a:pt x="70" y="1826"/>
                    <a:pt x="105" y="1871"/>
                    <a:pt x="140" y="1913"/>
                  </a:cubicBezTo>
                  <a:cubicBezTo>
                    <a:pt x="178" y="1955"/>
                    <a:pt x="220" y="1993"/>
                    <a:pt x="265" y="2024"/>
                  </a:cubicBezTo>
                  <a:cubicBezTo>
                    <a:pt x="307" y="2052"/>
                    <a:pt x="349" y="2080"/>
                    <a:pt x="391" y="2108"/>
                  </a:cubicBezTo>
                  <a:cubicBezTo>
                    <a:pt x="478" y="2160"/>
                    <a:pt x="571" y="2202"/>
                    <a:pt x="669" y="2230"/>
                  </a:cubicBezTo>
                  <a:cubicBezTo>
                    <a:pt x="727" y="2248"/>
                    <a:pt x="787" y="2260"/>
                    <a:pt x="847" y="2260"/>
                  </a:cubicBezTo>
                  <a:cubicBezTo>
                    <a:pt x="892" y="2260"/>
                    <a:pt x="938" y="2253"/>
                    <a:pt x="982" y="2237"/>
                  </a:cubicBezTo>
                  <a:cubicBezTo>
                    <a:pt x="1024" y="2220"/>
                    <a:pt x="1066" y="2195"/>
                    <a:pt x="1104" y="2170"/>
                  </a:cubicBezTo>
                  <a:cubicBezTo>
                    <a:pt x="1153" y="2143"/>
                    <a:pt x="1188" y="2098"/>
                    <a:pt x="1226" y="2056"/>
                  </a:cubicBezTo>
                  <a:cubicBezTo>
                    <a:pt x="1292" y="1986"/>
                    <a:pt x="1344" y="1906"/>
                    <a:pt x="1393" y="1826"/>
                  </a:cubicBezTo>
                  <a:cubicBezTo>
                    <a:pt x="1494" y="1662"/>
                    <a:pt x="1578" y="1492"/>
                    <a:pt x="1654" y="1314"/>
                  </a:cubicBezTo>
                  <a:cubicBezTo>
                    <a:pt x="1731" y="1137"/>
                    <a:pt x="1815" y="959"/>
                    <a:pt x="1845" y="764"/>
                  </a:cubicBezTo>
                  <a:cubicBezTo>
                    <a:pt x="1866" y="656"/>
                    <a:pt x="1850" y="537"/>
                    <a:pt x="1800" y="436"/>
                  </a:cubicBezTo>
                  <a:cubicBezTo>
                    <a:pt x="1779" y="391"/>
                    <a:pt x="1752" y="346"/>
                    <a:pt x="1720" y="304"/>
                  </a:cubicBezTo>
                  <a:cubicBezTo>
                    <a:pt x="1707" y="283"/>
                    <a:pt x="1686" y="262"/>
                    <a:pt x="1668" y="242"/>
                  </a:cubicBezTo>
                  <a:cubicBezTo>
                    <a:pt x="1665" y="227"/>
                    <a:pt x="1662" y="214"/>
                    <a:pt x="1654" y="203"/>
                  </a:cubicBezTo>
                  <a:cubicBezTo>
                    <a:pt x="1633" y="155"/>
                    <a:pt x="1599" y="127"/>
                    <a:pt x="1553" y="106"/>
                  </a:cubicBezTo>
                  <a:cubicBezTo>
                    <a:pt x="1484" y="71"/>
                    <a:pt x="1414" y="39"/>
                    <a:pt x="1341" y="23"/>
                  </a:cubicBezTo>
                  <a:cubicBezTo>
                    <a:pt x="1292" y="7"/>
                    <a:pt x="1241" y="0"/>
                    <a:pt x="1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3"/>
            <p:cNvSpPr/>
            <p:nvPr/>
          </p:nvSpPr>
          <p:spPr>
            <a:xfrm rot="-1095165">
              <a:off x="6138359" y="1197875"/>
              <a:ext cx="99567" cy="53411"/>
            </a:xfrm>
            <a:custGeom>
              <a:rect b="b" l="l" r="r" t="t"/>
              <a:pathLst>
                <a:path extrusionOk="0" h="1318" w="2457">
                  <a:moveTo>
                    <a:pt x="206" y="0"/>
                  </a:moveTo>
                  <a:cubicBezTo>
                    <a:pt x="134" y="0"/>
                    <a:pt x="63" y="48"/>
                    <a:pt x="36" y="118"/>
                  </a:cubicBezTo>
                  <a:cubicBezTo>
                    <a:pt x="1" y="212"/>
                    <a:pt x="50" y="316"/>
                    <a:pt x="144" y="351"/>
                  </a:cubicBezTo>
                  <a:cubicBezTo>
                    <a:pt x="318" y="424"/>
                    <a:pt x="496" y="497"/>
                    <a:pt x="669" y="577"/>
                  </a:cubicBezTo>
                  <a:cubicBezTo>
                    <a:pt x="830" y="654"/>
                    <a:pt x="986" y="734"/>
                    <a:pt x="1143" y="810"/>
                  </a:cubicBezTo>
                  <a:cubicBezTo>
                    <a:pt x="1307" y="894"/>
                    <a:pt x="1471" y="974"/>
                    <a:pt x="1634" y="1054"/>
                  </a:cubicBezTo>
                  <a:cubicBezTo>
                    <a:pt x="1794" y="1127"/>
                    <a:pt x="1955" y="1201"/>
                    <a:pt x="2114" y="1273"/>
                  </a:cubicBezTo>
                  <a:cubicBezTo>
                    <a:pt x="2139" y="1284"/>
                    <a:pt x="2164" y="1294"/>
                    <a:pt x="2188" y="1305"/>
                  </a:cubicBezTo>
                  <a:cubicBezTo>
                    <a:pt x="2208" y="1313"/>
                    <a:pt x="2228" y="1317"/>
                    <a:pt x="2249" y="1317"/>
                  </a:cubicBezTo>
                  <a:cubicBezTo>
                    <a:pt x="2322" y="1317"/>
                    <a:pt x="2394" y="1268"/>
                    <a:pt x="2421" y="1197"/>
                  </a:cubicBezTo>
                  <a:cubicBezTo>
                    <a:pt x="2456" y="1106"/>
                    <a:pt x="2411" y="1009"/>
                    <a:pt x="2327" y="971"/>
                  </a:cubicBezTo>
                  <a:cubicBezTo>
                    <a:pt x="2323" y="967"/>
                    <a:pt x="2320" y="967"/>
                    <a:pt x="2313" y="964"/>
                  </a:cubicBezTo>
                  <a:cubicBezTo>
                    <a:pt x="2153" y="897"/>
                    <a:pt x="1996" y="821"/>
                    <a:pt x="1839" y="751"/>
                  </a:cubicBezTo>
                  <a:cubicBezTo>
                    <a:pt x="1676" y="675"/>
                    <a:pt x="1513" y="591"/>
                    <a:pt x="1352" y="511"/>
                  </a:cubicBezTo>
                  <a:cubicBezTo>
                    <a:pt x="1188" y="431"/>
                    <a:pt x="1028" y="351"/>
                    <a:pt x="868" y="271"/>
                  </a:cubicBezTo>
                  <a:cubicBezTo>
                    <a:pt x="708" y="194"/>
                    <a:pt x="544" y="124"/>
                    <a:pt x="380" y="58"/>
                  </a:cubicBezTo>
                  <a:cubicBezTo>
                    <a:pt x="346" y="45"/>
                    <a:pt x="308" y="27"/>
                    <a:pt x="269" y="13"/>
                  </a:cubicBezTo>
                  <a:cubicBezTo>
                    <a:pt x="249" y="4"/>
                    <a:pt x="228" y="0"/>
                    <a:pt x="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3"/>
            <p:cNvSpPr/>
            <p:nvPr/>
          </p:nvSpPr>
          <p:spPr>
            <a:xfrm rot="-1095165">
              <a:off x="6276135" y="1209847"/>
              <a:ext cx="147507" cy="70633"/>
            </a:xfrm>
            <a:custGeom>
              <a:rect b="b" l="l" r="r" t="t"/>
              <a:pathLst>
                <a:path extrusionOk="0" h="1743" w="3640">
                  <a:moveTo>
                    <a:pt x="211" y="1"/>
                  </a:moveTo>
                  <a:cubicBezTo>
                    <a:pt x="136" y="1"/>
                    <a:pt x="63" y="48"/>
                    <a:pt x="35" y="119"/>
                  </a:cubicBezTo>
                  <a:cubicBezTo>
                    <a:pt x="1" y="213"/>
                    <a:pt x="49" y="317"/>
                    <a:pt x="144" y="352"/>
                  </a:cubicBezTo>
                  <a:cubicBezTo>
                    <a:pt x="495" y="492"/>
                    <a:pt x="843" y="648"/>
                    <a:pt x="1195" y="794"/>
                  </a:cubicBezTo>
                  <a:cubicBezTo>
                    <a:pt x="1372" y="868"/>
                    <a:pt x="1547" y="944"/>
                    <a:pt x="1721" y="1024"/>
                  </a:cubicBezTo>
                  <a:cubicBezTo>
                    <a:pt x="1895" y="1108"/>
                    <a:pt x="2073" y="1188"/>
                    <a:pt x="2250" y="1265"/>
                  </a:cubicBezTo>
                  <a:cubicBezTo>
                    <a:pt x="2445" y="1348"/>
                    <a:pt x="2640" y="1429"/>
                    <a:pt x="2839" y="1512"/>
                  </a:cubicBezTo>
                  <a:cubicBezTo>
                    <a:pt x="3016" y="1585"/>
                    <a:pt x="3194" y="1665"/>
                    <a:pt x="3374" y="1731"/>
                  </a:cubicBezTo>
                  <a:cubicBezTo>
                    <a:pt x="3394" y="1739"/>
                    <a:pt x="3415" y="1743"/>
                    <a:pt x="3436" y="1743"/>
                  </a:cubicBezTo>
                  <a:cubicBezTo>
                    <a:pt x="3509" y="1743"/>
                    <a:pt x="3581" y="1697"/>
                    <a:pt x="3608" y="1627"/>
                  </a:cubicBezTo>
                  <a:cubicBezTo>
                    <a:pt x="3639" y="1540"/>
                    <a:pt x="3598" y="1439"/>
                    <a:pt x="3517" y="1397"/>
                  </a:cubicBezTo>
                  <a:cubicBezTo>
                    <a:pt x="3511" y="1397"/>
                    <a:pt x="3507" y="1394"/>
                    <a:pt x="3500" y="1390"/>
                  </a:cubicBezTo>
                  <a:cubicBezTo>
                    <a:pt x="3350" y="1334"/>
                    <a:pt x="3204" y="1272"/>
                    <a:pt x="3054" y="1209"/>
                  </a:cubicBezTo>
                  <a:cubicBezTo>
                    <a:pt x="2887" y="1140"/>
                    <a:pt x="2720" y="1069"/>
                    <a:pt x="2553" y="1000"/>
                  </a:cubicBezTo>
                  <a:cubicBezTo>
                    <a:pt x="2386" y="927"/>
                    <a:pt x="2219" y="857"/>
                    <a:pt x="2052" y="781"/>
                  </a:cubicBezTo>
                  <a:cubicBezTo>
                    <a:pt x="1874" y="698"/>
                    <a:pt x="1693" y="614"/>
                    <a:pt x="1512" y="534"/>
                  </a:cubicBezTo>
                  <a:cubicBezTo>
                    <a:pt x="1310" y="447"/>
                    <a:pt x="1108" y="367"/>
                    <a:pt x="903" y="276"/>
                  </a:cubicBezTo>
                  <a:cubicBezTo>
                    <a:pt x="694" y="185"/>
                    <a:pt x="485" y="95"/>
                    <a:pt x="273" y="11"/>
                  </a:cubicBezTo>
                  <a:cubicBezTo>
                    <a:pt x="252" y="4"/>
                    <a:pt x="232" y="1"/>
                    <a:pt x="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3"/>
            <p:cNvSpPr/>
            <p:nvPr/>
          </p:nvSpPr>
          <p:spPr>
            <a:xfrm rot="-1095165">
              <a:off x="6135120" y="1095812"/>
              <a:ext cx="435471" cy="248615"/>
            </a:xfrm>
            <a:custGeom>
              <a:rect b="b" l="l" r="r" t="t"/>
              <a:pathLst>
                <a:path extrusionOk="0" h="6135" w="10746">
                  <a:moveTo>
                    <a:pt x="972" y="1"/>
                  </a:moveTo>
                  <a:cubicBezTo>
                    <a:pt x="955" y="1"/>
                    <a:pt x="937" y="1"/>
                    <a:pt x="919" y="3"/>
                  </a:cubicBezTo>
                  <a:cubicBezTo>
                    <a:pt x="868" y="6"/>
                    <a:pt x="818" y="21"/>
                    <a:pt x="767" y="35"/>
                  </a:cubicBezTo>
                  <a:cubicBezTo>
                    <a:pt x="655" y="69"/>
                    <a:pt x="554" y="143"/>
                    <a:pt x="471" y="223"/>
                  </a:cubicBezTo>
                  <a:cubicBezTo>
                    <a:pt x="401" y="289"/>
                    <a:pt x="338" y="362"/>
                    <a:pt x="283" y="438"/>
                  </a:cubicBezTo>
                  <a:cubicBezTo>
                    <a:pt x="238" y="508"/>
                    <a:pt x="196" y="578"/>
                    <a:pt x="157" y="651"/>
                  </a:cubicBezTo>
                  <a:cubicBezTo>
                    <a:pt x="108" y="738"/>
                    <a:pt x="66" y="829"/>
                    <a:pt x="35" y="922"/>
                  </a:cubicBezTo>
                  <a:cubicBezTo>
                    <a:pt x="15" y="992"/>
                    <a:pt x="0" y="1065"/>
                    <a:pt x="4" y="1134"/>
                  </a:cubicBezTo>
                  <a:cubicBezTo>
                    <a:pt x="4" y="1184"/>
                    <a:pt x="8" y="1215"/>
                    <a:pt x="21" y="1260"/>
                  </a:cubicBezTo>
                  <a:cubicBezTo>
                    <a:pt x="35" y="1298"/>
                    <a:pt x="56" y="1333"/>
                    <a:pt x="81" y="1364"/>
                  </a:cubicBezTo>
                  <a:cubicBezTo>
                    <a:pt x="105" y="1399"/>
                    <a:pt x="140" y="1427"/>
                    <a:pt x="167" y="1455"/>
                  </a:cubicBezTo>
                  <a:cubicBezTo>
                    <a:pt x="241" y="1525"/>
                    <a:pt x="331" y="1567"/>
                    <a:pt x="421" y="1605"/>
                  </a:cubicBezTo>
                  <a:cubicBezTo>
                    <a:pt x="441" y="1613"/>
                    <a:pt x="462" y="1617"/>
                    <a:pt x="483" y="1617"/>
                  </a:cubicBezTo>
                  <a:cubicBezTo>
                    <a:pt x="558" y="1617"/>
                    <a:pt x="631" y="1568"/>
                    <a:pt x="655" y="1500"/>
                  </a:cubicBezTo>
                  <a:cubicBezTo>
                    <a:pt x="693" y="1403"/>
                    <a:pt x="641" y="1306"/>
                    <a:pt x="551" y="1267"/>
                  </a:cubicBezTo>
                  <a:cubicBezTo>
                    <a:pt x="523" y="1253"/>
                    <a:pt x="495" y="1239"/>
                    <a:pt x="467" y="1229"/>
                  </a:cubicBezTo>
                  <a:cubicBezTo>
                    <a:pt x="439" y="1211"/>
                    <a:pt x="415" y="1194"/>
                    <a:pt x="394" y="1173"/>
                  </a:cubicBezTo>
                  <a:cubicBezTo>
                    <a:pt x="384" y="1163"/>
                    <a:pt x="373" y="1152"/>
                    <a:pt x="366" y="1139"/>
                  </a:cubicBezTo>
                  <a:cubicBezTo>
                    <a:pt x="366" y="1110"/>
                    <a:pt x="370" y="1086"/>
                    <a:pt x="373" y="1062"/>
                  </a:cubicBezTo>
                  <a:cubicBezTo>
                    <a:pt x="397" y="982"/>
                    <a:pt x="429" y="909"/>
                    <a:pt x="463" y="839"/>
                  </a:cubicBezTo>
                  <a:cubicBezTo>
                    <a:pt x="526" y="728"/>
                    <a:pt x="593" y="623"/>
                    <a:pt x="676" y="529"/>
                  </a:cubicBezTo>
                  <a:cubicBezTo>
                    <a:pt x="718" y="484"/>
                    <a:pt x="767" y="445"/>
                    <a:pt x="818" y="411"/>
                  </a:cubicBezTo>
                  <a:cubicBezTo>
                    <a:pt x="847" y="393"/>
                    <a:pt x="874" y="382"/>
                    <a:pt x="906" y="372"/>
                  </a:cubicBezTo>
                  <a:cubicBezTo>
                    <a:pt x="923" y="369"/>
                    <a:pt x="944" y="366"/>
                    <a:pt x="961" y="362"/>
                  </a:cubicBezTo>
                  <a:cubicBezTo>
                    <a:pt x="1077" y="366"/>
                    <a:pt x="1191" y="387"/>
                    <a:pt x="1303" y="411"/>
                  </a:cubicBezTo>
                  <a:cubicBezTo>
                    <a:pt x="1474" y="453"/>
                    <a:pt x="1641" y="504"/>
                    <a:pt x="1804" y="570"/>
                  </a:cubicBezTo>
                  <a:cubicBezTo>
                    <a:pt x="1978" y="641"/>
                    <a:pt x="2149" y="713"/>
                    <a:pt x="2319" y="779"/>
                  </a:cubicBezTo>
                  <a:cubicBezTo>
                    <a:pt x="2674" y="912"/>
                    <a:pt x="3026" y="1058"/>
                    <a:pt x="3375" y="1208"/>
                  </a:cubicBezTo>
                  <a:cubicBezTo>
                    <a:pt x="3542" y="1281"/>
                    <a:pt x="3709" y="1354"/>
                    <a:pt x="3883" y="1420"/>
                  </a:cubicBezTo>
                  <a:cubicBezTo>
                    <a:pt x="4061" y="1490"/>
                    <a:pt x="4244" y="1552"/>
                    <a:pt x="4419" y="1629"/>
                  </a:cubicBezTo>
                  <a:cubicBezTo>
                    <a:pt x="4767" y="1775"/>
                    <a:pt x="5105" y="1949"/>
                    <a:pt x="5446" y="2110"/>
                  </a:cubicBezTo>
                  <a:cubicBezTo>
                    <a:pt x="5790" y="2267"/>
                    <a:pt x="6129" y="2434"/>
                    <a:pt x="6470" y="2601"/>
                  </a:cubicBezTo>
                  <a:cubicBezTo>
                    <a:pt x="6637" y="2680"/>
                    <a:pt x="6804" y="2764"/>
                    <a:pt x="6971" y="2848"/>
                  </a:cubicBezTo>
                  <a:cubicBezTo>
                    <a:pt x="7138" y="2931"/>
                    <a:pt x="7309" y="3019"/>
                    <a:pt x="7476" y="3102"/>
                  </a:cubicBezTo>
                  <a:cubicBezTo>
                    <a:pt x="7723" y="3220"/>
                    <a:pt x="7971" y="3342"/>
                    <a:pt x="8214" y="3461"/>
                  </a:cubicBezTo>
                  <a:cubicBezTo>
                    <a:pt x="8461" y="3583"/>
                    <a:pt x="8708" y="3704"/>
                    <a:pt x="8952" y="3834"/>
                  </a:cubicBezTo>
                  <a:cubicBezTo>
                    <a:pt x="8938" y="3826"/>
                    <a:pt x="8924" y="3819"/>
                    <a:pt x="8911" y="3813"/>
                  </a:cubicBezTo>
                  <a:lnTo>
                    <a:pt x="8911" y="3813"/>
                  </a:lnTo>
                  <a:cubicBezTo>
                    <a:pt x="9130" y="3931"/>
                    <a:pt x="9349" y="4046"/>
                    <a:pt x="9562" y="4178"/>
                  </a:cubicBezTo>
                  <a:cubicBezTo>
                    <a:pt x="9760" y="4303"/>
                    <a:pt x="9952" y="4446"/>
                    <a:pt x="10126" y="4607"/>
                  </a:cubicBezTo>
                  <a:cubicBezTo>
                    <a:pt x="10206" y="4686"/>
                    <a:pt x="10282" y="4766"/>
                    <a:pt x="10345" y="4864"/>
                  </a:cubicBezTo>
                  <a:cubicBezTo>
                    <a:pt x="10352" y="4878"/>
                    <a:pt x="10359" y="4891"/>
                    <a:pt x="10365" y="4909"/>
                  </a:cubicBezTo>
                  <a:cubicBezTo>
                    <a:pt x="10365" y="4916"/>
                    <a:pt x="10370" y="4927"/>
                    <a:pt x="10370" y="4933"/>
                  </a:cubicBezTo>
                  <a:cubicBezTo>
                    <a:pt x="10370" y="4957"/>
                    <a:pt x="10362" y="4983"/>
                    <a:pt x="10359" y="5007"/>
                  </a:cubicBezTo>
                  <a:cubicBezTo>
                    <a:pt x="10331" y="5108"/>
                    <a:pt x="10289" y="5208"/>
                    <a:pt x="10258" y="5313"/>
                  </a:cubicBezTo>
                  <a:cubicBezTo>
                    <a:pt x="10223" y="5414"/>
                    <a:pt x="10188" y="5512"/>
                    <a:pt x="10140" y="5605"/>
                  </a:cubicBezTo>
                  <a:cubicBezTo>
                    <a:pt x="10111" y="5654"/>
                    <a:pt x="10080" y="5703"/>
                    <a:pt x="10045" y="5748"/>
                  </a:cubicBezTo>
                  <a:cubicBezTo>
                    <a:pt x="10039" y="5751"/>
                    <a:pt x="10031" y="5759"/>
                    <a:pt x="10028" y="5762"/>
                  </a:cubicBezTo>
                  <a:cubicBezTo>
                    <a:pt x="10021" y="5766"/>
                    <a:pt x="10014" y="5769"/>
                    <a:pt x="10007" y="5769"/>
                  </a:cubicBezTo>
                  <a:cubicBezTo>
                    <a:pt x="9997" y="5769"/>
                    <a:pt x="9986" y="5769"/>
                    <a:pt x="9976" y="5766"/>
                  </a:cubicBezTo>
                  <a:cubicBezTo>
                    <a:pt x="9910" y="5748"/>
                    <a:pt x="9847" y="5720"/>
                    <a:pt x="9785" y="5689"/>
                  </a:cubicBezTo>
                  <a:cubicBezTo>
                    <a:pt x="9714" y="5654"/>
                    <a:pt x="9645" y="5623"/>
                    <a:pt x="9572" y="5588"/>
                  </a:cubicBezTo>
                  <a:cubicBezTo>
                    <a:pt x="9404" y="5512"/>
                    <a:pt x="9231" y="5442"/>
                    <a:pt x="9067" y="5359"/>
                  </a:cubicBezTo>
                  <a:cubicBezTo>
                    <a:pt x="8991" y="5320"/>
                    <a:pt x="8914" y="5278"/>
                    <a:pt x="8840" y="5240"/>
                  </a:cubicBezTo>
                  <a:cubicBezTo>
                    <a:pt x="8757" y="5198"/>
                    <a:pt x="8677" y="5160"/>
                    <a:pt x="8597" y="5118"/>
                  </a:cubicBezTo>
                  <a:cubicBezTo>
                    <a:pt x="8419" y="5028"/>
                    <a:pt x="8239" y="4951"/>
                    <a:pt x="8057" y="4871"/>
                  </a:cubicBezTo>
                  <a:cubicBezTo>
                    <a:pt x="8037" y="4864"/>
                    <a:pt x="8016" y="4853"/>
                    <a:pt x="7998" y="4846"/>
                  </a:cubicBezTo>
                  <a:cubicBezTo>
                    <a:pt x="7978" y="4838"/>
                    <a:pt x="7957" y="4834"/>
                    <a:pt x="7937" y="4834"/>
                  </a:cubicBezTo>
                  <a:cubicBezTo>
                    <a:pt x="7863" y="4834"/>
                    <a:pt x="7789" y="4883"/>
                    <a:pt x="7765" y="4951"/>
                  </a:cubicBezTo>
                  <a:cubicBezTo>
                    <a:pt x="7727" y="5049"/>
                    <a:pt x="7779" y="5150"/>
                    <a:pt x="7869" y="5187"/>
                  </a:cubicBezTo>
                  <a:cubicBezTo>
                    <a:pt x="8054" y="5264"/>
                    <a:pt x="8239" y="5344"/>
                    <a:pt x="8419" y="5435"/>
                  </a:cubicBezTo>
                  <a:cubicBezTo>
                    <a:pt x="8583" y="5515"/>
                    <a:pt x="8743" y="5598"/>
                    <a:pt x="8907" y="5682"/>
                  </a:cubicBezTo>
                  <a:cubicBezTo>
                    <a:pt x="9070" y="5766"/>
                    <a:pt x="9241" y="5839"/>
                    <a:pt x="9409" y="5912"/>
                  </a:cubicBezTo>
                  <a:cubicBezTo>
                    <a:pt x="9481" y="5947"/>
                    <a:pt x="9551" y="5978"/>
                    <a:pt x="9624" y="6013"/>
                  </a:cubicBezTo>
                  <a:cubicBezTo>
                    <a:pt x="9694" y="6048"/>
                    <a:pt x="9764" y="6082"/>
                    <a:pt x="9836" y="6103"/>
                  </a:cubicBezTo>
                  <a:cubicBezTo>
                    <a:pt x="9892" y="6120"/>
                    <a:pt x="9950" y="6134"/>
                    <a:pt x="10007" y="6134"/>
                  </a:cubicBezTo>
                  <a:cubicBezTo>
                    <a:pt x="10021" y="6134"/>
                    <a:pt x="10035" y="6134"/>
                    <a:pt x="10049" y="6132"/>
                  </a:cubicBezTo>
                  <a:cubicBezTo>
                    <a:pt x="10129" y="6121"/>
                    <a:pt x="10202" y="6086"/>
                    <a:pt x="10265" y="6037"/>
                  </a:cubicBezTo>
                  <a:cubicBezTo>
                    <a:pt x="10296" y="6016"/>
                    <a:pt x="10320" y="5985"/>
                    <a:pt x="10345" y="5957"/>
                  </a:cubicBezTo>
                  <a:cubicBezTo>
                    <a:pt x="10359" y="5939"/>
                    <a:pt x="10373" y="5918"/>
                    <a:pt x="10383" y="5898"/>
                  </a:cubicBezTo>
                  <a:cubicBezTo>
                    <a:pt x="10404" y="5870"/>
                    <a:pt x="10421" y="5835"/>
                    <a:pt x="10439" y="5804"/>
                  </a:cubicBezTo>
                  <a:cubicBezTo>
                    <a:pt x="10484" y="5720"/>
                    <a:pt x="10529" y="5637"/>
                    <a:pt x="10561" y="5547"/>
                  </a:cubicBezTo>
                  <a:cubicBezTo>
                    <a:pt x="10589" y="5466"/>
                    <a:pt x="10616" y="5383"/>
                    <a:pt x="10645" y="5299"/>
                  </a:cubicBezTo>
                  <a:cubicBezTo>
                    <a:pt x="10675" y="5208"/>
                    <a:pt x="10707" y="5118"/>
                    <a:pt x="10725" y="5020"/>
                  </a:cubicBezTo>
                  <a:cubicBezTo>
                    <a:pt x="10746" y="4920"/>
                    <a:pt x="10725" y="4822"/>
                    <a:pt x="10686" y="4732"/>
                  </a:cubicBezTo>
                  <a:cubicBezTo>
                    <a:pt x="10662" y="4673"/>
                    <a:pt x="10620" y="4620"/>
                    <a:pt x="10582" y="4568"/>
                  </a:cubicBezTo>
                  <a:cubicBezTo>
                    <a:pt x="10526" y="4495"/>
                    <a:pt x="10460" y="4429"/>
                    <a:pt x="10390" y="4363"/>
                  </a:cubicBezTo>
                  <a:cubicBezTo>
                    <a:pt x="10317" y="4289"/>
                    <a:pt x="10237" y="4216"/>
                    <a:pt x="10153" y="4150"/>
                  </a:cubicBezTo>
                  <a:cubicBezTo>
                    <a:pt x="10007" y="4035"/>
                    <a:pt x="9854" y="3927"/>
                    <a:pt x="9697" y="3837"/>
                  </a:cubicBezTo>
                  <a:cubicBezTo>
                    <a:pt x="9530" y="3736"/>
                    <a:pt x="9363" y="3646"/>
                    <a:pt x="9192" y="3554"/>
                  </a:cubicBezTo>
                  <a:cubicBezTo>
                    <a:pt x="8845" y="3366"/>
                    <a:pt x="8489" y="3193"/>
                    <a:pt x="8134" y="3019"/>
                  </a:cubicBezTo>
                  <a:cubicBezTo>
                    <a:pt x="7971" y="2939"/>
                    <a:pt x="7807" y="2858"/>
                    <a:pt x="7643" y="2778"/>
                  </a:cubicBezTo>
                  <a:cubicBezTo>
                    <a:pt x="7476" y="2698"/>
                    <a:pt x="7309" y="2611"/>
                    <a:pt x="7142" y="2527"/>
                  </a:cubicBezTo>
                  <a:cubicBezTo>
                    <a:pt x="6918" y="2416"/>
                    <a:pt x="6696" y="2309"/>
                    <a:pt x="6473" y="2200"/>
                  </a:cubicBezTo>
                  <a:cubicBezTo>
                    <a:pt x="6351" y="2141"/>
                    <a:pt x="6229" y="2082"/>
                    <a:pt x="6108" y="2023"/>
                  </a:cubicBezTo>
                  <a:cubicBezTo>
                    <a:pt x="5774" y="1859"/>
                    <a:pt x="5435" y="1706"/>
                    <a:pt x="5101" y="1542"/>
                  </a:cubicBezTo>
                  <a:cubicBezTo>
                    <a:pt x="4927" y="1459"/>
                    <a:pt x="4750" y="1375"/>
                    <a:pt x="4572" y="1298"/>
                  </a:cubicBezTo>
                  <a:cubicBezTo>
                    <a:pt x="4402" y="1226"/>
                    <a:pt x="4228" y="1166"/>
                    <a:pt x="4056" y="1100"/>
                  </a:cubicBezTo>
                  <a:cubicBezTo>
                    <a:pt x="3873" y="1030"/>
                    <a:pt x="3695" y="954"/>
                    <a:pt x="3517" y="874"/>
                  </a:cubicBezTo>
                  <a:cubicBezTo>
                    <a:pt x="3343" y="797"/>
                    <a:pt x="3166" y="728"/>
                    <a:pt x="2991" y="654"/>
                  </a:cubicBezTo>
                  <a:cubicBezTo>
                    <a:pt x="2650" y="508"/>
                    <a:pt x="2298" y="382"/>
                    <a:pt x="1954" y="240"/>
                  </a:cubicBezTo>
                  <a:cubicBezTo>
                    <a:pt x="1790" y="170"/>
                    <a:pt x="1616" y="118"/>
                    <a:pt x="1442" y="73"/>
                  </a:cubicBezTo>
                  <a:cubicBezTo>
                    <a:pt x="1345" y="52"/>
                    <a:pt x="1247" y="27"/>
                    <a:pt x="1146" y="14"/>
                  </a:cubicBezTo>
                  <a:cubicBezTo>
                    <a:pt x="1104" y="11"/>
                    <a:pt x="1066" y="3"/>
                    <a:pt x="1024" y="3"/>
                  </a:cubicBezTo>
                  <a:cubicBezTo>
                    <a:pt x="1007" y="1"/>
                    <a:pt x="989" y="1"/>
                    <a:pt x="9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3"/>
            <p:cNvSpPr/>
            <p:nvPr/>
          </p:nvSpPr>
          <p:spPr>
            <a:xfrm rot="-1095165">
              <a:off x="6234324" y="1304090"/>
              <a:ext cx="199297" cy="184384"/>
            </a:xfrm>
            <a:custGeom>
              <a:rect b="b" l="l" r="r" t="t"/>
              <a:pathLst>
                <a:path extrusionOk="0" h="4550" w="4918">
                  <a:moveTo>
                    <a:pt x="3641" y="1041"/>
                  </a:moveTo>
                  <a:lnTo>
                    <a:pt x="3641" y="1041"/>
                  </a:lnTo>
                  <a:cubicBezTo>
                    <a:pt x="3639" y="1044"/>
                    <a:pt x="3638" y="1046"/>
                    <a:pt x="3637" y="1048"/>
                  </a:cubicBezTo>
                  <a:lnTo>
                    <a:pt x="3637" y="1048"/>
                  </a:lnTo>
                  <a:cubicBezTo>
                    <a:pt x="3638" y="1046"/>
                    <a:pt x="3639" y="1044"/>
                    <a:pt x="3641" y="1041"/>
                  </a:cubicBezTo>
                  <a:close/>
                  <a:moveTo>
                    <a:pt x="3637" y="1048"/>
                  </a:moveTo>
                  <a:lnTo>
                    <a:pt x="3637" y="1048"/>
                  </a:lnTo>
                  <a:cubicBezTo>
                    <a:pt x="3635" y="1051"/>
                    <a:pt x="3634" y="1054"/>
                    <a:pt x="3632" y="1057"/>
                  </a:cubicBezTo>
                  <a:cubicBezTo>
                    <a:pt x="3634" y="1054"/>
                    <a:pt x="3635" y="1051"/>
                    <a:pt x="3637" y="1048"/>
                  </a:cubicBezTo>
                  <a:close/>
                  <a:moveTo>
                    <a:pt x="3041" y="360"/>
                  </a:moveTo>
                  <a:cubicBezTo>
                    <a:pt x="3058" y="364"/>
                    <a:pt x="3079" y="364"/>
                    <a:pt x="3097" y="367"/>
                  </a:cubicBezTo>
                  <a:cubicBezTo>
                    <a:pt x="3197" y="399"/>
                    <a:pt x="3292" y="451"/>
                    <a:pt x="3382" y="500"/>
                  </a:cubicBezTo>
                  <a:lnTo>
                    <a:pt x="3385" y="500"/>
                  </a:lnTo>
                  <a:cubicBezTo>
                    <a:pt x="3393" y="503"/>
                    <a:pt x="3403" y="507"/>
                    <a:pt x="3414" y="510"/>
                  </a:cubicBezTo>
                  <a:cubicBezTo>
                    <a:pt x="3427" y="524"/>
                    <a:pt x="3441" y="538"/>
                    <a:pt x="3455" y="545"/>
                  </a:cubicBezTo>
                  <a:lnTo>
                    <a:pt x="3455" y="549"/>
                  </a:lnTo>
                  <a:cubicBezTo>
                    <a:pt x="3459" y="552"/>
                    <a:pt x="3462" y="555"/>
                    <a:pt x="3465" y="559"/>
                  </a:cubicBezTo>
                  <a:cubicBezTo>
                    <a:pt x="3436" y="656"/>
                    <a:pt x="3388" y="748"/>
                    <a:pt x="3340" y="840"/>
                  </a:cubicBezTo>
                  <a:lnTo>
                    <a:pt x="3340" y="840"/>
                  </a:lnTo>
                  <a:cubicBezTo>
                    <a:pt x="3334" y="849"/>
                    <a:pt x="3329" y="860"/>
                    <a:pt x="3322" y="869"/>
                  </a:cubicBezTo>
                  <a:lnTo>
                    <a:pt x="3322" y="872"/>
                  </a:lnTo>
                  <a:cubicBezTo>
                    <a:pt x="3323" y="872"/>
                    <a:pt x="3323" y="872"/>
                    <a:pt x="3323" y="871"/>
                  </a:cubicBezTo>
                  <a:lnTo>
                    <a:pt x="3323" y="871"/>
                  </a:lnTo>
                  <a:cubicBezTo>
                    <a:pt x="3323" y="873"/>
                    <a:pt x="3322" y="874"/>
                    <a:pt x="3322" y="876"/>
                  </a:cubicBezTo>
                  <a:lnTo>
                    <a:pt x="3322" y="872"/>
                  </a:lnTo>
                  <a:cubicBezTo>
                    <a:pt x="3319" y="879"/>
                    <a:pt x="3313" y="889"/>
                    <a:pt x="3309" y="897"/>
                  </a:cubicBezTo>
                  <a:lnTo>
                    <a:pt x="3309" y="897"/>
                  </a:lnTo>
                  <a:cubicBezTo>
                    <a:pt x="3313" y="889"/>
                    <a:pt x="3319" y="879"/>
                    <a:pt x="3322" y="869"/>
                  </a:cubicBezTo>
                  <a:lnTo>
                    <a:pt x="3322" y="869"/>
                  </a:lnTo>
                  <a:cubicBezTo>
                    <a:pt x="3246" y="1011"/>
                    <a:pt x="3160" y="1151"/>
                    <a:pt x="3079" y="1290"/>
                  </a:cubicBezTo>
                  <a:cubicBezTo>
                    <a:pt x="3027" y="1381"/>
                    <a:pt x="2975" y="1471"/>
                    <a:pt x="2930" y="1561"/>
                  </a:cubicBezTo>
                  <a:cubicBezTo>
                    <a:pt x="2891" y="1649"/>
                    <a:pt x="2860" y="1746"/>
                    <a:pt x="2856" y="1840"/>
                  </a:cubicBezTo>
                  <a:cubicBezTo>
                    <a:pt x="2856" y="1900"/>
                    <a:pt x="2860" y="1955"/>
                    <a:pt x="2880" y="2011"/>
                  </a:cubicBezTo>
                  <a:cubicBezTo>
                    <a:pt x="2898" y="2056"/>
                    <a:pt x="2926" y="2098"/>
                    <a:pt x="2957" y="2133"/>
                  </a:cubicBezTo>
                  <a:cubicBezTo>
                    <a:pt x="2996" y="2171"/>
                    <a:pt x="3041" y="2206"/>
                    <a:pt x="3086" y="2234"/>
                  </a:cubicBezTo>
                  <a:cubicBezTo>
                    <a:pt x="3166" y="2286"/>
                    <a:pt x="3256" y="2328"/>
                    <a:pt x="3340" y="2376"/>
                  </a:cubicBezTo>
                  <a:cubicBezTo>
                    <a:pt x="3343" y="2376"/>
                    <a:pt x="3343" y="2376"/>
                    <a:pt x="3348" y="2380"/>
                  </a:cubicBezTo>
                  <a:cubicBezTo>
                    <a:pt x="3351" y="2380"/>
                    <a:pt x="3358" y="2384"/>
                    <a:pt x="3361" y="2387"/>
                  </a:cubicBezTo>
                  <a:cubicBezTo>
                    <a:pt x="3375" y="2394"/>
                    <a:pt x="3389" y="2404"/>
                    <a:pt x="3403" y="2408"/>
                  </a:cubicBezTo>
                  <a:cubicBezTo>
                    <a:pt x="3420" y="2418"/>
                    <a:pt x="3434" y="2425"/>
                    <a:pt x="3452" y="2435"/>
                  </a:cubicBezTo>
                  <a:cubicBezTo>
                    <a:pt x="3483" y="2450"/>
                    <a:pt x="3510" y="2467"/>
                    <a:pt x="3542" y="2485"/>
                  </a:cubicBezTo>
                  <a:cubicBezTo>
                    <a:pt x="3594" y="2512"/>
                    <a:pt x="3647" y="2536"/>
                    <a:pt x="3695" y="2564"/>
                  </a:cubicBezTo>
                  <a:cubicBezTo>
                    <a:pt x="3946" y="2700"/>
                    <a:pt x="4186" y="2846"/>
                    <a:pt x="4399" y="3035"/>
                  </a:cubicBezTo>
                  <a:cubicBezTo>
                    <a:pt x="4437" y="3073"/>
                    <a:pt x="4476" y="3115"/>
                    <a:pt x="4510" y="3163"/>
                  </a:cubicBezTo>
                  <a:cubicBezTo>
                    <a:pt x="4517" y="3181"/>
                    <a:pt x="4527" y="3202"/>
                    <a:pt x="4534" y="3223"/>
                  </a:cubicBezTo>
                  <a:cubicBezTo>
                    <a:pt x="4538" y="3240"/>
                    <a:pt x="4542" y="3258"/>
                    <a:pt x="4545" y="3274"/>
                  </a:cubicBezTo>
                  <a:cubicBezTo>
                    <a:pt x="4545" y="3303"/>
                    <a:pt x="4542" y="3330"/>
                    <a:pt x="4534" y="3358"/>
                  </a:cubicBezTo>
                  <a:cubicBezTo>
                    <a:pt x="4527" y="3390"/>
                    <a:pt x="4513" y="3421"/>
                    <a:pt x="4500" y="3449"/>
                  </a:cubicBezTo>
                  <a:cubicBezTo>
                    <a:pt x="4489" y="3462"/>
                    <a:pt x="4479" y="3480"/>
                    <a:pt x="4465" y="3494"/>
                  </a:cubicBezTo>
                  <a:cubicBezTo>
                    <a:pt x="4455" y="3501"/>
                    <a:pt x="4447" y="3512"/>
                    <a:pt x="4437" y="3518"/>
                  </a:cubicBezTo>
                  <a:lnTo>
                    <a:pt x="4426" y="3518"/>
                  </a:lnTo>
                  <a:cubicBezTo>
                    <a:pt x="4381" y="3518"/>
                    <a:pt x="4336" y="3508"/>
                    <a:pt x="4291" y="3501"/>
                  </a:cubicBezTo>
                  <a:cubicBezTo>
                    <a:pt x="4127" y="3459"/>
                    <a:pt x="3967" y="3411"/>
                    <a:pt x="3810" y="3341"/>
                  </a:cubicBezTo>
                  <a:cubicBezTo>
                    <a:pt x="3643" y="3268"/>
                    <a:pt x="3476" y="3181"/>
                    <a:pt x="3309" y="3097"/>
                  </a:cubicBezTo>
                  <a:cubicBezTo>
                    <a:pt x="3155" y="3017"/>
                    <a:pt x="3002" y="2930"/>
                    <a:pt x="2839" y="2864"/>
                  </a:cubicBezTo>
                  <a:cubicBezTo>
                    <a:pt x="2787" y="2843"/>
                    <a:pt x="2727" y="2826"/>
                    <a:pt x="2668" y="2826"/>
                  </a:cubicBezTo>
                  <a:cubicBezTo>
                    <a:pt x="2616" y="2826"/>
                    <a:pt x="2570" y="2829"/>
                    <a:pt x="2522" y="2853"/>
                  </a:cubicBezTo>
                  <a:cubicBezTo>
                    <a:pt x="2501" y="2861"/>
                    <a:pt x="2477" y="2877"/>
                    <a:pt x="2459" y="2895"/>
                  </a:cubicBezTo>
                  <a:cubicBezTo>
                    <a:pt x="2424" y="2927"/>
                    <a:pt x="2403" y="2958"/>
                    <a:pt x="2382" y="3003"/>
                  </a:cubicBezTo>
                  <a:cubicBezTo>
                    <a:pt x="2345" y="3076"/>
                    <a:pt x="2310" y="3153"/>
                    <a:pt x="2275" y="3226"/>
                  </a:cubicBezTo>
                  <a:cubicBezTo>
                    <a:pt x="2194" y="3390"/>
                    <a:pt x="2118" y="3550"/>
                    <a:pt x="2035" y="3710"/>
                  </a:cubicBezTo>
                  <a:cubicBezTo>
                    <a:pt x="1996" y="3772"/>
                    <a:pt x="1961" y="3838"/>
                    <a:pt x="1923" y="3901"/>
                  </a:cubicBezTo>
                  <a:cubicBezTo>
                    <a:pt x="1889" y="3960"/>
                    <a:pt x="1843" y="4016"/>
                    <a:pt x="1794" y="4068"/>
                  </a:cubicBezTo>
                  <a:cubicBezTo>
                    <a:pt x="1756" y="4103"/>
                    <a:pt x="1718" y="4135"/>
                    <a:pt x="1676" y="4163"/>
                  </a:cubicBezTo>
                  <a:cubicBezTo>
                    <a:pt x="1659" y="4173"/>
                    <a:pt x="1641" y="4180"/>
                    <a:pt x="1624" y="4187"/>
                  </a:cubicBezTo>
                  <a:cubicBezTo>
                    <a:pt x="1617" y="4187"/>
                    <a:pt x="1614" y="4187"/>
                    <a:pt x="1606" y="4183"/>
                  </a:cubicBezTo>
                  <a:cubicBezTo>
                    <a:pt x="1585" y="4177"/>
                    <a:pt x="1564" y="4169"/>
                    <a:pt x="1543" y="4159"/>
                  </a:cubicBezTo>
                  <a:cubicBezTo>
                    <a:pt x="1460" y="4110"/>
                    <a:pt x="1387" y="4051"/>
                    <a:pt x="1314" y="3985"/>
                  </a:cubicBezTo>
                  <a:cubicBezTo>
                    <a:pt x="1293" y="3964"/>
                    <a:pt x="1275" y="3943"/>
                    <a:pt x="1258" y="3922"/>
                  </a:cubicBezTo>
                  <a:cubicBezTo>
                    <a:pt x="1258" y="3915"/>
                    <a:pt x="1258" y="3909"/>
                    <a:pt x="1262" y="3901"/>
                  </a:cubicBezTo>
                  <a:cubicBezTo>
                    <a:pt x="1307" y="3745"/>
                    <a:pt x="1384" y="3599"/>
                    <a:pt x="1457" y="3452"/>
                  </a:cubicBezTo>
                  <a:cubicBezTo>
                    <a:pt x="1540" y="3279"/>
                    <a:pt x="1624" y="3104"/>
                    <a:pt x="1707" y="2930"/>
                  </a:cubicBezTo>
                  <a:cubicBezTo>
                    <a:pt x="1746" y="2850"/>
                    <a:pt x="1784" y="2766"/>
                    <a:pt x="1823" y="2683"/>
                  </a:cubicBezTo>
                  <a:cubicBezTo>
                    <a:pt x="1839" y="2648"/>
                    <a:pt x="1853" y="2613"/>
                    <a:pt x="1868" y="2575"/>
                  </a:cubicBezTo>
                  <a:cubicBezTo>
                    <a:pt x="1881" y="2530"/>
                    <a:pt x="1895" y="2477"/>
                    <a:pt x="1889" y="2429"/>
                  </a:cubicBezTo>
                  <a:cubicBezTo>
                    <a:pt x="1878" y="2363"/>
                    <a:pt x="1843" y="2318"/>
                    <a:pt x="1794" y="2276"/>
                  </a:cubicBezTo>
                  <a:cubicBezTo>
                    <a:pt x="1735" y="2220"/>
                    <a:pt x="1659" y="2185"/>
                    <a:pt x="1589" y="2150"/>
                  </a:cubicBezTo>
                  <a:cubicBezTo>
                    <a:pt x="1582" y="2146"/>
                    <a:pt x="1572" y="2143"/>
                    <a:pt x="1564" y="2140"/>
                  </a:cubicBezTo>
                  <a:cubicBezTo>
                    <a:pt x="1488" y="2098"/>
                    <a:pt x="1408" y="2063"/>
                    <a:pt x="1328" y="2028"/>
                  </a:cubicBezTo>
                  <a:cubicBezTo>
                    <a:pt x="1233" y="1987"/>
                    <a:pt x="1140" y="1945"/>
                    <a:pt x="1042" y="1906"/>
                  </a:cubicBezTo>
                  <a:cubicBezTo>
                    <a:pt x="938" y="1865"/>
                    <a:pt x="841" y="1819"/>
                    <a:pt x="740" y="1767"/>
                  </a:cubicBezTo>
                  <a:cubicBezTo>
                    <a:pt x="624" y="1704"/>
                    <a:pt x="510" y="1635"/>
                    <a:pt x="409" y="1551"/>
                  </a:cubicBezTo>
                  <a:cubicBezTo>
                    <a:pt x="394" y="1537"/>
                    <a:pt x="384" y="1520"/>
                    <a:pt x="374" y="1506"/>
                  </a:cubicBezTo>
                  <a:cubicBezTo>
                    <a:pt x="370" y="1499"/>
                    <a:pt x="367" y="1495"/>
                    <a:pt x="367" y="1489"/>
                  </a:cubicBezTo>
                  <a:cubicBezTo>
                    <a:pt x="367" y="1474"/>
                    <a:pt x="370" y="1461"/>
                    <a:pt x="370" y="1447"/>
                  </a:cubicBezTo>
                  <a:cubicBezTo>
                    <a:pt x="384" y="1394"/>
                    <a:pt x="402" y="1346"/>
                    <a:pt x="423" y="1297"/>
                  </a:cubicBezTo>
                  <a:cubicBezTo>
                    <a:pt x="447" y="1259"/>
                    <a:pt x="471" y="1220"/>
                    <a:pt x="502" y="1185"/>
                  </a:cubicBezTo>
                  <a:cubicBezTo>
                    <a:pt x="523" y="1164"/>
                    <a:pt x="544" y="1148"/>
                    <a:pt x="565" y="1133"/>
                  </a:cubicBezTo>
                  <a:cubicBezTo>
                    <a:pt x="576" y="1130"/>
                    <a:pt x="582" y="1123"/>
                    <a:pt x="593" y="1119"/>
                  </a:cubicBezTo>
                  <a:cubicBezTo>
                    <a:pt x="600" y="1119"/>
                    <a:pt x="607" y="1123"/>
                    <a:pt x="611" y="1123"/>
                  </a:cubicBezTo>
                  <a:cubicBezTo>
                    <a:pt x="687" y="1143"/>
                    <a:pt x="760" y="1169"/>
                    <a:pt x="830" y="1193"/>
                  </a:cubicBezTo>
                  <a:cubicBezTo>
                    <a:pt x="920" y="1224"/>
                    <a:pt x="1011" y="1255"/>
                    <a:pt x="1098" y="1290"/>
                  </a:cubicBezTo>
                  <a:cubicBezTo>
                    <a:pt x="1209" y="1336"/>
                    <a:pt x="1317" y="1391"/>
                    <a:pt x="1426" y="1443"/>
                  </a:cubicBezTo>
                  <a:cubicBezTo>
                    <a:pt x="1484" y="1474"/>
                    <a:pt x="1543" y="1506"/>
                    <a:pt x="1603" y="1534"/>
                  </a:cubicBezTo>
                  <a:cubicBezTo>
                    <a:pt x="1686" y="1572"/>
                    <a:pt x="1770" y="1611"/>
                    <a:pt x="1853" y="1642"/>
                  </a:cubicBezTo>
                  <a:cubicBezTo>
                    <a:pt x="1892" y="1659"/>
                    <a:pt x="1934" y="1673"/>
                    <a:pt x="1972" y="1683"/>
                  </a:cubicBezTo>
                  <a:cubicBezTo>
                    <a:pt x="2024" y="1694"/>
                    <a:pt x="2073" y="1708"/>
                    <a:pt x="2125" y="1708"/>
                  </a:cubicBezTo>
                  <a:cubicBezTo>
                    <a:pt x="2131" y="1708"/>
                    <a:pt x="2137" y="1708"/>
                    <a:pt x="2143" y="1708"/>
                  </a:cubicBezTo>
                  <a:cubicBezTo>
                    <a:pt x="2211" y="1708"/>
                    <a:pt x="2282" y="1686"/>
                    <a:pt x="2331" y="1638"/>
                  </a:cubicBezTo>
                  <a:cubicBezTo>
                    <a:pt x="2366" y="1603"/>
                    <a:pt x="2379" y="1582"/>
                    <a:pt x="2400" y="1540"/>
                  </a:cubicBezTo>
                  <a:cubicBezTo>
                    <a:pt x="2407" y="1527"/>
                    <a:pt x="2411" y="1513"/>
                    <a:pt x="2417" y="1499"/>
                  </a:cubicBezTo>
                  <a:cubicBezTo>
                    <a:pt x="2424" y="1478"/>
                    <a:pt x="2432" y="1457"/>
                    <a:pt x="2438" y="1440"/>
                  </a:cubicBezTo>
                  <a:cubicBezTo>
                    <a:pt x="2456" y="1398"/>
                    <a:pt x="2470" y="1360"/>
                    <a:pt x="2487" y="1318"/>
                  </a:cubicBezTo>
                  <a:cubicBezTo>
                    <a:pt x="2522" y="1235"/>
                    <a:pt x="2560" y="1151"/>
                    <a:pt x="2595" y="1067"/>
                  </a:cubicBezTo>
                  <a:cubicBezTo>
                    <a:pt x="2651" y="949"/>
                    <a:pt x="2703" y="830"/>
                    <a:pt x="2763" y="716"/>
                  </a:cubicBezTo>
                  <a:cubicBezTo>
                    <a:pt x="2821" y="611"/>
                    <a:pt x="2880" y="507"/>
                    <a:pt x="2957" y="416"/>
                  </a:cubicBezTo>
                  <a:cubicBezTo>
                    <a:pt x="2975" y="399"/>
                    <a:pt x="2992" y="385"/>
                    <a:pt x="3009" y="371"/>
                  </a:cubicBezTo>
                  <a:cubicBezTo>
                    <a:pt x="3017" y="367"/>
                    <a:pt x="3020" y="367"/>
                    <a:pt x="3023" y="364"/>
                  </a:cubicBezTo>
                  <a:cubicBezTo>
                    <a:pt x="3030" y="364"/>
                    <a:pt x="3034" y="364"/>
                    <a:pt x="3041" y="360"/>
                  </a:cubicBezTo>
                  <a:close/>
                  <a:moveTo>
                    <a:pt x="3054" y="0"/>
                  </a:moveTo>
                  <a:cubicBezTo>
                    <a:pt x="3038" y="0"/>
                    <a:pt x="3022" y="1"/>
                    <a:pt x="3006" y="2"/>
                  </a:cubicBezTo>
                  <a:cubicBezTo>
                    <a:pt x="2909" y="9"/>
                    <a:pt x="2821" y="50"/>
                    <a:pt x="2748" y="113"/>
                  </a:cubicBezTo>
                  <a:cubicBezTo>
                    <a:pt x="2658" y="190"/>
                    <a:pt x="2595" y="291"/>
                    <a:pt x="2533" y="391"/>
                  </a:cubicBezTo>
                  <a:cubicBezTo>
                    <a:pt x="2487" y="462"/>
                    <a:pt x="2449" y="538"/>
                    <a:pt x="2407" y="611"/>
                  </a:cubicBezTo>
                  <a:cubicBezTo>
                    <a:pt x="2372" y="681"/>
                    <a:pt x="2341" y="751"/>
                    <a:pt x="2310" y="820"/>
                  </a:cubicBezTo>
                  <a:cubicBezTo>
                    <a:pt x="2282" y="883"/>
                    <a:pt x="2254" y="949"/>
                    <a:pt x="2223" y="1011"/>
                  </a:cubicBezTo>
                  <a:cubicBezTo>
                    <a:pt x="2194" y="1077"/>
                    <a:pt x="2167" y="1143"/>
                    <a:pt x="2139" y="1210"/>
                  </a:cubicBezTo>
                  <a:cubicBezTo>
                    <a:pt x="2122" y="1252"/>
                    <a:pt x="2107" y="1297"/>
                    <a:pt x="2090" y="1339"/>
                  </a:cubicBezTo>
                  <a:cubicBezTo>
                    <a:pt x="2014" y="1318"/>
                    <a:pt x="1944" y="1286"/>
                    <a:pt x="1871" y="1255"/>
                  </a:cubicBezTo>
                  <a:cubicBezTo>
                    <a:pt x="1784" y="1217"/>
                    <a:pt x="1701" y="1179"/>
                    <a:pt x="1617" y="1137"/>
                  </a:cubicBezTo>
                  <a:cubicBezTo>
                    <a:pt x="1537" y="1098"/>
                    <a:pt x="1457" y="1057"/>
                    <a:pt x="1376" y="1015"/>
                  </a:cubicBezTo>
                  <a:cubicBezTo>
                    <a:pt x="1289" y="976"/>
                    <a:pt x="1199" y="939"/>
                    <a:pt x="1108" y="907"/>
                  </a:cubicBezTo>
                  <a:cubicBezTo>
                    <a:pt x="1021" y="876"/>
                    <a:pt x="938" y="848"/>
                    <a:pt x="854" y="817"/>
                  </a:cubicBezTo>
                  <a:cubicBezTo>
                    <a:pt x="812" y="806"/>
                    <a:pt x="770" y="788"/>
                    <a:pt x="732" y="782"/>
                  </a:cubicBezTo>
                  <a:cubicBezTo>
                    <a:pt x="680" y="769"/>
                    <a:pt x="629" y="757"/>
                    <a:pt x="574" y="757"/>
                  </a:cubicBezTo>
                  <a:cubicBezTo>
                    <a:pt x="568" y="757"/>
                    <a:pt x="561" y="757"/>
                    <a:pt x="555" y="757"/>
                  </a:cubicBezTo>
                  <a:cubicBezTo>
                    <a:pt x="486" y="767"/>
                    <a:pt x="419" y="796"/>
                    <a:pt x="360" y="834"/>
                  </a:cubicBezTo>
                  <a:cubicBezTo>
                    <a:pt x="224" y="925"/>
                    <a:pt x="120" y="1067"/>
                    <a:pt x="60" y="1217"/>
                  </a:cubicBezTo>
                  <a:cubicBezTo>
                    <a:pt x="39" y="1273"/>
                    <a:pt x="26" y="1331"/>
                    <a:pt x="15" y="1387"/>
                  </a:cubicBezTo>
                  <a:cubicBezTo>
                    <a:pt x="8" y="1419"/>
                    <a:pt x="1" y="1447"/>
                    <a:pt x="1" y="1474"/>
                  </a:cubicBezTo>
                  <a:cubicBezTo>
                    <a:pt x="1" y="1545"/>
                    <a:pt x="18" y="1607"/>
                    <a:pt x="47" y="1666"/>
                  </a:cubicBezTo>
                  <a:cubicBezTo>
                    <a:pt x="99" y="1774"/>
                    <a:pt x="196" y="1850"/>
                    <a:pt x="293" y="1916"/>
                  </a:cubicBezTo>
                  <a:cubicBezTo>
                    <a:pt x="346" y="1955"/>
                    <a:pt x="402" y="1990"/>
                    <a:pt x="457" y="2021"/>
                  </a:cubicBezTo>
                  <a:cubicBezTo>
                    <a:pt x="582" y="2098"/>
                    <a:pt x="715" y="2164"/>
                    <a:pt x="847" y="2220"/>
                  </a:cubicBezTo>
                  <a:cubicBezTo>
                    <a:pt x="958" y="2268"/>
                    <a:pt x="1070" y="2310"/>
                    <a:pt x="1182" y="2359"/>
                  </a:cubicBezTo>
                  <a:cubicBezTo>
                    <a:pt x="1283" y="2404"/>
                    <a:pt x="1384" y="2450"/>
                    <a:pt x="1481" y="2498"/>
                  </a:cubicBezTo>
                  <a:cubicBezTo>
                    <a:pt x="1488" y="2506"/>
                    <a:pt x="1495" y="2509"/>
                    <a:pt x="1502" y="2512"/>
                  </a:cubicBezTo>
                  <a:cubicBezTo>
                    <a:pt x="1481" y="2564"/>
                    <a:pt x="1457" y="2613"/>
                    <a:pt x="1436" y="2662"/>
                  </a:cubicBezTo>
                  <a:cubicBezTo>
                    <a:pt x="1394" y="2749"/>
                    <a:pt x="1352" y="2832"/>
                    <a:pt x="1314" y="2919"/>
                  </a:cubicBezTo>
                  <a:cubicBezTo>
                    <a:pt x="1230" y="3090"/>
                    <a:pt x="1146" y="3258"/>
                    <a:pt x="1066" y="3428"/>
                  </a:cubicBezTo>
                  <a:cubicBezTo>
                    <a:pt x="1029" y="3504"/>
                    <a:pt x="990" y="3581"/>
                    <a:pt x="958" y="3661"/>
                  </a:cubicBezTo>
                  <a:cubicBezTo>
                    <a:pt x="941" y="3700"/>
                    <a:pt x="931" y="3734"/>
                    <a:pt x="920" y="3772"/>
                  </a:cubicBezTo>
                  <a:cubicBezTo>
                    <a:pt x="910" y="3807"/>
                    <a:pt x="903" y="3838"/>
                    <a:pt x="896" y="3873"/>
                  </a:cubicBezTo>
                  <a:cubicBezTo>
                    <a:pt x="889" y="3901"/>
                    <a:pt x="889" y="3939"/>
                    <a:pt x="892" y="3971"/>
                  </a:cubicBezTo>
                  <a:cubicBezTo>
                    <a:pt x="899" y="4023"/>
                    <a:pt x="917" y="4061"/>
                    <a:pt x="945" y="4107"/>
                  </a:cubicBezTo>
                  <a:cubicBezTo>
                    <a:pt x="1004" y="4204"/>
                    <a:pt x="1098" y="4281"/>
                    <a:pt x="1185" y="4354"/>
                  </a:cubicBezTo>
                  <a:cubicBezTo>
                    <a:pt x="1220" y="4382"/>
                    <a:pt x="1254" y="4402"/>
                    <a:pt x="1289" y="4427"/>
                  </a:cubicBezTo>
                  <a:cubicBezTo>
                    <a:pt x="1355" y="4473"/>
                    <a:pt x="1429" y="4514"/>
                    <a:pt x="1505" y="4532"/>
                  </a:cubicBezTo>
                  <a:cubicBezTo>
                    <a:pt x="1540" y="4542"/>
                    <a:pt x="1572" y="4549"/>
                    <a:pt x="1609" y="4549"/>
                  </a:cubicBezTo>
                  <a:cubicBezTo>
                    <a:pt x="1618" y="4549"/>
                    <a:pt x="1626" y="4550"/>
                    <a:pt x="1634" y="4550"/>
                  </a:cubicBezTo>
                  <a:cubicBezTo>
                    <a:pt x="1672" y="4550"/>
                    <a:pt x="1709" y="4542"/>
                    <a:pt x="1746" y="4528"/>
                  </a:cubicBezTo>
                  <a:cubicBezTo>
                    <a:pt x="1843" y="4494"/>
                    <a:pt x="1930" y="4434"/>
                    <a:pt x="2006" y="4365"/>
                  </a:cubicBezTo>
                  <a:cubicBezTo>
                    <a:pt x="2073" y="4309"/>
                    <a:pt x="2128" y="4239"/>
                    <a:pt x="2181" y="4173"/>
                  </a:cubicBezTo>
                  <a:cubicBezTo>
                    <a:pt x="2219" y="4121"/>
                    <a:pt x="2250" y="4061"/>
                    <a:pt x="2282" y="4006"/>
                  </a:cubicBezTo>
                  <a:cubicBezTo>
                    <a:pt x="2320" y="3936"/>
                    <a:pt x="2358" y="3867"/>
                    <a:pt x="2393" y="3797"/>
                  </a:cubicBezTo>
                  <a:cubicBezTo>
                    <a:pt x="2453" y="3685"/>
                    <a:pt x="2508" y="3571"/>
                    <a:pt x="2564" y="3456"/>
                  </a:cubicBezTo>
                  <a:cubicBezTo>
                    <a:pt x="2605" y="3369"/>
                    <a:pt x="2647" y="3282"/>
                    <a:pt x="2689" y="3195"/>
                  </a:cubicBezTo>
                  <a:cubicBezTo>
                    <a:pt x="2748" y="3219"/>
                    <a:pt x="2808" y="3247"/>
                    <a:pt x="2867" y="3274"/>
                  </a:cubicBezTo>
                  <a:cubicBezTo>
                    <a:pt x="2946" y="3309"/>
                    <a:pt x="3023" y="3351"/>
                    <a:pt x="3100" y="3393"/>
                  </a:cubicBezTo>
                  <a:cubicBezTo>
                    <a:pt x="3267" y="3480"/>
                    <a:pt x="3434" y="3563"/>
                    <a:pt x="3602" y="3644"/>
                  </a:cubicBezTo>
                  <a:cubicBezTo>
                    <a:pt x="3765" y="3721"/>
                    <a:pt x="3932" y="3780"/>
                    <a:pt x="4103" y="3825"/>
                  </a:cubicBezTo>
                  <a:cubicBezTo>
                    <a:pt x="4155" y="3838"/>
                    <a:pt x="4204" y="3849"/>
                    <a:pt x="4256" y="3863"/>
                  </a:cubicBezTo>
                  <a:cubicBezTo>
                    <a:pt x="4277" y="3867"/>
                    <a:pt x="4301" y="3870"/>
                    <a:pt x="4322" y="3873"/>
                  </a:cubicBezTo>
                  <a:cubicBezTo>
                    <a:pt x="4353" y="3880"/>
                    <a:pt x="4385" y="3884"/>
                    <a:pt x="4417" y="3884"/>
                  </a:cubicBezTo>
                  <a:cubicBezTo>
                    <a:pt x="4435" y="3884"/>
                    <a:pt x="4454" y="3883"/>
                    <a:pt x="4471" y="3880"/>
                  </a:cubicBezTo>
                  <a:cubicBezTo>
                    <a:pt x="4503" y="3873"/>
                    <a:pt x="4538" y="3870"/>
                    <a:pt x="4569" y="3856"/>
                  </a:cubicBezTo>
                  <a:cubicBezTo>
                    <a:pt x="4601" y="3843"/>
                    <a:pt x="4629" y="3825"/>
                    <a:pt x="4659" y="3804"/>
                  </a:cubicBezTo>
                  <a:cubicBezTo>
                    <a:pt x="4688" y="3787"/>
                    <a:pt x="4715" y="3755"/>
                    <a:pt x="4740" y="3731"/>
                  </a:cubicBezTo>
                  <a:cubicBezTo>
                    <a:pt x="4757" y="3710"/>
                    <a:pt x="4775" y="3692"/>
                    <a:pt x="4789" y="3671"/>
                  </a:cubicBezTo>
                  <a:cubicBezTo>
                    <a:pt x="4806" y="3640"/>
                    <a:pt x="4823" y="3609"/>
                    <a:pt x="4837" y="3578"/>
                  </a:cubicBezTo>
                  <a:cubicBezTo>
                    <a:pt x="4865" y="3525"/>
                    <a:pt x="4883" y="3473"/>
                    <a:pt x="4893" y="3417"/>
                  </a:cubicBezTo>
                  <a:cubicBezTo>
                    <a:pt x="4918" y="3289"/>
                    <a:pt x="4907" y="3160"/>
                    <a:pt x="4852" y="3038"/>
                  </a:cubicBezTo>
                  <a:cubicBezTo>
                    <a:pt x="4817" y="2954"/>
                    <a:pt x="4757" y="2877"/>
                    <a:pt x="4691" y="2815"/>
                  </a:cubicBezTo>
                  <a:cubicBezTo>
                    <a:pt x="4587" y="2714"/>
                    <a:pt x="4476" y="2617"/>
                    <a:pt x="4354" y="2536"/>
                  </a:cubicBezTo>
                  <a:cubicBezTo>
                    <a:pt x="4235" y="2456"/>
                    <a:pt x="4113" y="2384"/>
                    <a:pt x="3991" y="2313"/>
                  </a:cubicBezTo>
                  <a:cubicBezTo>
                    <a:pt x="3862" y="2244"/>
                    <a:pt x="3730" y="2175"/>
                    <a:pt x="3602" y="2109"/>
                  </a:cubicBezTo>
                  <a:cubicBezTo>
                    <a:pt x="3594" y="2101"/>
                    <a:pt x="3587" y="2098"/>
                    <a:pt x="3577" y="2094"/>
                  </a:cubicBezTo>
                  <a:cubicBezTo>
                    <a:pt x="3566" y="2084"/>
                    <a:pt x="3552" y="2077"/>
                    <a:pt x="3539" y="2074"/>
                  </a:cubicBezTo>
                  <a:cubicBezTo>
                    <a:pt x="3528" y="2067"/>
                    <a:pt x="3521" y="2059"/>
                    <a:pt x="3510" y="2056"/>
                  </a:cubicBezTo>
                  <a:cubicBezTo>
                    <a:pt x="3497" y="2049"/>
                    <a:pt x="3483" y="2042"/>
                    <a:pt x="3469" y="2035"/>
                  </a:cubicBezTo>
                  <a:cubicBezTo>
                    <a:pt x="3441" y="2021"/>
                    <a:pt x="3414" y="2008"/>
                    <a:pt x="3389" y="1993"/>
                  </a:cubicBezTo>
                  <a:cubicBezTo>
                    <a:pt x="3333" y="1962"/>
                    <a:pt x="3277" y="1931"/>
                    <a:pt x="3229" y="1889"/>
                  </a:cubicBezTo>
                  <a:cubicBezTo>
                    <a:pt x="3226" y="1889"/>
                    <a:pt x="3226" y="1886"/>
                    <a:pt x="3222" y="1886"/>
                  </a:cubicBezTo>
                  <a:cubicBezTo>
                    <a:pt x="3222" y="1879"/>
                    <a:pt x="3222" y="1871"/>
                    <a:pt x="3218" y="1868"/>
                  </a:cubicBezTo>
                  <a:cubicBezTo>
                    <a:pt x="3222" y="1847"/>
                    <a:pt x="3222" y="1830"/>
                    <a:pt x="3226" y="1809"/>
                  </a:cubicBezTo>
                  <a:cubicBezTo>
                    <a:pt x="3246" y="1746"/>
                    <a:pt x="3274" y="1683"/>
                    <a:pt x="3306" y="1624"/>
                  </a:cubicBezTo>
                  <a:cubicBezTo>
                    <a:pt x="3414" y="1426"/>
                    <a:pt x="3536" y="1235"/>
                    <a:pt x="3643" y="1036"/>
                  </a:cubicBezTo>
                  <a:lnTo>
                    <a:pt x="3643" y="1036"/>
                  </a:lnTo>
                  <a:cubicBezTo>
                    <a:pt x="3642" y="1038"/>
                    <a:pt x="3642" y="1040"/>
                    <a:pt x="3641" y="1041"/>
                  </a:cubicBezTo>
                  <a:lnTo>
                    <a:pt x="3641" y="1041"/>
                  </a:lnTo>
                  <a:cubicBezTo>
                    <a:pt x="3701" y="928"/>
                    <a:pt x="3770" y="811"/>
                    <a:pt x="3807" y="684"/>
                  </a:cubicBezTo>
                  <a:cubicBezTo>
                    <a:pt x="3817" y="646"/>
                    <a:pt x="3828" y="604"/>
                    <a:pt x="3831" y="563"/>
                  </a:cubicBezTo>
                  <a:cubicBezTo>
                    <a:pt x="3835" y="489"/>
                    <a:pt x="3814" y="423"/>
                    <a:pt x="3772" y="364"/>
                  </a:cubicBezTo>
                  <a:cubicBezTo>
                    <a:pt x="3754" y="333"/>
                    <a:pt x="3727" y="308"/>
                    <a:pt x="3703" y="284"/>
                  </a:cubicBezTo>
                  <a:cubicBezTo>
                    <a:pt x="3688" y="263"/>
                    <a:pt x="3674" y="245"/>
                    <a:pt x="3653" y="232"/>
                  </a:cubicBezTo>
                  <a:cubicBezTo>
                    <a:pt x="3629" y="214"/>
                    <a:pt x="3602" y="203"/>
                    <a:pt x="3573" y="200"/>
                  </a:cubicBezTo>
                  <a:cubicBezTo>
                    <a:pt x="3556" y="182"/>
                    <a:pt x="3536" y="169"/>
                    <a:pt x="3510" y="158"/>
                  </a:cubicBezTo>
                  <a:cubicBezTo>
                    <a:pt x="3469" y="137"/>
                    <a:pt x="3431" y="116"/>
                    <a:pt x="3389" y="96"/>
                  </a:cubicBezTo>
                  <a:cubicBezTo>
                    <a:pt x="3354" y="78"/>
                    <a:pt x="3319" y="65"/>
                    <a:pt x="3281" y="47"/>
                  </a:cubicBezTo>
                  <a:cubicBezTo>
                    <a:pt x="3209" y="15"/>
                    <a:pt x="3132" y="0"/>
                    <a:pt x="30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3"/>
            <p:cNvSpPr/>
            <p:nvPr/>
          </p:nvSpPr>
          <p:spPr>
            <a:xfrm rot="-1095165">
              <a:off x="6300558" y="1110308"/>
              <a:ext cx="146900" cy="100662"/>
            </a:xfrm>
            <a:custGeom>
              <a:rect b="b" l="l" r="r" t="t"/>
              <a:pathLst>
                <a:path extrusionOk="0" h="2484" w="3625">
                  <a:moveTo>
                    <a:pt x="1097" y="1"/>
                  </a:moveTo>
                  <a:cubicBezTo>
                    <a:pt x="1017" y="1"/>
                    <a:pt x="938" y="8"/>
                    <a:pt x="861" y="25"/>
                  </a:cubicBezTo>
                  <a:cubicBezTo>
                    <a:pt x="773" y="42"/>
                    <a:pt x="679" y="67"/>
                    <a:pt x="603" y="108"/>
                  </a:cubicBezTo>
                  <a:cubicBezTo>
                    <a:pt x="533" y="147"/>
                    <a:pt x="464" y="189"/>
                    <a:pt x="411" y="244"/>
                  </a:cubicBezTo>
                  <a:cubicBezTo>
                    <a:pt x="369" y="285"/>
                    <a:pt x="328" y="331"/>
                    <a:pt x="292" y="377"/>
                  </a:cubicBezTo>
                  <a:cubicBezTo>
                    <a:pt x="188" y="519"/>
                    <a:pt x="104" y="679"/>
                    <a:pt x="21" y="836"/>
                  </a:cubicBezTo>
                  <a:cubicBezTo>
                    <a:pt x="0" y="874"/>
                    <a:pt x="8" y="933"/>
                    <a:pt x="25" y="972"/>
                  </a:cubicBezTo>
                  <a:cubicBezTo>
                    <a:pt x="46" y="1017"/>
                    <a:pt x="84" y="1052"/>
                    <a:pt x="130" y="1069"/>
                  </a:cubicBezTo>
                  <a:cubicBezTo>
                    <a:pt x="148" y="1077"/>
                    <a:pt x="169" y="1081"/>
                    <a:pt x="190" y="1081"/>
                  </a:cubicBezTo>
                  <a:cubicBezTo>
                    <a:pt x="216" y="1081"/>
                    <a:pt x="242" y="1075"/>
                    <a:pt x="265" y="1066"/>
                  </a:cubicBezTo>
                  <a:cubicBezTo>
                    <a:pt x="279" y="1055"/>
                    <a:pt x="292" y="1048"/>
                    <a:pt x="307" y="1041"/>
                  </a:cubicBezTo>
                  <a:cubicBezTo>
                    <a:pt x="331" y="1020"/>
                    <a:pt x="348" y="992"/>
                    <a:pt x="363" y="961"/>
                  </a:cubicBezTo>
                  <a:cubicBezTo>
                    <a:pt x="366" y="951"/>
                    <a:pt x="373" y="941"/>
                    <a:pt x="380" y="930"/>
                  </a:cubicBezTo>
                  <a:cubicBezTo>
                    <a:pt x="456" y="787"/>
                    <a:pt x="536" y="651"/>
                    <a:pt x="641" y="526"/>
                  </a:cubicBezTo>
                  <a:cubicBezTo>
                    <a:pt x="665" y="498"/>
                    <a:pt x="694" y="473"/>
                    <a:pt x="728" y="453"/>
                  </a:cubicBezTo>
                  <a:cubicBezTo>
                    <a:pt x="763" y="432"/>
                    <a:pt x="801" y="414"/>
                    <a:pt x="843" y="401"/>
                  </a:cubicBezTo>
                  <a:cubicBezTo>
                    <a:pt x="919" y="380"/>
                    <a:pt x="993" y="369"/>
                    <a:pt x="1070" y="362"/>
                  </a:cubicBezTo>
                  <a:cubicBezTo>
                    <a:pt x="1125" y="362"/>
                    <a:pt x="1177" y="366"/>
                    <a:pt x="1233" y="372"/>
                  </a:cubicBezTo>
                  <a:cubicBezTo>
                    <a:pt x="1285" y="380"/>
                    <a:pt x="1334" y="390"/>
                    <a:pt x="1383" y="401"/>
                  </a:cubicBezTo>
                  <a:cubicBezTo>
                    <a:pt x="1515" y="432"/>
                    <a:pt x="1644" y="470"/>
                    <a:pt x="1772" y="512"/>
                  </a:cubicBezTo>
                  <a:cubicBezTo>
                    <a:pt x="1905" y="554"/>
                    <a:pt x="2031" y="613"/>
                    <a:pt x="2156" y="669"/>
                  </a:cubicBezTo>
                  <a:cubicBezTo>
                    <a:pt x="2392" y="780"/>
                    <a:pt x="2629" y="899"/>
                    <a:pt x="2862" y="1020"/>
                  </a:cubicBezTo>
                  <a:cubicBezTo>
                    <a:pt x="2946" y="1066"/>
                    <a:pt x="3029" y="1118"/>
                    <a:pt x="3103" y="1180"/>
                  </a:cubicBezTo>
                  <a:cubicBezTo>
                    <a:pt x="3134" y="1216"/>
                    <a:pt x="3162" y="1250"/>
                    <a:pt x="3186" y="1288"/>
                  </a:cubicBezTo>
                  <a:cubicBezTo>
                    <a:pt x="3204" y="1323"/>
                    <a:pt x="3221" y="1362"/>
                    <a:pt x="3231" y="1396"/>
                  </a:cubicBezTo>
                  <a:cubicBezTo>
                    <a:pt x="3242" y="1434"/>
                    <a:pt x="3246" y="1473"/>
                    <a:pt x="3249" y="1511"/>
                  </a:cubicBezTo>
                  <a:cubicBezTo>
                    <a:pt x="3249" y="1592"/>
                    <a:pt x="3238" y="1668"/>
                    <a:pt x="3221" y="1748"/>
                  </a:cubicBezTo>
                  <a:cubicBezTo>
                    <a:pt x="3175" y="1918"/>
                    <a:pt x="3092" y="2079"/>
                    <a:pt x="3016" y="2239"/>
                  </a:cubicBezTo>
                  <a:cubicBezTo>
                    <a:pt x="2998" y="2278"/>
                    <a:pt x="3002" y="2336"/>
                    <a:pt x="3019" y="2375"/>
                  </a:cubicBezTo>
                  <a:cubicBezTo>
                    <a:pt x="3040" y="2420"/>
                    <a:pt x="3078" y="2455"/>
                    <a:pt x="3124" y="2472"/>
                  </a:cubicBezTo>
                  <a:cubicBezTo>
                    <a:pt x="3143" y="2480"/>
                    <a:pt x="3163" y="2484"/>
                    <a:pt x="3185" y="2484"/>
                  </a:cubicBezTo>
                  <a:cubicBezTo>
                    <a:pt x="3210" y="2484"/>
                    <a:pt x="3236" y="2479"/>
                    <a:pt x="3259" y="2469"/>
                  </a:cubicBezTo>
                  <a:cubicBezTo>
                    <a:pt x="3308" y="2448"/>
                    <a:pt x="3336" y="2410"/>
                    <a:pt x="3357" y="2365"/>
                  </a:cubicBezTo>
                  <a:cubicBezTo>
                    <a:pt x="3426" y="2218"/>
                    <a:pt x="3503" y="2069"/>
                    <a:pt x="3551" y="1912"/>
                  </a:cubicBezTo>
                  <a:cubicBezTo>
                    <a:pt x="3580" y="1818"/>
                    <a:pt x="3597" y="1717"/>
                    <a:pt x="3607" y="1616"/>
                  </a:cubicBezTo>
                  <a:cubicBezTo>
                    <a:pt x="3625" y="1459"/>
                    <a:pt x="3593" y="1296"/>
                    <a:pt x="3524" y="1153"/>
                  </a:cubicBezTo>
                  <a:cubicBezTo>
                    <a:pt x="3506" y="1114"/>
                    <a:pt x="3482" y="1079"/>
                    <a:pt x="3461" y="1048"/>
                  </a:cubicBezTo>
                  <a:cubicBezTo>
                    <a:pt x="3437" y="1013"/>
                    <a:pt x="3413" y="982"/>
                    <a:pt x="3384" y="951"/>
                  </a:cubicBezTo>
                  <a:cubicBezTo>
                    <a:pt x="3339" y="902"/>
                    <a:pt x="3284" y="857"/>
                    <a:pt x="3228" y="819"/>
                  </a:cubicBezTo>
                  <a:cubicBezTo>
                    <a:pt x="3144" y="759"/>
                    <a:pt x="3054" y="711"/>
                    <a:pt x="2960" y="665"/>
                  </a:cubicBezTo>
                  <a:cubicBezTo>
                    <a:pt x="2810" y="585"/>
                    <a:pt x="2657" y="509"/>
                    <a:pt x="2504" y="432"/>
                  </a:cubicBezTo>
                  <a:cubicBezTo>
                    <a:pt x="2494" y="428"/>
                    <a:pt x="2483" y="425"/>
                    <a:pt x="2476" y="422"/>
                  </a:cubicBezTo>
                  <a:cubicBezTo>
                    <a:pt x="2316" y="341"/>
                    <a:pt x="2156" y="265"/>
                    <a:pt x="1989" y="202"/>
                  </a:cubicBezTo>
                  <a:cubicBezTo>
                    <a:pt x="1801" y="133"/>
                    <a:pt x="1609" y="80"/>
                    <a:pt x="1414" y="38"/>
                  </a:cubicBezTo>
                  <a:cubicBezTo>
                    <a:pt x="1310" y="14"/>
                    <a:pt x="1203" y="1"/>
                    <a:pt x="1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3"/>
            <p:cNvSpPr/>
            <p:nvPr/>
          </p:nvSpPr>
          <p:spPr>
            <a:xfrm rot="-1095165">
              <a:off x="6275534" y="1087836"/>
              <a:ext cx="198446" cy="137984"/>
            </a:xfrm>
            <a:custGeom>
              <a:rect b="b" l="l" r="r" t="t"/>
              <a:pathLst>
                <a:path extrusionOk="0" h="3405" w="4897">
                  <a:moveTo>
                    <a:pt x="1553" y="0"/>
                  </a:moveTo>
                  <a:cubicBezTo>
                    <a:pt x="1534" y="0"/>
                    <a:pt x="1514" y="1"/>
                    <a:pt x="1495" y="1"/>
                  </a:cubicBezTo>
                  <a:cubicBezTo>
                    <a:pt x="1408" y="5"/>
                    <a:pt x="1314" y="8"/>
                    <a:pt x="1227" y="29"/>
                  </a:cubicBezTo>
                  <a:cubicBezTo>
                    <a:pt x="1129" y="50"/>
                    <a:pt x="1032" y="81"/>
                    <a:pt x="937" y="123"/>
                  </a:cubicBezTo>
                  <a:cubicBezTo>
                    <a:pt x="844" y="168"/>
                    <a:pt x="749" y="217"/>
                    <a:pt x="669" y="280"/>
                  </a:cubicBezTo>
                  <a:cubicBezTo>
                    <a:pt x="531" y="387"/>
                    <a:pt x="415" y="530"/>
                    <a:pt x="314" y="673"/>
                  </a:cubicBezTo>
                  <a:cubicBezTo>
                    <a:pt x="210" y="823"/>
                    <a:pt x="126" y="983"/>
                    <a:pt x="39" y="1143"/>
                  </a:cubicBezTo>
                  <a:cubicBezTo>
                    <a:pt x="32" y="1157"/>
                    <a:pt x="22" y="1171"/>
                    <a:pt x="15" y="1185"/>
                  </a:cubicBezTo>
                  <a:cubicBezTo>
                    <a:pt x="4" y="1216"/>
                    <a:pt x="1" y="1244"/>
                    <a:pt x="8" y="1276"/>
                  </a:cubicBezTo>
                  <a:cubicBezTo>
                    <a:pt x="15" y="1324"/>
                    <a:pt x="39" y="1366"/>
                    <a:pt x="78" y="1394"/>
                  </a:cubicBezTo>
                  <a:cubicBezTo>
                    <a:pt x="111" y="1419"/>
                    <a:pt x="149" y="1431"/>
                    <a:pt x="186" y="1431"/>
                  </a:cubicBezTo>
                  <a:cubicBezTo>
                    <a:pt x="195" y="1431"/>
                    <a:pt x="204" y="1430"/>
                    <a:pt x="213" y="1429"/>
                  </a:cubicBezTo>
                  <a:cubicBezTo>
                    <a:pt x="255" y="1422"/>
                    <a:pt x="311" y="1394"/>
                    <a:pt x="332" y="1355"/>
                  </a:cubicBezTo>
                  <a:cubicBezTo>
                    <a:pt x="405" y="1223"/>
                    <a:pt x="475" y="1094"/>
                    <a:pt x="555" y="969"/>
                  </a:cubicBezTo>
                  <a:cubicBezTo>
                    <a:pt x="621" y="858"/>
                    <a:pt x="701" y="757"/>
                    <a:pt x="788" y="659"/>
                  </a:cubicBezTo>
                  <a:cubicBezTo>
                    <a:pt x="844" y="607"/>
                    <a:pt x="899" y="558"/>
                    <a:pt x="965" y="516"/>
                  </a:cubicBezTo>
                  <a:cubicBezTo>
                    <a:pt x="1056" y="468"/>
                    <a:pt x="1150" y="426"/>
                    <a:pt x="1244" y="394"/>
                  </a:cubicBezTo>
                  <a:cubicBezTo>
                    <a:pt x="1338" y="373"/>
                    <a:pt x="1436" y="367"/>
                    <a:pt x="1529" y="360"/>
                  </a:cubicBezTo>
                  <a:cubicBezTo>
                    <a:pt x="1662" y="363"/>
                    <a:pt x="1797" y="377"/>
                    <a:pt x="1926" y="398"/>
                  </a:cubicBezTo>
                  <a:cubicBezTo>
                    <a:pt x="1958" y="402"/>
                    <a:pt x="1985" y="408"/>
                    <a:pt x="2014" y="415"/>
                  </a:cubicBezTo>
                  <a:lnTo>
                    <a:pt x="2020" y="415"/>
                  </a:lnTo>
                  <a:cubicBezTo>
                    <a:pt x="2030" y="419"/>
                    <a:pt x="2041" y="423"/>
                    <a:pt x="2056" y="423"/>
                  </a:cubicBezTo>
                  <a:cubicBezTo>
                    <a:pt x="2056" y="426"/>
                    <a:pt x="2059" y="426"/>
                    <a:pt x="2062" y="426"/>
                  </a:cubicBezTo>
                  <a:cubicBezTo>
                    <a:pt x="2205" y="461"/>
                    <a:pt x="2344" y="492"/>
                    <a:pt x="2483" y="537"/>
                  </a:cubicBezTo>
                  <a:cubicBezTo>
                    <a:pt x="2633" y="582"/>
                    <a:pt x="2779" y="638"/>
                    <a:pt x="2922" y="701"/>
                  </a:cubicBezTo>
                  <a:cubicBezTo>
                    <a:pt x="3068" y="760"/>
                    <a:pt x="3211" y="826"/>
                    <a:pt x="3354" y="892"/>
                  </a:cubicBezTo>
                  <a:cubicBezTo>
                    <a:pt x="3489" y="958"/>
                    <a:pt x="3626" y="1021"/>
                    <a:pt x="3761" y="1091"/>
                  </a:cubicBezTo>
                  <a:cubicBezTo>
                    <a:pt x="3922" y="1181"/>
                    <a:pt x="4078" y="1286"/>
                    <a:pt x="4217" y="1408"/>
                  </a:cubicBezTo>
                  <a:cubicBezTo>
                    <a:pt x="4298" y="1491"/>
                    <a:pt x="4364" y="1578"/>
                    <a:pt x="4423" y="1676"/>
                  </a:cubicBezTo>
                  <a:cubicBezTo>
                    <a:pt x="4454" y="1731"/>
                    <a:pt x="4479" y="1784"/>
                    <a:pt x="4496" y="1843"/>
                  </a:cubicBezTo>
                  <a:cubicBezTo>
                    <a:pt x="4510" y="1909"/>
                    <a:pt x="4516" y="1975"/>
                    <a:pt x="4524" y="2041"/>
                  </a:cubicBezTo>
                  <a:cubicBezTo>
                    <a:pt x="4524" y="2174"/>
                    <a:pt x="4510" y="2306"/>
                    <a:pt x="4482" y="2435"/>
                  </a:cubicBezTo>
                  <a:cubicBezTo>
                    <a:pt x="4450" y="2560"/>
                    <a:pt x="4405" y="2682"/>
                    <a:pt x="4357" y="2801"/>
                  </a:cubicBezTo>
                  <a:cubicBezTo>
                    <a:pt x="4315" y="2901"/>
                    <a:pt x="4270" y="3002"/>
                    <a:pt x="4221" y="3097"/>
                  </a:cubicBezTo>
                  <a:cubicBezTo>
                    <a:pt x="4217" y="3103"/>
                    <a:pt x="4214" y="3110"/>
                    <a:pt x="4211" y="3117"/>
                  </a:cubicBezTo>
                  <a:cubicBezTo>
                    <a:pt x="4151" y="3198"/>
                    <a:pt x="4169" y="3312"/>
                    <a:pt x="4249" y="3371"/>
                  </a:cubicBezTo>
                  <a:cubicBezTo>
                    <a:pt x="4281" y="3394"/>
                    <a:pt x="4319" y="3405"/>
                    <a:pt x="4357" y="3405"/>
                  </a:cubicBezTo>
                  <a:cubicBezTo>
                    <a:pt x="4413" y="3405"/>
                    <a:pt x="4469" y="3380"/>
                    <a:pt x="4503" y="3330"/>
                  </a:cubicBezTo>
                  <a:cubicBezTo>
                    <a:pt x="4548" y="3260"/>
                    <a:pt x="4583" y="3180"/>
                    <a:pt x="4618" y="3107"/>
                  </a:cubicBezTo>
                  <a:cubicBezTo>
                    <a:pt x="4653" y="3034"/>
                    <a:pt x="4684" y="2960"/>
                    <a:pt x="4715" y="2884"/>
                  </a:cubicBezTo>
                  <a:cubicBezTo>
                    <a:pt x="4785" y="2713"/>
                    <a:pt x="4841" y="2539"/>
                    <a:pt x="4865" y="2354"/>
                  </a:cubicBezTo>
                  <a:cubicBezTo>
                    <a:pt x="4893" y="2163"/>
                    <a:pt x="4897" y="1965"/>
                    <a:pt x="4855" y="1777"/>
                  </a:cubicBezTo>
                  <a:cubicBezTo>
                    <a:pt x="4809" y="1578"/>
                    <a:pt x="4691" y="1401"/>
                    <a:pt x="4562" y="1247"/>
                  </a:cubicBezTo>
                  <a:cubicBezTo>
                    <a:pt x="4440" y="1098"/>
                    <a:pt x="4277" y="987"/>
                    <a:pt x="4120" y="882"/>
                  </a:cubicBezTo>
                  <a:cubicBezTo>
                    <a:pt x="4008" y="809"/>
                    <a:pt x="3890" y="749"/>
                    <a:pt x="3772" y="691"/>
                  </a:cubicBezTo>
                  <a:cubicBezTo>
                    <a:pt x="3723" y="666"/>
                    <a:pt x="3671" y="641"/>
                    <a:pt x="3622" y="621"/>
                  </a:cubicBezTo>
                  <a:cubicBezTo>
                    <a:pt x="3462" y="545"/>
                    <a:pt x="3301" y="468"/>
                    <a:pt x="3142" y="398"/>
                  </a:cubicBezTo>
                  <a:cubicBezTo>
                    <a:pt x="2975" y="325"/>
                    <a:pt x="2808" y="259"/>
                    <a:pt x="2636" y="203"/>
                  </a:cubicBezTo>
                  <a:cubicBezTo>
                    <a:pt x="2549" y="175"/>
                    <a:pt x="2466" y="151"/>
                    <a:pt x="2379" y="130"/>
                  </a:cubicBezTo>
                  <a:cubicBezTo>
                    <a:pt x="2340" y="123"/>
                    <a:pt x="2302" y="112"/>
                    <a:pt x="2264" y="102"/>
                  </a:cubicBezTo>
                  <a:cubicBezTo>
                    <a:pt x="2239" y="98"/>
                    <a:pt x="2215" y="92"/>
                    <a:pt x="2194" y="88"/>
                  </a:cubicBezTo>
                  <a:cubicBezTo>
                    <a:pt x="2167" y="81"/>
                    <a:pt x="2142" y="71"/>
                    <a:pt x="2114" y="67"/>
                  </a:cubicBezTo>
                  <a:cubicBezTo>
                    <a:pt x="2104" y="64"/>
                    <a:pt x="2093" y="60"/>
                    <a:pt x="2080" y="60"/>
                  </a:cubicBezTo>
                  <a:cubicBezTo>
                    <a:pt x="2076" y="60"/>
                    <a:pt x="2069" y="57"/>
                    <a:pt x="2066" y="57"/>
                  </a:cubicBezTo>
                  <a:cubicBezTo>
                    <a:pt x="1979" y="36"/>
                    <a:pt x="1888" y="26"/>
                    <a:pt x="1801" y="15"/>
                  </a:cubicBezTo>
                  <a:cubicBezTo>
                    <a:pt x="1716" y="7"/>
                    <a:pt x="1635" y="0"/>
                    <a:pt x="1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 name="Google Shape;377;p33"/>
          <p:cNvGrpSpPr/>
          <p:nvPr/>
        </p:nvGrpSpPr>
        <p:grpSpPr>
          <a:xfrm>
            <a:off x="2061812" y="1611413"/>
            <a:ext cx="647914" cy="419617"/>
            <a:chOff x="5586325" y="37425"/>
            <a:chExt cx="647914" cy="419617"/>
          </a:xfrm>
        </p:grpSpPr>
        <p:sp>
          <p:nvSpPr>
            <p:cNvPr id="378" name="Google Shape;378;p33"/>
            <p:cNvSpPr/>
            <p:nvPr/>
          </p:nvSpPr>
          <p:spPr>
            <a:xfrm>
              <a:off x="5696184" y="47110"/>
              <a:ext cx="90365" cy="6403"/>
            </a:xfrm>
            <a:custGeom>
              <a:rect b="b" l="l" r="r" t="t"/>
              <a:pathLst>
                <a:path extrusionOk="0" h="158" w="2230">
                  <a:moveTo>
                    <a:pt x="854" y="1"/>
                  </a:moveTo>
                  <a:cubicBezTo>
                    <a:pt x="826" y="1"/>
                    <a:pt x="799" y="1"/>
                    <a:pt x="774" y="5"/>
                  </a:cubicBezTo>
                  <a:cubicBezTo>
                    <a:pt x="711" y="8"/>
                    <a:pt x="648" y="18"/>
                    <a:pt x="576" y="36"/>
                  </a:cubicBezTo>
                  <a:lnTo>
                    <a:pt x="569" y="36"/>
                  </a:lnTo>
                  <a:lnTo>
                    <a:pt x="558" y="39"/>
                  </a:lnTo>
                  <a:cubicBezTo>
                    <a:pt x="433" y="47"/>
                    <a:pt x="307" y="74"/>
                    <a:pt x="203" y="99"/>
                  </a:cubicBezTo>
                  <a:cubicBezTo>
                    <a:pt x="134" y="116"/>
                    <a:pt x="67" y="137"/>
                    <a:pt x="1" y="158"/>
                  </a:cubicBezTo>
                  <a:cubicBezTo>
                    <a:pt x="140" y="134"/>
                    <a:pt x="283" y="116"/>
                    <a:pt x="423" y="102"/>
                  </a:cubicBezTo>
                  <a:lnTo>
                    <a:pt x="429" y="99"/>
                  </a:lnTo>
                  <a:lnTo>
                    <a:pt x="530" y="89"/>
                  </a:lnTo>
                  <a:lnTo>
                    <a:pt x="590" y="81"/>
                  </a:lnTo>
                  <a:cubicBezTo>
                    <a:pt x="722" y="64"/>
                    <a:pt x="861" y="47"/>
                    <a:pt x="997" y="47"/>
                  </a:cubicBezTo>
                  <a:lnTo>
                    <a:pt x="1028" y="47"/>
                  </a:lnTo>
                  <a:cubicBezTo>
                    <a:pt x="1167" y="47"/>
                    <a:pt x="1310" y="54"/>
                    <a:pt x="1432" y="60"/>
                  </a:cubicBezTo>
                  <a:cubicBezTo>
                    <a:pt x="1617" y="71"/>
                    <a:pt x="1805" y="99"/>
                    <a:pt x="1985" y="123"/>
                  </a:cubicBezTo>
                  <a:lnTo>
                    <a:pt x="2003" y="126"/>
                  </a:lnTo>
                  <a:cubicBezTo>
                    <a:pt x="2076" y="137"/>
                    <a:pt x="2152" y="147"/>
                    <a:pt x="2229" y="158"/>
                  </a:cubicBezTo>
                  <a:cubicBezTo>
                    <a:pt x="2003" y="109"/>
                    <a:pt x="1773" y="89"/>
                    <a:pt x="1567" y="68"/>
                  </a:cubicBezTo>
                  <a:cubicBezTo>
                    <a:pt x="1519" y="60"/>
                    <a:pt x="1471" y="57"/>
                    <a:pt x="1421" y="50"/>
                  </a:cubicBezTo>
                  <a:cubicBezTo>
                    <a:pt x="1296" y="36"/>
                    <a:pt x="1167" y="22"/>
                    <a:pt x="1038" y="12"/>
                  </a:cubicBezTo>
                  <a:cubicBezTo>
                    <a:pt x="982" y="5"/>
                    <a:pt x="916" y="1"/>
                    <a:pt x="854" y="1"/>
                  </a:cubicBezTo>
                  <a:close/>
                </a:path>
              </a:pathLst>
            </a:custGeom>
            <a:solidFill>
              <a:srgbClr val="F6F6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3"/>
            <p:cNvSpPr/>
            <p:nvPr/>
          </p:nvSpPr>
          <p:spPr>
            <a:xfrm>
              <a:off x="5596172" y="63927"/>
              <a:ext cx="638067" cy="385207"/>
            </a:xfrm>
            <a:custGeom>
              <a:rect b="b" l="l" r="r" t="t"/>
              <a:pathLst>
                <a:path extrusionOk="0" h="9506" w="15746">
                  <a:moveTo>
                    <a:pt x="6038" y="0"/>
                  </a:moveTo>
                  <a:lnTo>
                    <a:pt x="6038" y="0"/>
                  </a:lnTo>
                  <a:cubicBezTo>
                    <a:pt x="6083" y="63"/>
                    <a:pt x="6111" y="140"/>
                    <a:pt x="6111" y="217"/>
                  </a:cubicBezTo>
                  <a:lnTo>
                    <a:pt x="6111" y="331"/>
                  </a:lnTo>
                  <a:cubicBezTo>
                    <a:pt x="6111" y="457"/>
                    <a:pt x="6111" y="610"/>
                    <a:pt x="6104" y="752"/>
                  </a:cubicBezTo>
                  <a:cubicBezTo>
                    <a:pt x="6100" y="829"/>
                    <a:pt x="6094" y="920"/>
                    <a:pt x="6073" y="1003"/>
                  </a:cubicBezTo>
                  <a:cubicBezTo>
                    <a:pt x="6041" y="1122"/>
                    <a:pt x="5978" y="1212"/>
                    <a:pt x="5909" y="1303"/>
                  </a:cubicBezTo>
                  <a:cubicBezTo>
                    <a:pt x="5853" y="1376"/>
                    <a:pt x="5774" y="1442"/>
                    <a:pt x="5682" y="1484"/>
                  </a:cubicBezTo>
                  <a:cubicBezTo>
                    <a:pt x="5644" y="1501"/>
                    <a:pt x="5602" y="1519"/>
                    <a:pt x="5565" y="1536"/>
                  </a:cubicBezTo>
                  <a:cubicBezTo>
                    <a:pt x="5550" y="1560"/>
                    <a:pt x="5533" y="1588"/>
                    <a:pt x="5523" y="1616"/>
                  </a:cubicBezTo>
                  <a:cubicBezTo>
                    <a:pt x="5477" y="1755"/>
                    <a:pt x="5449" y="1905"/>
                    <a:pt x="5425" y="2048"/>
                  </a:cubicBezTo>
                  <a:lnTo>
                    <a:pt x="5414" y="2097"/>
                  </a:lnTo>
                  <a:cubicBezTo>
                    <a:pt x="5390" y="2239"/>
                    <a:pt x="5366" y="2389"/>
                    <a:pt x="5300" y="2521"/>
                  </a:cubicBezTo>
                  <a:cubicBezTo>
                    <a:pt x="5268" y="2591"/>
                    <a:pt x="5234" y="2643"/>
                    <a:pt x="5195" y="2682"/>
                  </a:cubicBezTo>
                  <a:lnTo>
                    <a:pt x="5189" y="2689"/>
                  </a:lnTo>
                  <a:cubicBezTo>
                    <a:pt x="5150" y="2727"/>
                    <a:pt x="5105" y="2775"/>
                    <a:pt x="5052" y="2796"/>
                  </a:cubicBezTo>
                  <a:cubicBezTo>
                    <a:pt x="5038" y="2803"/>
                    <a:pt x="5025" y="2811"/>
                    <a:pt x="5011" y="2817"/>
                  </a:cubicBezTo>
                  <a:cubicBezTo>
                    <a:pt x="4972" y="2838"/>
                    <a:pt x="4934" y="2859"/>
                    <a:pt x="4889" y="2866"/>
                  </a:cubicBezTo>
                  <a:cubicBezTo>
                    <a:pt x="4847" y="2877"/>
                    <a:pt x="4798" y="2883"/>
                    <a:pt x="4753" y="2891"/>
                  </a:cubicBezTo>
                  <a:cubicBezTo>
                    <a:pt x="4673" y="2904"/>
                    <a:pt x="4596" y="2912"/>
                    <a:pt x="4527" y="2912"/>
                  </a:cubicBezTo>
                  <a:lnTo>
                    <a:pt x="4457" y="2915"/>
                  </a:lnTo>
                  <a:cubicBezTo>
                    <a:pt x="4370" y="2915"/>
                    <a:pt x="4273" y="2915"/>
                    <a:pt x="4178" y="2925"/>
                  </a:cubicBezTo>
                  <a:cubicBezTo>
                    <a:pt x="4172" y="2928"/>
                    <a:pt x="4161" y="2928"/>
                    <a:pt x="4154" y="2933"/>
                  </a:cubicBezTo>
                  <a:cubicBezTo>
                    <a:pt x="4154" y="2936"/>
                    <a:pt x="4151" y="2943"/>
                    <a:pt x="4147" y="2946"/>
                  </a:cubicBezTo>
                  <a:cubicBezTo>
                    <a:pt x="4133" y="3002"/>
                    <a:pt x="4119" y="3065"/>
                    <a:pt x="4112" y="3141"/>
                  </a:cubicBezTo>
                  <a:lnTo>
                    <a:pt x="4102" y="3267"/>
                  </a:lnTo>
                  <a:lnTo>
                    <a:pt x="4098" y="3288"/>
                  </a:lnTo>
                  <a:cubicBezTo>
                    <a:pt x="4095" y="3350"/>
                    <a:pt x="4088" y="3413"/>
                    <a:pt x="4085" y="3476"/>
                  </a:cubicBezTo>
                  <a:cubicBezTo>
                    <a:pt x="4088" y="3492"/>
                    <a:pt x="4088" y="3510"/>
                    <a:pt x="4088" y="3531"/>
                  </a:cubicBezTo>
                  <a:cubicBezTo>
                    <a:pt x="4085" y="3646"/>
                    <a:pt x="4085" y="3733"/>
                    <a:pt x="4091" y="3817"/>
                  </a:cubicBezTo>
                  <a:cubicBezTo>
                    <a:pt x="4168" y="3823"/>
                    <a:pt x="4234" y="3823"/>
                    <a:pt x="4297" y="3823"/>
                  </a:cubicBezTo>
                  <a:cubicBezTo>
                    <a:pt x="4387" y="3823"/>
                    <a:pt x="4464" y="3820"/>
                    <a:pt x="4537" y="3810"/>
                  </a:cubicBezTo>
                  <a:cubicBezTo>
                    <a:pt x="4572" y="3806"/>
                    <a:pt x="4604" y="3799"/>
                    <a:pt x="4638" y="3792"/>
                  </a:cubicBezTo>
                  <a:cubicBezTo>
                    <a:pt x="4718" y="3775"/>
                    <a:pt x="4805" y="3757"/>
                    <a:pt x="4889" y="3743"/>
                  </a:cubicBezTo>
                  <a:cubicBezTo>
                    <a:pt x="4920" y="3740"/>
                    <a:pt x="4951" y="3736"/>
                    <a:pt x="4980" y="3736"/>
                  </a:cubicBezTo>
                  <a:cubicBezTo>
                    <a:pt x="5070" y="3736"/>
                    <a:pt x="5164" y="3761"/>
                    <a:pt x="5251" y="3802"/>
                  </a:cubicBezTo>
                  <a:cubicBezTo>
                    <a:pt x="5377" y="3862"/>
                    <a:pt x="5470" y="4005"/>
                    <a:pt x="5505" y="4186"/>
                  </a:cubicBezTo>
                  <a:cubicBezTo>
                    <a:pt x="5533" y="4328"/>
                    <a:pt x="5554" y="4474"/>
                    <a:pt x="5571" y="4617"/>
                  </a:cubicBezTo>
                  <a:cubicBezTo>
                    <a:pt x="5581" y="4694"/>
                    <a:pt x="5592" y="4767"/>
                    <a:pt x="5602" y="4844"/>
                  </a:cubicBezTo>
                  <a:cubicBezTo>
                    <a:pt x="5616" y="4906"/>
                    <a:pt x="5631" y="4983"/>
                    <a:pt x="5655" y="5056"/>
                  </a:cubicBezTo>
                  <a:cubicBezTo>
                    <a:pt x="5662" y="5067"/>
                    <a:pt x="5669" y="5073"/>
                    <a:pt x="5672" y="5084"/>
                  </a:cubicBezTo>
                  <a:lnTo>
                    <a:pt x="5682" y="5091"/>
                  </a:lnTo>
                  <a:cubicBezTo>
                    <a:pt x="5707" y="5098"/>
                    <a:pt x="5732" y="5101"/>
                    <a:pt x="5748" y="5105"/>
                  </a:cubicBezTo>
                  <a:cubicBezTo>
                    <a:pt x="5769" y="5109"/>
                    <a:pt x="5794" y="5112"/>
                    <a:pt x="5815" y="5115"/>
                  </a:cubicBezTo>
                  <a:cubicBezTo>
                    <a:pt x="5867" y="5122"/>
                    <a:pt x="5902" y="5136"/>
                    <a:pt x="5951" y="5157"/>
                  </a:cubicBezTo>
                  <a:lnTo>
                    <a:pt x="5972" y="5164"/>
                  </a:lnTo>
                  <a:cubicBezTo>
                    <a:pt x="6031" y="5189"/>
                    <a:pt x="6083" y="5231"/>
                    <a:pt x="6118" y="5265"/>
                  </a:cubicBezTo>
                  <a:cubicBezTo>
                    <a:pt x="6187" y="5331"/>
                    <a:pt x="6222" y="5411"/>
                    <a:pt x="6257" y="5488"/>
                  </a:cubicBezTo>
                  <a:cubicBezTo>
                    <a:pt x="6292" y="5575"/>
                    <a:pt x="6302" y="5673"/>
                    <a:pt x="6313" y="5766"/>
                  </a:cubicBezTo>
                  <a:lnTo>
                    <a:pt x="6313" y="5795"/>
                  </a:lnTo>
                  <a:cubicBezTo>
                    <a:pt x="6323" y="5892"/>
                    <a:pt x="6330" y="5978"/>
                    <a:pt x="6333" y="6070"/>
                  </a:cubicBezTo>
                  <a:lnTo>
                    <a:pt x="6338" y="6100"/>
                  </a:lnTo>
                  <a:cubicBezTo>
                    <a:pt x="6341" y="6205"/>
                    <a:pt x="6344" y="6313"/>
                    <a:pt x="6323" y="6414"/>
                  </a:cubicBezTo>
                  <a:cubicBezTo>
                    <a:pt x="6292" y="6568"/>
                    <a:pt x="6205" y="6689"/>
                    <a:pt x="6079" y="6769"/>
                  </a:cubicBezTo>
                  <a:cubicBezTo>
                    <a:pt x="6013" y="6811"/>
                    <a:pt x="5933" y="6832"/>
                    <a:pt x="5843" y="6832"/>
                  </a:cubicBezTo>
                  <a:cubicBezTo>
                    <a:pt x="5808" y="6832"/>
                    <a:pt x="5774" y="6828"/>
                    <a:pt x="5738" y="6822"/>
                  </a:cubicBezTo>
                  <a:cubicBezTo>
                    <a:pt x="5676" y="6814"/>
                    <a:pt x="5602" y="6790"/>
                    <a:pt x="5557" y="6762"/>
                  </a:cubicBezTo>
                  <a:cubicBezTo>
                    <a:pt x="5398" y="6672"/>
                    <a:pt x="5276" y="6539"/>
                    <a:pt x="5178" y="6421"/>
                  </a:cubicBezTo>
                  <a:lnTo>
                    <a:pt x="5129" y="6362"/>
                  </a:lnTo>
                  <a:cubicBezTo>
                    <a:pt x="5046" y="6261"/>
                    <a:pt x="4955" y="6153"/>
                    <a:pt x="4850" y="6066"/>
                  </a:cubicBezTo>
                  <a:cubicBezTo>
                    <a:pt x="4819" y="6045"/>
                    <a:pt x="4784" y="6028"/>
                    <a:pt x="4742" y="6007"/>
                  </a:cubicBezTo>
                  <a:cubicBezTo>
                    <a:pt x="4666" y="5983"/>
                    <a:pt x="4583" y="5962"/>
                    <a:pt x="4499" y="5948"/>
                  </a:cubicBezTo>
                  <a:lnTo>
                    <a:pt x="4471" y="5948"/>
                  </a:lnTo>
                  <a:cubicBezTo>
                    <a:pt x="4419" y="5948"/>
                    <a:pt x="4370" y="5951"/>
                    <a:pt x="4318" y="5958"/>
                  </a:cubicBezTo>
                  <a:cubicBezTo>
                    <a:pt x="4182" y="5986"/>
                    <a:pt x="4043" y="6017"/>
                    <a:pt x="3910" y="6052"/>
                  </a:cubicBezTo>
                  <a:lnTo>
                    <a:pt x="3900" y="6052"/>
                  </a:lnTo>
                  <a:cubicBezTo>
                    <a:pt x="3792" y="6080"/>
                    <a:pt x="3667" y="6111"/>
                    <a:pt x="3548" y="6156"/>
                  </a:cubicBezTo>
                  <a:cubicBezTo>
                    <a:pt x="3479" y="6192"/>
                    <a:pt x="3413" y="6229"/>
                    <a:pt x="3339" y="6275"/>
                  </a:cubicBezTo>
                  <a:cubicBezTo>
                    <a:pt x="3262" y="6324"/>
                    <a:pt x="3186" y="6383"/>
                    <a:pt x="3113" y="6438"/>
                  </a:cubicBezTo>
                  <a:lnTo>
                    <a:pt x="3050" y="6484"/>
                  </a:lnTo>
                  <a:cubicBezTo>
                    <a:pt x="2942" y="6563"/>
                    <a:pt x="2824" y="6626"/>
                    <a:pt x="2688" y="6672"/>
                  </a:cubicBezTo>
                  <a:cubicBezTo>
                    <a:pt x="2643" y="6689"/>
                    <a:pt x="2598" y="6696"/>
                    <a:pt x="2556" y="6703"/>
                  </a:cubicBezTo>
                  <a:cubicBezTo>
                    <a:pt x="2480" y="6717"/>
                    <a:pt x="2403" y="6730"/>
                    <a:pt x="2330" y="6735"/>
                  </a:cubicBezTo>
                  <a:cubicBezTo>
                    <a:pt x="2285" y="6738"/>
                    <a:pt x="2243" y="6738"/>
                    <a:pt x="2201" y="6738"/>
                  </a:cubicBezTo>
                  <a:cubicBezTo>
                    <a:pt x="2118" y="6738"/>
                    <a:pt x="2034" y="6735"/>
                    <a:pt x="1971" y="6730"/>
                  </a:cubicBezTo>
                  <a:cubicBezTo>
                    <a:pt x="1821" y="6724"/>
                    <a:pt x="1661" y="6714"/>
                    <a:pt x="1504" y="6696"/>
                  </a:cubicBezTo>
                  <a:cubicBezTo>
                    <a:pt x="1382" y="6682"/>
                    <a:pt x="1250" y="6661"/>
                    <a:pt x="1094" y="6630"/>
                  </a:cubicBezTo>
                  <a:cubicBezTo>
                    <a:pt x="990" y="6609"/>
                    <a:pt x="898" y="6581"/>
                    <a:pt x="802" y="6542"/>
                  </a:cubicBezTo>
                  <a:cubicBezTo>
                    <a:pt x="742" y="6518"/>
                    <a:pt x="676" y="6446"/>
                    <a:pt x="634" y="6383"/>
                  </a:cubicBezTo>
                  <a:cubicBezTo>
                    <a:pt x="606" y="6344"/>
                    <a:pt x="575" y="6285"/>
                    <a:pt x="564" y="6240"/>
                  </a:cubicBezTo>
                  <a:cubicBezTo>
                    <a:pt x="533" y="6146"/>
                    <a:pt x="537" y="6041"/>
                    <a:pt x="543" y="5951"/>
                  </a:cubicBezTo>
                  <a:cubicBezTo>
                    <a:pt x="554" y="5763"/>
                    <a:pt x="572" y="5568"/>
                    <a:pt x="588" y="5380"/>
                  </a:cubicBezTo>
                  <a:cubicBezTo>
                    <a:pt x="599" y="5255"/>
                    <a:pt x="614" y="5133"/>
                    <a:pt x="624" y="5007"/>
                  </a:cubicBezTo>
                  <a:cubicBezTo>
                    <a:pt x="627" y="4951"/>
                    <a:pt x="630" y="4896"/>
                    <a:pt x="634" y="4840"/>
                  </a:cubicBezTo>
                  <a:cubicBezTo>
                    <a:pt x="638" y="4805"/>
                    <a:pt x="641" y="4771"/>
                    <a:pt x="641" y="4736"/>
                  </a:cubicBezTo>
                  <a:lnTo>
                    <a:pt x="641" y="4736"/>
                  </a:lnTo>
                  <a:cubicBezTo>
                    <a:pt x="606" y="4774"/>
                    <a:pt x="572" y="4813"/>
                    <a:pt x="537" y="4847"/>
                  </a:cubicBezTo>
                  <a:lnTo>
                    <a:pt x="453" y="4931"/>
                  </a:lnTo>
                  <a:cubicBezTo>
                    <a:pt x="324" y="5073"/>
                    <a:pt x="223" y="5216"/>
                    <a:pt x="150" y="5369"/>
                  </a:cubicBezTo>
                  <a:cubicBezTo>
                    <a:pt x="63" y="5554"/>
                    <a:pt x="11" y="5753"/>
                    <a:pt x="0" y="5954"/>
                  </a:cubicBezTo>
                  <a:cubicBezTo>
                    <a:pt x="0" y="5999"/>
                    <a:pt x="4" y="6045"/>
                    <a:pt x="11" y="6090"/>
                  </a:cubicBezTo>
                  <a:lnTo>
                    <a:pt x="11" y="6094"/>
                  </a:lnTo>
                  <a:cubicBezTo>
                    <a:pt x="24" y="6184"/>
                    <a:pt x="39" y="6258"/>
                    <a:pt x="60" y="6327"/>
                  </a:cubicBezTo>
                  <a:cubicBezTo>
                    <a:pt x="66" y="6362"/>
                    <a:pt x="84" y="6396"/>
                    <a:pt x="101" y="6431"/>
                  </a:cubicBezTo>
                  <a:cubicBezTo>
                    <a:pt x="105" y="6442"/>
                    <a:pt x="112" y="6452"/>
                    <a:pt x="116" y="6463"/>
                  </a:cubicBezTo>
                  <a:cubicBezTo>
                    <a:pt x="129" y="6494"/>
                    <a:pt x="140" y="6522"/>
                    <a:pt x="154" y="6550"/>
                  </a:cubicBezTo>
                  <a:cubicBezTo>
                    <a:pt x="212" y="6685"/>
                    <a:pt x="254" y="6818"/>
                    <a:pt x="279" y="6957"/>
                  </a:cubicBezTo>
                  <a:cubicBezTo>
                    <a:pt x="307" y="7096"/>
                    <a:pt x="352" y="7219"/>
                    <a:pt x="418" y="7315"/>
                  </a:cubicBezTo>
                  <a:cubicBezTo>
                    <a:pt x="484" y="7417"/>
                    <a:pt x="578" y="7497"/>
                    <a:pt x="704" y="7570"/>
                  </a:cubicBezTo>
                  <a:cubicBezTo>
                    <a:pt x="766" y="7605"/>
                    <a:pt x="839" y="7629"/>
                    <a:pt x="909" y="7650"/>
                  </a:cubicBezTo>
                  <a:lnTo>
                    <a:pt x="927" y="7657"/>
                  </a:lnTo>
                  <a:cubicBezTo>
                    <a:pt x="1073" y="7706"/>
                    <a:pt x="1233" y="7720"/>
                    <a:pt x="1387" y="7733"/>
                  </a:cubicBezTo>
                  <a:lnTo>
                    <a:pt x="1438" y="7737"/>
                  </a:lnTo>
                  <a:cubicBezTo>
                    <a:pt x="1525" y="7747"/>
                    <a:pt x="1612" y="7751"/>
                    <a:pt x="1696" y="7751"/>
                  </a:cubicBezTo>
                  <a:cubicBezTo>
                    <a:pt x="1758" y="7754"/>
                    <a:pt x="1821" y="7754"/>
                    <a:pt x="1880" y="7758"/>
                  </a:cubicBezTo>
                  <a:cubicBezTo>
                    <a:pt x="2100" y="7789"/>
                    <a:pt x="2309" y="7838"/>
                    <a:pt x="2500" y="7905"/>
                  </a:cubicBezTo>
                  <a:cubicBezTo>
                    <a:pt x="2525" y="7915"/>
                    <a:pt x="2552" y="7929"/>
                    <a:pt x="2577" y="7942"/>
                  </a:cubicBezTo>
                  <a:lnTo>
                    <a:pt x="2581" y="7946"/>
                  </a:lnTo>
                  <a:cubicBezTo>
                    <a:pt x="2584" y="7953"/>
                    <a:pt x="2591" y="7956"/>
                    <a:pt x="2594" y="7963"/>
                  </a:cubicBezTo>
                  <a:cubicBezTo>
                    <a:pt x="2626" y="8009"/>
                    <a:pt x="2650" y="8057"/>
                    <a:pt x="2678" y="8106"/>
                  </a:cubicBezTo>
                  <a:cubicBezTo>
                    <a:pt x="2698" y="8151"/>
                    <a:pt x="2724" y="8197"/>
                    <a:pt x="2751" y="8239"/>
                  </a:cubicBezTo>
                  <a:cubicBezTo>
                    <a:pt x="2796" y="8312"/>
                    <a:pt x="2845" y="8378"/>
                    <a:pt x="2901" y="8444"/>
                  </a:cubicBezTo>
                  <a:cubicBezTo>
                    <a:pt x="2957" y="8510"/>
                    <a:pt x="3023" y="8566"/>
                    <a:pt x="3103" y="8628"/>
                  </a:cubicBezTo>
                  <a:cubicBezTo>
                    <a:pt x="3409" y="8872"/>
                    <a:pt x="3775" y="9018"/>
                    <a:pt x="4157" y="9049"/>
                  </a:cubicBezTo>
                  <a:cubicBezTo>
                    <a:pt x="4199" y="9054"/>
                    <a:pt x="4244" y="9054"/>
                    <a:pt x="4286" y="9054"/>
                  </a:cubicBezTo>
                  <a:cubicBezTo>
                    <a:pt x="4485" y="9054"/>
                    <a:pt x="4694" y="9018"/>
                    <a:pt x="4885" y="8949"/>
                  </a:cubicBezTo>
                  <a:cubicBezTo>
                    <a:pt x="5021" y="8900"/>
                    <a:pt x="5154" y="8824"/>
                    <a:pt x="5276" y="8729"/>
                  </a:cubicBezTo>
                  <a:cubicBezTo>
                    <a:pt x="5414" y="8622"/>
                    <a:pt x="5512" y="8524"/>
                    <a:pt x="5592" y="8419"/>
                  </a:cubicBezTo>
                  <a:cubicBezTo>
                    <a:pt x="5682" y="8297"/>
                    <a:pt x="5766" y="8183"/>
                    <a:pt x="5846" y="8064"/>
                  </a:cubicBezTo>
                  <a:cubicBezTo>
                    <a:pt x="5874" y="8019"/>
                    <a:pt x="5906" y="7977"/>
                    <a:pt x="5933" y="7932"/>
                  </a:cubicBezTo>
                  <a:cubicBezTo>
                    <a:pt x="5962" y="7887"/>
                    <a:pt x="5992" y="7842"/>
                    <a:pt x="6020" y="7796"/>
                  </a:cubicBezTo>
                  <a:cubicBezTo>
                    <a:pt x="6045" y="7765"/>
                    <a:pt x="6066" y="7744"/>
                    <a:pt x="6087" y="7720"/>
                  </a:cubicBezTo>
                  <a:lnTo>
                    <a:pt x="6097" y="7717"/>
                  </a:lnTo>
                  <a:cubicBezTo>
                    <a:pt x="6142" y="7702"/>
                    <a:pt x="6191" y="7688"/>
                    <a:pt x="6243" y="7678"/>
                  </a:cubicBezTo>
                  <a:cubicBezTo>
                    <a:pt x="6327" y="7667"/>
                    <a:pt x="6393" y="7664"/>
                    <a:pt x="6455" y="7664"/>
                  </a:cubicBezTo>
                  <a:cubicBezTo>
                    <a:pt x="6484" y="7664"/>
                    <a:pt x="6515" y="7664"/>
                    <a:pt x="6542" y="7667"/>
                  </a:cubicBezTo>
                  <a:lnTo>
                    <a:pt x="6651" y="7675"/>
                  </a:lnTo>
                  <a:cubicBezTo>
                    <a:pt x="6863" y="7702"/>
                    <a:pt x="7058" y="7727"/>
                    <a:pt x="7246" y="7754"/>
                  </a:cubicBezTo>
                  <a:cubicBezTo>
                    <a:pt x="7361" y="7768"/>
                    <a:pt x="7476" y="7793"/>
                    <a:pt x="7591" y="7813"/>
                  </a:cubicBezTo>
                  <a:cubicBezTo>
                    <a:pt x="7670" y="7828"/>
                    <a:pt x="7747" y="7845"/>
                    <a:pt x="7831" y="7859"/>
                  </a:cubicBezTo>
                  <a:lnTo>
                    <a:pt x="7897" y="7869"/>
                  </a:lnTo>
                  <a:cubicBezTo>
                    <a:pt x="8092" y="7900"/>
                    <a:pt x="8297" y="7935"/>
                    <a:pt x="8496" y="7967"/>
                  </a:cubicBezTo>
                  <a:cubicBezTo>
                    <a:pt x="8684" y="7995"/>
                    <a:pt x="8875" y="8012"/>
                    <a:pt x="9063" y="8030"/>
                  </a:cubicBezTo>
                  <a:lnTo>
                    <a:pt x="9189" y="8043"/>
                  </a:lnTo>
                  <a:lnTo>
                    <a:pt x="9147" y="8037"/>
                  </a:lnTo>
                  <a:lnTo>
                    <a:pt x="9147" y="8037"/>
                  </a:lnTo>
                  <a:cubicBezTo>
                    <a:pt x="9356" y="8057"/>
                    <a:pt x="9568" y="8082"/>
                    <a:pt x="9777" y="8099"/>
                  </a:cubicBezTo>
                  <a:cubicBezTo>
                    <a:pt x="9857" y="8106"/>
                    <a:pt x="9941" y="8113"/>
                    <a:pt x="10024" y="8120"/>
                  </a:cubicBezTo>
                  <a:cubicBezTo>
                    <a:pt x="10108" y="8127"/>
                    <a:pt x="10188" y="8130"/>
                    <a:pt x="10272" y="8141"/>
                  </a:cubicBezTo>
                  <a:cubicBezTo>
                    <a:pt x="10320" y="8148"/>
                    <a:pt x="10369" y="8155"/>
                    <a:pt x="10418" y="8169"/>
                  </a:cubicBezTo>
                  <a:cubicBezTo>
                    <a:pt x="10449" y="8197"/>
                    <a:pt x="10477" y="8225"/>
                    <a:pt x="10505" y="8256"/>
                  </a:cubicBezTo>
                  <a:cubicBezTo>
                    <a:pt x="10532" y="8294"/>
                    <a:pt x="10558" y="8339"/>
                    <a:pt x="10585" y="8398"/>
                  </a:cubicBezTo>
                  <a:cubicBezTo>
                    <a:pt x="10637" y="8517"/>
                    <a:pt x="10683" y="8618"/>
                    <a:pt x="10725" y="8705"/>
                  </a:cubicBezTo>
                  <a:cubicBezTo>
                    <a:pt x="10832" y="8928"/>
                    <a:pt x="11030" y="9133"/>
                    <a:pt x="11281" y="9283"/>
                  </a:cubicBezTo>
                  <a:cubicBezTo>
                    <a:pt x="11400" y="9353"/>
                    <a:pt x="11535" y="9398"/>
                    <a:pt x="11665" y="9443"/>
                  </a:cubicBezTo>
                  <a:lnTo>
                    <a:pt x="11671" y="9446"/>
                  </a:lnTo>
                  <a:cubicBezTo>
                    <a:pt x="11821" y="9496"/>
                    <a:pt x="11988" y="9506"/>
                    <a:pt x="12134" y="9506"/>
                  </a:cubicBezTo>
                  <a:lnTo>
                    <a:pt x="12141" y="9506"/>
                  </a:lnTo>
                  <a:cubicBezTo>
                    <a:pt x="12329" y="9506"/>
                    <a:pt x="12517" y="9464"/>
                    <a:pt x="12692" y="9422"/>
                  </a:cubicBezTo>
                  <a:cubicBezTo>
                    <a:pt x="12872" y="9377"/>
                    <a:pt x="13039" y="9279"/>
                    <a:pt x="13182" y="9192"/>
                  </a:cubicBezTo>
                  <a:cubicBezTo>
                    <a:pt x="13269" y="9140"/>
                    <a:pt x="13353" y="9070"/>
                    <a:pt x="13450" y="8980"/>
                  </a:cubicBezTo>
                  <a:cubicBezTo>
                    <a:pt x="13486" y="8945"/>
                    <a:pt x="13524" y="8911"/>
                    <a:pt x="13555" y="8872"/>
                  </a:cubicBezTo>
                  <a:cubicBezTo>
                    <a:pt x="13590" y="8830"/>
                    <a:pt x="13624" y="8792"/>
                    <a:pt x="13659" y="8750"/>
                  </a:cubicBezTo>
                  <a:cubicBezTo>
                    <a:pt x="13743" y="8649"/>
                    <a:pt x="13830" y="8548"/>
                    <a:pt x="13924" y="8458"/>
                  </a:cubicBezTo>
                  <a:cubicBezTo>
                    <a:pt x="13945" y="8444"/>
                    <a:pt x="13963" y="8434"/>
                    <a:pt x="13984" y="8423"/>
                  </a:cubicBezTo>
                  <a:cubicBezTo>
                    <a:pt x="14042" y="8402"/>
                    <a:pt x="14105" y="8385"/>
                    <a:pt x="14188" y="8371"/>
                  </a:cubicBezTo>
                  <a:cubicBezTo>
                    <a:pt x="14314" y="8353"/>
                    <a:pt x="14426" y="8339"/>
                    <a:pt x="14527" y="8332"/>
                  </a:cubicBezTo>
                  <a:cubicBezTo>
                    <a:pt x="14554" y="8329"/>
                    <a:pt x="14582" y="8329"/>
                    <a:pt x="14610" y="8329"/>
                  </a:cubicBezTo>
                  <a:cubicBezTo>
                    <a:pt x="14648" y="8326"/>
                    <a:pt x="14686" y="8322"/>
                    <a:pt x="14728" y="8318"/>
                  </a:cubicBezTo>
                  <a:cubicBezTo>
                    <a:pt x="14781" y="8315"/>
                    <a:pt x="14853" y="8305"/>
                    <a:pt x="14919" y="8291"/>
                  </a:cubicBezTo>
                  <a:cubicBezTo>
                    <a:pt x="15052" y="8263"/>
                    <a:pt x="15163" y="8204"/>
                    <a:pt x="15271" y="8113"/>
                  </a:cubicBezTo>
                  <a:cubicBezTo>
                    <a:pt x="15418" y="7988"/>
                    <a:pt x="15498" y="7789"/>
                    <a:pt x="15554" y="7612"/>
                  </a:cubicBezTo>
                  <a:cubicBezTo>
                    <a:pt x="15585" y="7518"/>
                    <a:pt x="15599" y="7417"/>
                    <a:pt x="15616" y="7323"/>
                  </a:cubicBezTo>
                  <a:lnTo>
                    <a:pt x="15623" y="7257"/>
                  </a:lnTo>
                  <a:cubicBezTo>
                    <a:pt x="15647" y="7103"/>
                    <a:pt x="15662" y="6947"/>
                    <a:pt x="15676" y="6793"/>
                  </a:cubicBezTo>
                  <a:lnTo>
                    <a:pt x="15682" y="6710"/>
                  </a:lnTo>
                  <a:cubicBezTo>
                    <a:pt x="15697" y="6557"/>
                    <a:pt x="15710" y="6404"/>
                    <a:pt x="15721" y="6250"/>
                  </a:cubicBezTo>
                  <a:lnTo>
                    <a:pt x="15728" y="6177"/>
                  </a:lnTo>
                  <a:cubicBezTo>
                    <a:pt x="15734" y="6066"/>
                    <a:pt x="15745" y="5951"/>
                    <a:pt x="15745" y="5840"/>
                  </a:cubicBezTo>
                  <a:cubicBezTo>
                    <a:pt x="15745" y="5634"/>
                    <a:pt x="15742" y="5435"/>
                    <a:pt x="15689" y="5241"/>
                  </a:cubicBezTo>
                  <a:cubicBezTo>
                    <a:pt x="15662" y="5126"/>
                    <a:pt x="15588" y="5014"/>
                    <a:pt x="15470" y="4896"/>
                  </a:cubicBezTo>
                  <a:cubicBezTo>
                    <a:pt x="15411" y="4837"/>
                    <a:pt x="15334" y="4792"/>
                    <a:pt x="15261" y="4750"/>
                  </a:cubicBezTo>
                  <a:cubicBezTo>
                    <a:pt x="15205" y="4715"/>
                    <a:pt x="15160" y="4687"/>
                    <a:pt x="15118" y="4659"/>
                  </a:cubicBezTo>
                  <a:cubicBezTo>
                    <a:pt x="15091" y="4635"/>
                    <a:pt x="15062" y="4607"/>
                    <a:pt x="15035" y="4579"/>
                  </a:cubicBezTo>
                  <a:cubicBezTo>
                    <a:pt x="14986" y="4509"/>
                    <a:pt x="14945" y="4447"/>
                    <a:pt x="14909" y="4381"/>
                  </a:cubicBezTo>
                  <a:cubicBezTo>
                    <a:pt x="14903" y="4366"/>
                    <a:pt x="14895" y="4353"/>
                    <a:pt x="14889" y="4339"/>
                  </a:cubicBezTo>
                  <a:cubicBezTo>
                    <a:pt x="14833" y="4193"/>
                    <a:pt x="14798" y="4077"/>
                    <a:pt x="14770" y="3963"/>
                  </a:cubicBezTo>
                  <a:cubicBezTo>
                    <a:pt x="14742" y="3827"/>
                    <a:pt x="14711" y="3688"/>
                    <a:pt x="14683" y="3552"/>
                  </a:cubicBezTo>
                  <a:cubicBezTo>
                    <a:pt x="14659" y="3444"/>
                    <a:pt x="14638" y="3336"/>
                    <a:pt x="14617" y="3228"/>
                  </a:cubicBezTo>
                  <a:cubicBezTo>
                    <a:pt x="14589" y="3075"/>
                    <a:pt x="14558" y="2918"/>
                    <a:pt x="14523" y="2765"/>
                  </a:cubicBezTo>
                  <a:cubicBezTo>
                    <a:pt x="14495" y="2643"/>
                    <a:pt x="14460" y="2528"/>
                    <a:pt x="14426" y="2417"/>
                  </a:cubicBezTo>
                  <a:cubicBezTo>
                    <a:pt x="14394" y="2327"/>
                    <a:pt x="14355" y="2247"/>
                    <a:pt x="14310" y="2176"/>
                  </a:cubicBezTo>
                  <a:cubicBezTo>
                    <a:pt x="14262" y="2104"/>
                    <a:pt x="14196" y="2030"/>
                    <a:pt x="14151" y="1985"/>
                  </a:cubicBezTo>
                  <a:cubicBezTo>
                    <a:pt x="13990" y="1818"/>
                    <a:pt x="13767" y="1738"/>
                    <a:pt x="13552" y="1665"/>
                  </a:cubicBezTo>
                  <a:cubicBezTo>
                    <a:pt x="13524" y="1654"/>
                    <a:pt x="13496" y="1644"/>
                    <a:pt x="13468" y="1633"/>
                  </a:cubicBezTo>
                  <a:cubicBezTo>
                    <a:pt x="13423" y="1616"/>
                    <a:pt x="13384" y="1596"/>
                    <a:pt x="13349" y="1578"/>
                  </a:cubicBezTo>
                  <a:cubicBezTo>
                    <a:pt x="13336" y="1536"/>
                    <a:pt x="13322" y="1494"/>
                    <a:pt x="13311" y="1453"/>
                  </a:cubicBezTo>
                  <a:cubicBezTo>
                    <a:pt x="13290" y="1397"/>
                    <a:pt x="13273" y="1334"/>
                    <a:pt x="13248" y="1278"/>
                  </a:cubicBezTo>
                  <a:cubicBezTo>
                    <a:pt x="13200" y="1164"/>
                    <a:pt x="13130" y="1021"/>
                    <a:pt x="13005" y="930"/>
                  </a:cubicBezTo>
                  <a:lnTo>
                    <a:pt x="12984" y="913"/>
                  </a:lnTo>
                  <a:cubicBezTo>
                    <a:pt x="12942" y="881"/>
                    <a:pt x="12904" y="854"/>
                    <a:pt x="12859" y="829"/>
                  </a:cubicBezTo>
                  <a:cubicBezTo>
                    <a:pt x="12820" y="808"/>
                    <a:pt x="12775" y="791"/>
                    <a:pt x="12730" y="773"/>
                  </a:cubicBezTo>
                  <a:lnTo>
                    <a:pt x="12695" y="760"/>
                  </a:lnTo>
                  <a:cubicBezTo>
                    <a:pt x="12667" y="752"/>
                    <a:pt x="12642" y="742"/>
                    <a:pt x="12615" y="735"/>
                  </a:cubicBezTo>
                  <a:cubicBezTo>
                    <a:pt x="12566" y="725"/>
                    <a:pt x="12517" y="721"/>
                    <a:pt x="12472" y="721"/>
                  </a:cubicBezTo>
                  <a:cubicBezTo>
                    <a:pt x="12417" y="721"/>
                    <a:pt x="12357" y="728"/>
                    <a:pt x="12295" y="746"/>
                  </a:cubicBezTo>
                  <a:cubicBezTo>
                    <a:pt x="12242" y="760"/>
                    <a:pt x="12176" y="794"/>
                    <a:pt x="12134" y="826"/>
                  </a:cubicBezTo>
                  <a:cubicBezTo>
                    <a:pt x="12078" y="860"/>
                    <a:pt x="12037" y="902"/>
                    <a:pt x="11991" y="958"/>
                  </a:cubicBezTo>
                  <a:cubicBezTo>
                    <a:pt x="11922" y="1042"/>
                    <a:pt x="11869" y="1128"/>
                    <a:pt x="11832" y="1220"/>
                  </a:cubicBezTo>
                  <a:cubicBezTo>
                    <a:pt x="11790" y="1331"/>
                    <a:pt x="11758" y="1421"/>
                    <a:pt x="11734" y="1508"/>
                  </a:cubicBezTo>
                  <a:cubicBezTo>
                    <a:pt x="11731" y="1522"/>
                    <a:pt x="11731" y="1533"/>
                    <a:pt x="11727" y="1546"/>
                  </a:cubicBezTo>
                  <a:cubicBezTo>
                    <a:pt x="11609" y="1525"/>
                    <a:pt x="11490" y="1498"/>
                    <a:pt x="11376" y="1470"/>
                  </a:cubicBezTo>
                  <a:cubicBezTo>
                    <a:pt x="11313" y="1453"/>
                    <a:pt x="11250" y="1438"/>
                    <a:pt x="11184" y="1424"/>
                  </a:cubicBezTo>
                  <a:cubicBezTo>
                    <a:pt x="11093" y="1403"/>
                    <a:pt x="11000" y="1393"/>
                    <a:pt x="10905" y="1379"/>
                  </a:cubicBezTo>
                  <a:cubicBezTo>
                    <a:pt x="10801" y="1366"/>
                    <a:pt x="10696" y="1355"/>
                    <a:pt x="10592" y="1331"/>
                  </a:cubicBezTo>
                  <a:cubicBezTo>
                    <a:pt x="10574" y="1268"/>
                    <a:pt x="10561" y="1205"/>
                    <a:pt x="10547" y="1143"/>
                  </a:cubicBezTo>
                  <a:cubicBezTo>
                    <a:pt x="10537" y="1098"/>
                    <a:pt x="10526" y="1052"/>
                    <a:pt x="10516" y="1006"/>
                  </a:cubicBezTo>
                  <a:cubicBezTo>
                    <a:pt x="10470" y="836"/>
                    <a:pt x="10407" y="704"/>
                    <a:pt x="10328" y="603"/>
                  </a:cubicBezTo>
                  <a:lnTo>
                    <a:pt x="10310" y="579"/>
                  </a:lnTo>
                  <a:cubicBezTo>
                    <a:pt x="10272" y="526"/>
                    <a:pt x="10227" y="474"/>
                    <a:pt x="10174" y="432"/>
                  </a:cubicBezTo>
                  <a:lnTo>
                    <a:pt x="10156" y="418"/>
                  </a:lnTo>
                  <a:cubicBezTo>
                    <a:pt x="10111" y="380"/>
                    <a:pt x="10063" y="345"/>
                    <a:pt x="10010" y="325"/>
                  </a:cubicBezTo>
                  <a:lnTo>
                    <a:pt x="9986" y="314"/>
                  </a:lnTo>
                  <a:cubicBezTo>
                    <a:pt x="9937" y="293"/>
                    <a:pt x="9885" y="272"/>
                    <a:pt x="9833" y="262"/>
                  </a:cubicBezTo>
                  <a:cubicBezTo>
                    <a:pt x="9669" y="220"/>
                    <a:pt x="9495" y="217"/>
                    <a:pt x="9328" y="217"/>
                  </a:cubicBezTo>
                  <a:cubicBezTo>
                    <a:pt x="9102" y="217"/>
                    <a:pt x="8803" y="213"/>
                    <a:pt x="8496" y="203"/>
                  </a:cubicBezTo>
                  <a:cubicBezTo>
                    <a:pt x="8234" y="196"/>
                    <a:pt x="7970" y="185"/>
                    <a:pt x="7688" y="167"/>
                  </a:cubicBezTo>
                  <a:cubicBezTo>
                    <a:pt x="7378" y="150"/>
                    <a:pt x="7051" y="133"/>
                    <a:pt x="6727" y="105"/>
                  </a:cubicBezTo>
                  <a:cubicBezTo>
                    <a:pt x="6588" y="87"/>
                    <a:pt x="6445" y="63"/>
                    <a:pt x="6309" y="42"/>
                  </a:cubicBezTo>
                  <a:cubicBezTo>
                    <a:pt x="6229" y="32"/>
                    <a:pt x="6153" y="18"/>
                    <a:pt x="6076" y="8"/>
                  </a:cubicBezTo>
                  <a:cubicBezTo>
                    <a:pt x="6062" y="4"/>
                    <a:pt x="6052" y="4"/>
                    <a:pt x="6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3"/>
            <p:cNvSpPr/>
            <p:nvPr/>
          </p:nvSpPr>
          <p:spPr>
            <a:xfrm>
              <a:off x="5617771" y="48974"/>
              <a:ext cx="235517" cy="291803"/>
            </a:xfrm>
            <a:custGeom>
              <a:rect b="b" l="l" r="r" t="t"/>
              <a:pathLst>
                <a:path extrusionOk="0" h="7201" w="5812">
                  <a:moveTo>
                    <a:pt x="4275" y="5383"/>
                  </a:moveTo>
                  <a:cubicBezTo>
                    <a:pt x="4286" y="5442"/>
                    <a:pt x="4296" y="5498"/>
                    <a:pt x="4307" y="5550"/>
                  </a:cubicBezTo>
                  <a:lnTo>
                    <a:pt x="4304" y="5550"/>
                  </a:lnTo>
                  <a:cubicBezTo>
                    <a:pt x="4293" y="5498"/>
                    <a:pt x="4283" y="5442"/>
                    <a:pt x="4275" y="5383"/>
                  </a:cubicBezTo>
                  <a:close/>
                  <a:moveTo>
                    <a:pt x="2932" y="1"/>
                  </a:moveTo>
                  <a:cubicBezTo>
                    <a:pt x="2796" y="1"/>
                    <a:pt x="2657" y="18"/>
                    <a:pt x="2525" y="35"/>
                  </a:cubicBezTo>
                  <a:lnTo>
                    <a:pt x="2465" y="43"/>
                  </a:lnTo>
                  <a:lnTo>
                    <a:pt x="2364" y="53"/>
                  </a:lnTo>
                  <a:lnTo>
                    <a:pt x="2358" y="53"/>
                  </a:lnTo>
                  <a:cubicBezTo>
                    <a:pt x="2211" y="74"/>
                    <a:pt x="2061" y="91"/>
                    <a:pt x="1911" y="115"/>
                  </a:cubicBezTo>
                  <a:cubicBezTo>
                    <a:pt x="1699" y="154"/>
                    <a:pt x="1518" y="223"/>
                    <a:pt x="1358" y="321"/>
                  </a:cubicBezTo>
                  <a:cubicBezTo>
                    <a:pt x="1275" y="373"/>
                    <a:pt x="1191" y="446"/>
                    <a:pt x="1100" y="536"/>
                  </a:cubicBezTo>
                  <a:cubicBezTo>
                    <a:pt x="1058" y="582"/>
                    <a:pt x="1031" y="613"/>
                    <a:pt x="1006" y="648"/>
                  </a:cubicBezTo>
                  <a:cubicBezTo>
                    <a:pt x="822" y="878"/>
                    <a:pt x="669" y="1146"/>
                    <a:pt x="543" y="1477"/>
                  </a:cubicBezTo>
                  <a:cubicBezTo>
                    <a:pt x="418" y="1793"/>
                    <a:pt x="327" y="2100"/>
                    <a:pt x="264" y="2410"/>
                  </a:cubicBezTo>
                  <a:cubicBezTo>
                    <a:pt x="192" y="2789"/>
                    <a:pt x="150" y="3134"/>
                    <a:pt x="139" y="3465"/>
                  </a:cubicBezTo>
                  <a:cubicBezTo>
                    <a:pt x="136" y="3535"/>
                    <a:pt x="136" y="3607"/>
                    <a:pt x="139" y="3673"/>
                  </a:cubicBezTo>
                  <a:lnTo>
                    <a:pt x="139" y="3681"/>
                  </a:lnTo>
                  <a:lnTo>
                    <a:pt x="139" y="3691"/>
                  </a:lnTo>
                  <a:cubicBezTo>
                    <a:pt x="143" y="3803"/>
                    <a:pt x="153" y="3945"/>
                    <a:pt x="195" y="4078"/>
                  </a:cubicBezTo>
                  <a:cubicBezTo>
                    <a:pt x="206" y="4109"/>
                    <a:pt x="216" y="4144"/>
                    <a:pt x="230" y="4175"/>
                  </a:cubicBezTo>
                  <a:cubicBezTo>
                    <a:pt x="251" y="4227"/>
                    <a:pt x="275" y="4279"/>
                    <a:pt x="303" y="4332"/>
                  </a:cubicBezTo>
                  <a:cubicBezTo>
                    <a:pt x="230" y="4422"/>
                    <a:pt x="185" y="4527"/>
                    <a:pt x="164" y="4634"/>
                  </a:cubicBezTo>
                  <a:cubicBezTo>
                    <a:pt x="143" y="4746"/>
                    <a:pt x="129" y="4861"/>
                    <a:pt x="122" y="4955"/>
                  </a:cubicBezTo>
                  <a:cubicBezTo>
                    <a:pt x="115" y="5039"/>
                    <a:pt x="108" y="5126"/>
                    <a:pt x="101" y="5209"/>
                  </a:cubicBezTo>
                  <a:cubicBezTo>
                    <a:pt x="97" y="5265"/>
                    <a:pt x="94" y="5320"/>
                    <a:pt x="91" y="5376"/>
                  </a:cubicBezTo>
                  <a:cubicBezTo>
                    <a:pt x="81" y="5502"/>
                    <a:pt x="66" y="5624"/>
                    <a:pt x="55" y="5749"/>
                  </a:cubicBezTo>
                  <a:cubicBezTo>
                    <a:pt x="39" y="5937"/>
                    <a:pt x="21" y="6132"/>
                    <a:pt x="10" y="6320"/>
                  </a:cubicBezTo>
                  <a:cubicBezTo>
                    <a:pt x="4" y="6410"/>
                    <a:pt x="0" y="6515"/>
                    <a:pt x="28" y="6609"/>
                  </a:cubicBezTo>
                  <a:cubicBezTo>
                    <a:pt x="42" y="6654"/>
                    <a:pt x="73" y="6713"/>
                    <a:pt x="101" y="6752"/>
                  </a:cubicBezTo>
                  <a:cubicBezTo>
                    <a:pt x="143" y="6815"/>
                    <a:pt x="209" y="6887"/>
                    <a:pt x="269" y="6911"/>
                  </a:cubicBezTo>
                  <a:cubicBezTo>
                    <a:pt x="365" y="6950"/>
                    <a:pt x="457" y="6978"/>
                    <a:pt x="561" y="6999"/>
                  </a:cubicBezTo>
                  <a:cubicBezTo>
                    <a:pt x="717" y="7030"/>
                    <a:pt x="849" y="7051"/>
                    <a:pt x="971" y="7065"/>
                  </a:cubicBezTo>
                  <a:cubicBezTo>
                    <a:pt x="1128" y="7083"/>
                    <a:pt x="1288" y="7093"/>
                    <a:pt x="1438" y="7099"/>
                  </a:cubicBezTo>
                  <a:cubicBezTo>
                    <a:pt x="1501" y="7104"/>
                    <a:pt x="1585" y="7107"/>
                    <a:pt x="1668" y="7107"/>
                  </a:cubicBezTo>
                  <a:cubicBezTo>
                    <a:pt x="1710" y="7107"/>
                    <a:pt x="1752" y="7107"/>
                    <a:pt x="1797" y="7104"/>
                  </a:cubicBezTo>
                  <a:cubicBezTo>
                    <a:pt x="1870" y="7099"/>
                    <a:pt x="1947" y="7086"/>
                    <a:pt x="2023" y="7072"/>
                  </a:cubicBezTo>
                  <a:cubicBezTo>
                    <a:pt x="2065" y="7065"/>
                    <a:pt x="2110" y="7058"/>
                    <a:pt x="2152" y="7041"/>
                  </a:cubicBezTo>
                  <a:cubicBezTo>
                    <a:pt x="2291" y="6995"/>
                    <a:pt x="2409" y="6932"/>
                    <a:pt x="2517" y="6853"/>
                  </a:cubicBezTo>
                  <a:lnTo>
                    <a:pt x="2577" y="6807"/>
                  </a:lnTo>
                  <a:cubicBezTo>
                    <a:pt x="2653" y="6752"/>
                    <a:pt x="2726" y="6693"/>
                    <a:pt x="2806" y="6644"/>
                  </a:cubicBezTo>
                  <a:cubicBezTo>
                    <a:pt x="2880" y="6598"/>
                    <a:pt x="2946" y="6561"/>
                    <a:pt x="3015" y="6525"/>
                  </a:cubicBezTo>
                  <a:cubicBezTo>
                    <a:pt x="3134" y="6480"/>
                    <a:pt x="3259" y="6449"/>
                    <a:pt x="3367" y="6424"/>
                  </a:cubicBezTo>
                  <a:lnTo>
                    <a:pt x="3377" y="6421"/>
                  </a:lnTo>
                  <a:cubicBezTo>
                    <a:pt x="3510" y="6386"/>
                    <a:pt x="3645" y="6355"/>
                    <a:pt x="3785" y="6327"/>
                  </a:cubicBezTo>
                  <a:cubicBezTo>
                    <a:pt x="3837" y="6320"/>
                    <a:pt x="3886" y="6317"/>
                    <a:pt x="3938" y="6317"/>
                  </a:cubicBezTo>
                  <a:lnTo>
                    <a:pt x="3966" y="6317"/>
                  </a:lnTo>
                  <a:cubicBezTo>
                    <a:pt x="4050" y="6331"/>
                    <a:pt x="4133" y="6352"/>
                    <a:pt x="4209" y="6376"/>
                  </a:cubicBezTo>
                  <a:cubicBezTo>
                    <a:pt x="4251" y="6397"/>
                    <a:pt x="4286" y="6414"/>
                    <a:pt x="4317" y="6435"/>
                  </a:cubicBezTo>
                  <a:cubicBezTo>
                    <a:pt x="4422" y="6522"/>
                    <a:pt x="4513" y="6630"/>
                    <a:pt x="4596" y="6731"/>
                  </a:cubicBezTo>
                  <a:lnTo>
                    <a:pt x="4645" y="6790"/>
                  </a:lnTo>
                  <a:cubicBezTo>
                    <a:pt x="4743" y="6908"/>
                    <a:pt x="4865" y="7041"/>
                    <a:pt x="5024" y="7131"/>
                  </a:cubicBezTo>
                  <a:cubicBezTo>
                    <a:pt x="5069" y="7159"/>
                    <a:pt x="5143" y="7183"/>
                    <a:pt x="5205" y="7191"/>
                  </a:cubicBezTo>
                  <a:cubicBezTo>
                    <a:pt x="5241" y="7197"/>
                    <a:pt x="5275" y="7201"/>
                    <a:pt x="5310" y="7201"/>
                  </a:cubicBezTo>
                  <a:cubicBezTo>
                    <a:pt x="5400" y="7201"/>
                    <a:pt x="5480" y="7180"/>
                    <a:pt x="5546" y="7138"/>
                  </a:cubicBezTo>
                  <a:cubicBezTo>
                    <a:pt x="5675" y="7058"/>
                    <a:pt x="5759" y="6937"/>
                    <a:pt x="5790" y="6783"/>
                  </a:cubicBezTo>
                  <a:cubicBezTo>
                    <a:pt x="5811" y="6682"/>
                    <a:pt x="5808" y="6574"/>
                    <a:pt x="5805" y="6469"/>
                  </a:cubicBezTo>
                  <a:lnTo>
                    <a:pt x="5800" y="6439"/>
                  </a:lnTo>
                  <a:cubicBezTo>
                    <a:pt x="5797" y="6347"/>
                    <a:pt x="5790" y="6261"/>
                    <a:pt x="5780" y="6164"/>
                  </a:cubicBezTo>
                  <a:lnTo>
                    <a:pt x="5780" y="6135"/>
                  </a:lnTo>
                  <a:cubicBezTo>
                    <a:pt x="5769" y="6042"/>
                    <a:pt x="5759" y="5944"/>
                    <a:pt x="5724" y="5857"/>
                  </a:cubicBezTo>
                  <a:cubicBezTo>
                    <a:pt x="5689" y="5780"/>
                    <a:pt x="5654" y="5700"/>
                    <a:pt x="5585" y="5634"/>
                  </a:cubicBezTo>
                  <a:cubicBezTo>
                    <a:pt x="5550" y="5600"/>
                    <a:pt x="5498" y="5558"/>
                    <a:pt x="5439" y="5533"/>
                  </a:cubicBezTo>
                  <a:lnTo>
                    <a:pt x="5418" y="5526"/>
                  </a:lnTo>
                  <a:cubicBezTo>
                    <a:pt x="5369" y="5505"/>
                    <a:pt x="5334" y="5491"/>
                    <a:pt x="5282" y="5484"/>
                  </a:cubicBezTo>
                  <a:cubicBezTo>
                    <a:pt x="5261" y="5481"/>
                    <a:pt x="5236" y="5478"/>
                    <a:pt x="5215" y="5474"/>
                  </a:cubicBezTo>
                  <a:cubicBezTo>
                    <a:pt x="5199" y="5470"/>
                    <a:pt x="5174" y="5467"/>
                    <a:pt x="5149" y="5460"/>
                  </a:cubicBezTo>
                  <a:lnTo>
                    <a:pt x="5139" y="5453"/>
                  </a:lnTo>
                  <a:cubicBezTo>
                    <a:pt x="5136" y="5442"/>
                    <a:pt x="5129" y="5436"/>
                    <a:pt x="5122" y="5425"/>
                  </a:cubicBezTo>
                  <a:cubicBezTo>
                    <a:pt x="5098" y="5352"/>
                    <a:pt x="5083" y="5275"/>
                    <a:pt x="5069" y="5213"/>
                  </a:cubicBezTo>
                  <a:cubicBezTo>
                    <a:pt x="5059" y="5136"/>
                    <a:pt x="5048" y="5063"/>
                    <a:pt x="5038" y="4986"/>
                  </a:cubicBezTo>
                  <a:cubicBezTo>
                    <a:pt x="5021" y="4843"/>
                    <a:pt x="5000" y="4697"/>
                    <a:pt x="4972" y="4555"/>
                  </a:cubicBezTo>
                  <a:cubicBezTo>
                    <a:pt x="4937" y="4374"/>
                    <a:pt x="4844" y="4231"/>
                    <a:pt x="4718" y="4171"/>
                  </a:cubicBezTo>
                  <a:cubicBezTo>
                    <a:pt x="4631" y="4130"/>
                    <a:pt x="4537" y="4105"/>
                    <a:pt x="4447" y="4105"/>
                  </a:cubicBezTo>
                  <a:cubicBezTo>
                    <a:pt x="4418" y="4105"/>
                    <a:pt x="4387" y="4109"/>
                    <a:pt x="4356" y="4112"/>
                  </a:cubicBezTo>
                  <a:cubicBezTo>
                    <a:pt x="4272" y="4126"/>
                    <a:pt x="4185" y="4144"/>
                    <a:pt x="4105" y="4161"/>
                  </a:cubicBezTo>
                  <a:cubicBezTo>
                    <a:pt x="4071" y="4168"/>
                    <a:pt x="4039" y="4175"/>
                    <a:pt x="4004" y="4179"/>
                  </a:cubicBezTo>
                  <a:cubicBezTo>
                    <a:pt x="3931" y="4189"/>
                    <a:pt x="3854" y="4192"/>
                    <a:pt x="3764" y="4192"/>
                  </a:cubicBezTo>
                  <a:cubicBezTo>
                    <a:pt x="3701" y="4192"/>
                    <a:pt x="3635" y="4192"/>
                    <a:pt x="3558" y="4186"/>
                  </a:cubicBezTo>
                  <a:cubicBezTo>
                    <a:pt x="3552" y="4102"/>
                    <a:pt x="3552" y="4015"/>
                    <a:pt x="3555" y="3900"/>
                  </a:cubicBezTo>
                  <a:cubicBezTo>
                    <a:pt x="3555" y="3879"/>
                    <a:pt x="3555" y="3861"/>
                    <a:pt x="3552" y="3845"/>
                  </a:cubicBezTo>
                  <a:cubicBezTo>
                    <a:pt x="3555" y="3782"/>
                    <a:pt x="3562" y="3719"/>
                    <a:pt x="3565" y="3657"/>
                  </a:cubicBezTo>
                  <a:lnTo>
                    <a:pt x="3569" y="3636"/>
                  </a:lnTo>
                  <a:lnTo>
                    <a:pt x="3579" y="3510"/>
                  </a:lnTo>
                  <a:cubicBezTo>
                    <a:pt x="3586" y="3434"/>
                    <a:pt x="3600" y="3371"/>
                    <a:pt x="3614" y="3315"/>
                  </a:cubicBezTo>
                  <a:cubicBezTo>
                    <a:pt x="3618" y="3312"/>
                    <a:pt x="3621" y="3305"/>
                    <a:pt x="3621" y="3302"/>
                  </a:cubicBezTo>
                  <a:cubicBezTo>
                    <a:pt x="3628" y="3297"/>
                    <a:pt x="3639" y="3297"/>
                    <a:pt x="3645" y="3294"/>
                  </a:cubicBezTo>
                  <a:cubicBezTo>
                    <a:pt x="3740" y="3284"/>
                    <a:pt x="3837" y="3284"/>
                    <a:pt x="3924" y="3284"/>
                  </a:cubicBezTo>
                  <a:lnTo>
                    <a:pt x="3994" y="3281"/>
                  </a:lnTo>
                  <a:cubicBezTo>
                    <a:pt x="4063" y="3281"/>
                    <a:pt x="4140" y="3273"/>
                    <a:pt x="4220" y="3260"/>
                  </a:cubicBezTo>
                  <a:cubicBezTo>
                    <a:pt x="4265" y="3252"/>
                    <a:pt x="4314" y="3246"/>
                    <a:pt x="4356" y="3235"/>
                  </a:cubicBezTo>
                  <a:cubicBezTo>
                    <a:pt x="4401" y="3228"/>
                    <a:pt x="4439" y="3207"/>
                    <a:pt x="4478" y="3186"/>
                  </a:cubicBezTo>
                  <a:cubicBezTo>
                    <a:pt x="4492" y="3180"/>
                    <a:pt x="4505" y="3172"/>
                    <a:pt x="4519" y="3165"/>
                  </a:cubicBezTo>
                  <a:cubicBezTo>
                    <a:pt x="4572" y="3144"/>
                    <a:pt x="4617" y="3096"/>
                    <a:pt x="4656" y="3058"/>
                  </a:cubicBezTo>
                  <a:lnTo>
                    <a:pt x="4662" y="3051"/>
                  </a:lnTo>
                  <a:cubicBezTo>
                    <a:pt x="4701" y="3012"/>
                    <a:pt x="4735" y="2960"/>
                    <a:pt x="4767" y="2890"/>
                  </a:cubicBezTo>
                  <a:cubicBezTo>
                    <a:pt x="4833" y="2758"/>
                    <a:pt x="4857" y="2608"/>
                    <a:pt x="4881" y="2466"/>
                  </a:cubicBezTo>
                  <a:lnTo>
                    <a:pt x="4892" y="2417"/>
                  </a:lnTo>
                  <a:cubicBezTo>
                    <a:pt x="4916" y="2274"/>
                    <a:pt x="4944" y="2124"/>
                    <a:pt x="4990" y="1985"/>
                  </a:cubicBezTo>
                  <a:cubicBezTo>
                    <a:pt x="5003" y="1957"/>
                    <a:pt x="5017" y="1929"/>
                    <a:pt x="5032" y="1905"/>
                  </a:cubicBezTo>
                  <a:cubicBezTo>
                    <a:pt x="5069" y="1888"/>
                    <a:pt x="5111" y="1870"/>
                    <a:pt x="5149" y="1853"/>
                  </a:cubicBezTo>
                  <a:cubicBezTo>
                    <a:pt x="5241" y="1811"/>
                    <a:pt x="5320" y="1745"/>
                    <a:pt x="5376" y="1672"/>
                  </a:cubicBezTo>
                  <a:cubicBezTo>
                    <a:pt x="5445" y="1581"/>
                    <a:pt x="5508" y="1491"/>
                    <a:pt x="5540" y="1372"/>
                  </a:cubicBezTo>
                  <a:cubicBezTo>
                    <a:pt x="5561" y="1289"/>
                    <a:pt x="5567" y="1198"/>
                    <a:pt x="5571" y="1121"/>
                  </a:cubicBezTo>
                  <a:cubicBezTo>
                    <a:pt x="5578" y="979"/>
                    <a:pt x="5578" y="826"/>
                    <a:pt x="5578" y="700"/>
                  </a:cubicBezTo>
                  <a:lnTo>
                    <a:pt x="5578" y="586"/>
                  </a:lnTo>
                  <a:cubicBezTo>
                    <a:pt x="5578" y="377"/>
                    <a:pt x="5383" y="189"/>
                    <a:pt x="5167" y="189"/>
                  </a:cubicBezTo>
                  <a:lnTo>
                    <a:pt x="5153" y="192"/>
                  </a:lnTo>
                  <a:cubicBezTo>
                    <a:pt x="5101" y="192"/>
                    <a:pt x="5048" y="202"/>
                    <a:pt x="5003" y="223"/>
                  </a:cubicBezTo>
                  <a:cubicBezTo>
                    <a:pt x="4923" y="202"/>
                    <a:pt x="4847" y="185"/>
                    <a:pt x="4767" y="171"/>
                  </a:cubicBezTo>
                  <a:cubicBezTo>
                    <a:pt x="4645" y="150"/>
                    <a:pt x="4519" y="143"/>
                    <a:pt x="4397" y="133"/>
                  </a:cubicBezTo>
                  <a:lnTo>
                    <a:pt x="4387" y="133"/>
                  </a:lnTo>
                  <a:cubicBezTo>
                    <a:pt x="4335" y="130"/>
                    <a:pt x="4286" y="126"/>
                    <a:pt x="4234" y="122"/>
                  </a:cubicBezTo>
                  <a:cubicBezTo>
                    <a:pt x="4137" y="109"/>
                    <a:pt x="4036" y="94"/>
                    <a:pt x="3938" y="80"/>
                  </a:cubicBezTo>
                  <a:lnTo>
                    <a:pt x="3920" y="77"/>
                  </a:lnTo>
                  <a:cubicBezTo>
                    <a:pt x="3740" y="53"/>
                    <a:pt x="3552" y="25"/>
                    <a:pt x="3367" y="14"/>
                  </a:cubicBezTo>
                  <a:cubicBezTo>
                    <a:pt x="3245" y="8"/>
                    <a:pt x="3102" y="1"/>
                    <a:pt x="2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3"/>
            <p:cNvSpPr/>
            <p:nvPr/>
          </p:nvSpPr>
          <p:spPr>
            <a:xfrm>
              <a:off x="5710043" y="308162"/>
              <a:ext cx="102036" cy="117515"/>
            </a:xfrm>
            <a:custGeom>
              <a:rect b="b" l="l" r="r" t="t"/>
              <a:pathLst>
                <a:path extrusionOk="0" h="2900" w="2518">
                  <a:moveTo>
                    <a:pt x="1442" y="1"/>
                  </a:moveTo>
                  <a:cubicBezTo>
                    <a:pt x="1271" y="1"/>
                    <a:pt x="1100" y="49"/>
                    <a:pt x="947" y="123"/>
                  </a:cubicBezTo>
                  <a:cubicBezTo>
                    <a:pt x="808" y="192"/>
                    <a:pt x="690" y="279"/>
                    <a:pt x="578" y="380"/>
                  </a:cubicBezTo>
                  <a:cubicBezTo>
                    <a:pt x="526" y="422"/>
                    <a:pt x="488" y="478"/>
                    <a:pt x="446" y="530"/>
                  </a:cubicBezTo>
                  <a:cubicBezTo>
                    <a:pt x="394" y="596"/>
                    <a:pt x="345" y="666"/>
                    <a:pt x="300" y="739"/>
                  </a:cubicBezTo>
                  <a:cubicBezTo>
                    <a:pt x="223" y="867"/>
                    <a:pt x="164" y="1000"/>
                    <a:pt x="115" y="1139"/>
                  </a:cubicBezTo>
                  <a:cubicBezTo>
                    <a:pt x="0" y="1452"/>
                    <a:pt x="76" y="1794"/>
                    <a:pt x="219" y="2082"/>
                  </a:cubicBezTo>
                  <a:cubicBezTo>
                    <a:pt x="254" y="2149"/>
                    <a:pt x="285" y="2208"/>
                    <a:pt x="327" y="2267"/>
                  </a:cubicBezTo>
                  <a:cubicBezTo>
                    <a:pt x="394" y="2354"/>
                    <a:pt x="467" y="2431"/>
                    <a:pt x="550" y="2500"/>
                  </a:cubicBezTo>
                  <a:cubicBezTo>
                    <a:pt x="640" y="2580"/>
                    <a:pt x="742" y="2654"/>
                    <a:pt x="849" y="2713"/>
                  </a:cubicBezTo>
                  <a:cubicBezTo>
                    <a:pt x="1056" y="2829"/>
                    <a:pt x="1318" y="2900"/>
                    <a:pt x="1561" y="2900"/>
                  </a:cubicBezTo>
                  <a:cubicBezTo>
                    <a:pt x="1587" y="2900"/>
                    <a:pt x="1614" y="2899"/>
                    <a:pt x="1640" y="2897"/>
                  </a:cubicBezTo>
                  <a:cubicBezTo>
                    <a:pt x="1863" y="2880"/>
                    <a:pt x="2044" y="2702"/>
                    <a:pt x="2037" y="2473"/>
                  </a:cubicBezTo>
                  <a:cubicBezTo>
                    <a:pt x="2030" y="2264"/>
                    <a:pt x="1848" y="2078"/>
                    <a:pt x="1637" y="2078"/>
                  </a:cubicBezTo>
                  <a:cubicBezTo>
                    <a:pt x="1630" y="2078"/>
                    <a:pt x="1623" y="2078"/>
                    <a:pt x="1616" y="2079"/>
                  </a:cubicBezTo>
                  <a:cubicBezTo>
                    <a:pt x="1585" y="2079"/>
                    <a:pt x="1553" y="2082"/>
                    <a:pt x="1525" y="2082"/>
                  </a:cubicBezTo>
                  <a:cubicBezTo>
                    <a:pt x="1455" y="2069"/>
                    <a:pt x="1386" y="2055"/>
                    <a:pt x="1320" y="2034"/>
                  </a:cubicBezTo>
                  <a:cubicBezTo>
                    <a:pt x="1257" y="2003"/>
                    <a:pt x="1198" y="1968"/>
                    <a:pt x="1142" y="1929"/>
                  </a:cubicBezTo>
                  <a:cubicBezTo>
                    <a:pt x="1090" y="1891"/>
                    <a:pt x="1042" y="1846"/>
                    <a:pt x="996" y="1801"/>
                  </a:cubicBezTo>
                  <a:cubicBezTo>
                    <a:pt x="975" y="1762"/>
                    <a:pt x="954" y="1724"/>
                    <a:pt x="933" y="1685"/>
                  </a:cubicBezTo>
                  <a:cubicBezTo>
                    <a:pt x="912" y="1634"/>
                    <a:pt x="895" y="1581"/>
                    <a:pt x="881" y="1526"/>
                  </a:cubicBezTo>
                  <a:cubicBezTo>
                    <a:pt x="881" y="1502"/>
                    <a:pt x="878" y="1476"/>
                    <a:pt x="878" y="1449"/>
                  </a:cubicBezTo>
                  <a:cubicBezTo>
                    <a:pt x="885" y="1410"/>
                    <a:pt x="895" y="1376"/>
                    <a:pt x="909" y="1338"/>
                  </a:cubicBezTo>
                  <a:cubicBezTo>
                    <a:pt x="951" y="1240"/>
                    <a:pt x="1007" y="1146"/>
                    <a:pt x="1066" y="1059"/>
                  </a:cubicBezTo>
                  <a:cubicBezTo>
                    <a:pt x="1100" y="1017"/>
                    <a:pt x="1135" y="975"/>
                    <a:pt x="1177" y="937"/>
                  </a:cubicBezTo>
                  <a:cubicBezTo>
                    <a:pt x="1222" y="906"/>
                    <a:pt x="1271" y="875"/>
                    <a:pt x="1320" y="846"/>
                  </a:cubicBezTo>
                  <a:cubicBezTo>
                    <a:pt x="1351" y="836"/>
                    <a:pt x="1379" y="829"/>
                    <a:pt x="1407" y="822"/>
                  </a:cubicBezTo>
                  <a:cubicBezTo>
                    <a:pt x="1445" y="819"/>
                    <a:pt x="1480" y="819"/>
                    <a:pt x="1515" y="819"/>
                  </a:cubicBezTo>
                  <a:lnTo>
                    <a:pt x="1522" y="819"/>
                  </a:lnTo>
                  <a:cubicBezTo>
                    <a:pt x="1637" y="871"/>
                    <a:pt x="1744" y="930"/>
                    <a:pt x="1856" y="986"/>
                  </a:cubicBezTo>
                  <a:cubicBezTo>
                    <a:pt x="1920" y="1019"/>
                    <a:pt x="1989" y="1036"/>
                    <a:pt x="2056" y="1036"/>
                  </a:cubicBezTo>
                  <a:cubicBezTo>
                    <a:pt x="2199" y="1036"/>
                    <a:pt x="2336" y="963"/>
                    <a:pt x="2410" y="825"/>
                  </a:cubicBezTo>
                  <a:cubicBezTo>
                    <a:pt x="2517" y="637"/>
                    <a:pt x="2448" y="373"/>
                    <a:pt x="2249" y="272"/>
                  </a:cubicBezTo>
                  <a:cubicBezTo>
                    <a:pt x="2141" y="216"/>
                    <a:pt x="2033" y="160"/>
                    <a:pt x="1922" y="109"/>
                  </a:cubicBezTo>
                  <a:cubicBezTo>
                    <a:pt x="1852" y="73"/>
                    <a:pt x="1779" y="46"/>
                    <a:pt x="1703" y="22"/>
                  </a:cubicBezTo>
                  <a:cubicBezTo>
                    <a:pt x="1630" y="4"/>
                    <a:pt x="1550" y="1"/>
                    <a:pt x="14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3"/>
            <p:cNvSpPr/>
            <p:nvPr/>
          </p:nvSpPr>
          <p:spPr>
            <a:xfrm>
              <a:off x="6038486" y="309418"/>
              <a:ext cx="94742" cy="135507"/>
            </a:xfrm>
            <a:custGeom>
              <a:rect b="b" l="l" r="r" t="t"/>
              <a:pathLst>
                <a:path extrusionOk="0" h="3344" w="2338">
                  <a:moveTo>
                    <a:pt x="1348" y="1"/>
                  </a:moveTo>
                  <a:cubicBezTo>
                    <a:pt x="1247" y="1"/>
                    <a:pt x="1147" y="18"/>
                    <a:pt x="1046" y="46"/>
                  </a:cubicBezTo>
                  <a:cubicBezTo>
                    <a:pt x="885" y="92"/>
                    <a:pt x="756" y="189"/>
                    <a:pt x="628" y="293"/>
                  </a:cubicBezTo>
                  <a:cubicBezTo>
                    <a:pt x="520" y="380"/>
                    <a:pt x="436" y="499"/>
                    <a:pt x="356" y="610"/>
                  </a:cubicBezTo>
                  <a:cubicBezTo>
                    <a:pt x="283" y="714"/>
                    <a:pt x="223" y="826"/>
                    <a:pt x="171" y="944"/>
                  </a:cubicBezTo>
                  <a:cubicBezTo>
                    <a:pt x="115" y="1080"/>
                    <a:pt x="67" y="1223"/>
                    <a:pt x="39" y="1369"/>
                  </a:cubicBezTo>
                  <a:cubicBezTo>
                    <a:pt x="8" y="1537"/>
                    <a:pt x="1" y="1710"/>
                    <a:pt x="11" y="1881"/>
                  </a:cubicBezTo>
                  <a:cubicBezTo>
                    <a:pt x="19" y="2038"/>
                    <a:pt x="53" y="2194"/>
                    <a:pt x="88" y="2344"/>
                  </a:cubicBezTo>
                  <a:cubicBezTo>
                    <a:pt x="154" y="2640"/>
                    <a:pt x="311" y="2922"/>
                    <a:pt x="551" y="3113"/>
                  </a:cubicBezTo>
                  <a:cubicBezTo>
                    <a:pt x="683" y="3214"/>
                    <a:pt x="829" y="3288"/>
                    <a:pt x="993" y="3322"/>
                  </a:cubicBezTo>
                  <a:cubicBezTo>
                    <a:pt x="1070" y="3336"/>
                    <a:pt x="1150" y="3343"/>
                    <a:pt x="1226" y="3343"/>
                  </a:cubicBezTo>
                  <a:cubicBezTo>
                    <a:pt x="1261" y="3343"/>
                    <a:pt x="1296" y="3340"/>
                    <a:pt x="1330" y="3333"/>
                  </a:cubicBezTo>
                  <a:cubicBezTo>
                    <a:pt x="1383" y="3326"/>
                    <a:pt x="1435" y="3316"/>
                    <a:pt x="1488" y="3305"/>
                  </a:cubicBezTo>
                  <a:cubicBezTo>
                    <a:pt x="1637" y="3277"/>
                    <a:pt x="1783" y="3229"/>
                    <a:pt x="1926" y="3176"/>
                  </a:cubicBezTo>
                  <a:cubicBezTo>
                    <a:pt x="2027" y="3142"/>
                    <a:pt x="2114" y="3079"/>
                    <a:pt x="2166" y="2981"/>
                  </a:cubicBezTo>
                  <a:cubicBezTo>
                    <a:pt x="2219" y="2887"/>
                    <a:pt x="2233" y="2772"/>
                    <a:pt x="2201" y="2668"/>
                  </a:cubicBezTo>
                  <a:cubicBezTo>
                    <a:pt x="2150" y="2500"/>
                    <a:pt x="1982" y="2373"/>
                    <a:pt x="1807" y="2373"/>
                  </a:cubicBezTo>
                  <a:cubicBezTo>
                    <a:pt x="1768" y="2373"/>
                    <a:pt x="1728" y="2380"/>
                    <a:pt x="1690" y="2393"/>
                  </a:cubicBezTo>
                  <a:cubicBezTo>
                    <a:pt x="1547" y="2445"/>
                    <a:pt x="1401" y="2490"/>
                    <a:pt x="1251" y="2522"/>
                  </a:cubicBezTo>
                  <a:cubicBezTo>
                    <a:pt x="1230" y="2525"/>
                    <a:pt x="1205" y="2525"/>
                    <a:pt x="1181" y="2525"/>
                  </a:cubicBezTo>
                  <a:cubicBezTo>
                    <a:pt x="1160" y="2522"/>
                    <a:pt x="1139" y="2515"/>
                    <a:pt x="1118" y="2511"/>
                  </a:cubicBezTo>
                  <a:cubicBezTo>
                    <a:pt x="1101" y="2501"/>
                    <a:pt x="1087" y="2494"/>
                    <a:pt x="1073" y="2487"/>
                  </a:cubicBezTo>
                  <a:cubicBezTo>
                    <a:pt x="1042" y="2459"/>
                    <a:pt x="1014" y="2427"/>
                    <a:pt x="986" y="2400"/>
                  </a:cubicBezTo>
                  <a:cubicBezTo>
                    <a:pt x="965" y="2369"/>
                    <a:pt x="944" y="2334"/>
                    <a:pt x="927" y="2302"/>
                  </a:cubicBezTo>
                  <a:cubicBezTo>
                    <a:pt x="892" y="2208"/>
                    <a:pt x="871" y="2118"/>
                    <a:pt x="850" y="2024"/>
                  </a:cubicBezTo>
                  <a:cubicBezTo>
                    <a:pt x="829" y="1884"/>
                    <a:pt x="819" y="1745"/>
                    <a:pt x="826" y="1606"/>
                  </a:cubicBezTo>
                  <a:cubicBezTo>
                    <a:pt x="843" y="1505"/>
                    <a:pt x="868" y="1404"/>
                    <a:pt x="903" y="1307"/>
                  </a:cubicBezTo>
                  <a:cubicBezTo>
                    <a:pt x="944" y="1212"/>
                    <a:pt x="993" y="1125"/>
                    <a:pt x="1049" y="1042"/>
                  </a:cubicBezTo>
                  <a:cubicBezTo>
                    <a:pt x="1094" y="983"/>
                    <a:pt x="1142" y="927"/>
                    <a:pt x="1198" y="878"/>
                  </a:cubicBezTo>
                  <a:cubicBezTo>
                    <a:pt x="1223" y="861"/>
                    <a:pt x="1247" y="847"/>
                    <a:pt x="1272" y="833"/>
                  </a:cubicBezTo>
                  <a:cubicBezTo>
                    <a:pt x="1289" y="826"/>
                    <a:pt x="1303" y="823"/>
                    <a:pt x="1317" y="819"/>
                  </a:cubicBezTo>
                  <a:lnTo>
                    <a:pt x="1372" y="819"/>
                  </a:lnTo>
                  <a:cubicBezTo>
                    <a:pt x="1404" y="826"/>
                    <a:pt x="1435" y="833"/>
                    <a:pt x="1467" y="844"/>
                  </a:cubicBezTo>
                  <a:cubicBezTo>
                    <a:pt x="1536" y="875"/>
                    <a:pt x="1606" y="910"/>
                    <a:pt x="1676" y="948"/>
                  </a:cubicBezTo>
                  <a:cubicBezTo>
                    <a:pt x="1738" y="980"/>
                    <a:pt x="1806" y="995"/>
                    <a:pt x="1872" y="995"/>
                  </a:cubicBezTo>
                  <a:cubicBezTo>
                    <a:pt x="2016" y="995"/>
                    <a:pt x="2156" y="923"/>
                    <a:pt x="2233" y="788"/>
                  </a:cubicBezTo>
                  <a:cubicBezTo>
                    <a:pt x="2337" y="596"/>
                    <a:pt x="2271" y="335"/>
                    <a:pt x="2073" y="230"/>
                  </a:cubicBezTo>
                  <a:cubicBezTo>
                    <a:pt x="1895" y="140"/>
                    <a:pt x="1714" y="46"/>
                    <a:pt x="1515" y="15"/>
                  </a:cubicBezTo>
                  <a:cubicBezTo>
                    <a:pt x="1460" y="8"/>
                    <a:pt x="1404" y="1"/>
                    <a:pt x="13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3"/>
            <p:cNvSpPr/>
            <p:nvPr/>
          </p:nvSpPr>
          <p:spPr>
            <a:xfrm>
              <a:off x="6003676" y="119242"/>
              <a:ext cx="128821" cy="148474"/>
            </a:xfrm>
            <a:custGeom>
              <a:rect b="b" l="l" r="r" t="t"/>
              <a:pathLst>
                <a:path extrusionOk="0" h="3664" w="3179">
                  <a:moveTo>
                    <a:pt x="1772" y="1"/>
                  </a:moveTo>
                  <a:cubicBezTo>
                    <a:pt x="1598" y="1"/>
                    <a:pt x="1424" y="14"/>
                    <a:pt x="1249" y="46"/>
                  </a:cubicBezTo>
                  <a:cubicBezTo>
                    <a:pt x="1212" y="53"/>
                    <a:pt x="1173" y="59"/>
                    <a:pt x="1135" y="70"/>
                  </a:cubicBezTo>
                  <a:cubicBezTo>
                    <a:pt x="1075" y="38"/>
                    <a:pt x="1010" y="21"/>
                    <a:pt x="944" y="21"/>
                  </a:cubicBezTo>
                  <a:cubicBezTo>
                    <a:pt x="937" y="21"/>
                    <a:pt x="930" y="21"/>
                    <a:pt x="923" y="22"/>
                  </a:cubicBezTo>
                  <a:cubicBezTo>
                    <a:pt x="815" y="25"/>
                    <a:pt x="714" y="70"/>
                    <a:pt x="640" y="147"/>
                  </a:cubicBezTo>
                  <a:cubicBezTo>
                    <a:pt x="560" y="231"/>
                    <a:pt x="532" y="327"/>
                    <a:pt x="526" y="443"/>
                  </a:cubicBezTo>
                  <a:lnTo>
                    <a:pt x="526" y="453"/>
                  </a:lnTo>
                  <a:cubicBezTo>
                    <a:pt x="487" y="502"/>
                    <a:pt x="452" y="557"/>
                    <a:pt x="421" y="613"/>
                  </a:cubicBezTo>
                  <a:cubicBezTo>
                    <a:pt x="400" y="655"/>
                    <a:pt x="380" y="704"/>
                    <a:pt x="362" y="749"/>
                  </a:cubicBezTo>
                  <a:cubicBezTo>
                    <a:pt x="327" y="836"/>
                    <a:pt x="293" y="920"/>
                    <a:pt x="278" y="1010"/>
                  </a:cubicBezTo>
                  <a:cubicBezTo>
                    <a:pt x="264" y="1087"/>
                    <a:pt x="257" y="1160"/>
                    <a:pt x="247" y="1237"/>
                  </a:cubicBezTo>
                  <a:cubicBezTo>
                    <a:pt x="209" y="1547"/>
                    <a:pt x="163" y="1856"/>
                    <a:pt x="115" y="2166"/>
                  </a:cubicBezTo>
                  <a:cubicBezTo>
                    <a:pt x="90" y="2320"/>
                    <a:pt x="66" y="2473"/>
                    <a:pt x="49" y="2625"/>
                  </a:cubicBezTo>
                  <a:cubicBezTo>
                    <a:pt x="34" y="2733"/>
                    <a:pt x="24" y="2842"/>
                    <a:pt x="17" y="2953"/>
                  </a:cubicBezTo>
                  <a:cubicBezTo>
                    <a:pt x="0" y="3159"/>
                    <a:pt x="28" y="3406"/>
                    <a:pt x="195" y="3548"/>
                  </a:cubicBezTo>
                  <a:cubicBezTo>
                    <a:pt x="285" y="3625"/>
                    <a:pt x="372" y="3660"/>
                    <a:pt x="491" y="3663"/>
                  </a:cubicBezTo>
                  <a:cubicBezTo>
                    <a:pt x="543" y="3663"/>
                    <a:pt x="592" y="3652"/>
                    <a:pt x="640" y="3642"/>
                  </a:cubicBezTo>
                  <a:cubicBezTo>
                    <a:pt x="738" y="3622"/>
                    <a:pt x="836" y="3541"/>
                    <a:pt x="905" y="3475"/>
                  </a:cubicBezTo>
                  <a:cubicBezTo>
                    <a:pt x="954" y="3430"/>
                    <a:pt x="992" y="3371"/>
                    <a:pt x="1024" y="3312"/>
                  </a:cubicBezTo>
                  <a:cubicBezTo>
                    <a:pt x="1058" y="3308"/>
                    <a:pt x="1090" y="3305"/>
                    <a:pt x="1121" y="3294"/>
                  </a:cubicBezTo>
                  <a:cubicBezTo>
                    <a:pt x="1204" y="3270"/>
                    <a:pt x="1257" y="3221"/>
                    <a:pt x="1320" y="3169"/>
                  </a:cubicBezTo>
                  <a:cubicBezTo>
                    <a:pt x="1347" y="3130"/>
                    <a:pt x="1375" y="3096"/>
                    <a:pt x="1400" y="3057"/>
                  </a:cubicBezTo>
                  <a:cubicBezTo>
                    <a:pt x="1417" y="3037"/>
                    <a:pt x="1431" y="3016"/>
                    <a:pt x="1442" y="2995"/>
                  </a:cubicBezTo>
                  <a:cubicBezTo>
                    <a:pt x="1483" y="2935"/>
                    <a:pt x="1521" y="2876"/>
                    <a:pt x="1563" y="2821"/>
                  </a:cubicBezTo>
                  <a:cubicBezTo>
                    <a:pt x="1633" y="2712"/>
                    <a:pt x="1702" y="2608"/>
                    <a:pt x="1772" y="2500"/>
                  </a:cubicBezTo>
                  <a:cubicBezTo>
                    <a:pt x="1908" y="2299"/>
                    <a:pt x="2027" y="2086"/>
                    <a:pt x="2165" y="1888"/>
                  </a:cubicBezTo>
                  <a:cubicBezTo>
                    <a:pt x="2249" y="1783"/>
                    <a:pt x="2340" y="1682"/>
                    <a:pt x="2440" y="1595"/>
                  </a:cubicBezTo>
                  <a:cubicBezTo>
                    <a:pt x="2562" y="1487"/>
                    <a:pt x="2688" y="1386"/>
                    <a:pt x="2816" y="1285"/>
                  </a:cubicBezTo>
                  <a:cubicBezTo>
                    <a:pt x="2869" y="1240"/>
                    <a:pt x="2921" y="1195"/>
                    <a:pt x="2970" y="1139"/>
                  </a:cubicBezTo>
                  <a:cubicBezTo>
                    <a:pt x="3025" y="1073"/>
                    <a:pt x="3081" y="996"/>
                    <a:pt x="3116" y="916"/>
                  </a:cubicBezTo>
                  <a:cubicBezTo>
                    <a:pt x="3155" y="832"/>
                    <a:pt x="3179" y="749"/>
                    <a:pt x="3176" y="658"/>
                  </a:cubicBezTo>
                  <a:cubicBezTo>
                    <a:pt x="3171" y="592"/>
                    <a:pt x="3144" y="477"/>
                    <a:pt x="3102" y="425"/>
                  </a:cubicBezTo>
                  <a:cubicBezTo>
                    <a:pt x="3067" y="377"/>
                    <a:pt x="3033" y="327"/>
                    <a:pt x="2987" y="289"/>
                  </a:cubicBezTo>
                  <a:cubicBezTo>
                    <a:pt x="2938" y="247"/>
                    <a:pt x="2879" y="202"/>
                    <a:pt x="2816" y="178"/>
                  </a:cubicBezTo>
                  <a:cubicBezTo>
                    <a:pt x="2657" y="105"/>
                    <a:pt x="2493" y="56"/>
                    <a:pt x="2319" y="35"/>
                  </a:cubicBezTo>
                  <a:cubicBezTo>
                    <a:pt x="2138" y="14"/>
                    <a:pt x="1956" y="1"/>
                    <a:pt x="1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3"/>
            <p:cNvSpPr/>
            <p:nvPr/>
          </p:nvSpPr>
          <p:spPr>
            <a:xfrm>
              <a:off x="5700601" y="301922"/>
              <a:ext cx="133197" cy="140613"/>
            </a:xfrm>
            <a:custGeom>
              <a:rect b="b" l="l" r="r" t="t"/>
              <a:pathLst>
                <a:path extrusionOk="0" h="3470" w="3287">
                  <a:moveTo>
                    <a:pt x="1677" y="364"/>
                  </a:moveTo>
                  <a:cubicBezTo>
                    <a:pt x="1767" y="364"/>
                    <a:pt x="1856" y="371"/>
                    <a:pt x="1946" y="381"/>
                  </a:cubicBezTo>
                  <a:cubicBezTo>
                    <a:pt x="2054" y="398"/>
                    <a:pt x="2159" y="419"/>
                    <a:pt x="2256" y="454"/>
                  </a:cubicBezTo>
                  <a:cubicBezTo>
                    <a:pt x="2336" y="489"/>
                    <a:pt x="2413" y="534"/>
                    <a:pt x="2482" y="586"/>
                  </a:cubicBezTo>
                  <a:cubicBezTo>
                    <a:pt x="2514" y="611"/>
                    <a:pt x="2545" y="635"/>
                    <a:pt x="2573" y="663"/>
                  </a:cubicBezTo>
                  <a:cubicBezTo>
                    <a:pt x="2607" y="695"/>
                    <a:pt x="2639" y="725"/>
                    <a:pt x="2667" y="764"/>
                  </a:cubicBezTo>
                  <a:cubicBezTo>
                    <a:pt x="2712" y="823"/>
                    <a:pt x="2750" y="886"/>
                    <a:pt x="2782" y="955"/>
                  </a:cubicBezTo>
                  <a:cubicBezTo>
                    <a:pt x="2834" y="1098"/>
                    <a:pt x="2869" y="1248"/>
                    <a:pt x="2890" y="1397"/>
                  </a:cubicBezTo>
                  <a:cubicBezTo>
                    <a:pt x="2900" y="1474"/>
                    <a:pt x="2907" y="1551"/>
                    <a:pt x="2914" y="1627"/>
                  </a:cubicBezTo>
                  <a:cubicBezTo>
                    <a:pt x="2917" y="1704"/>
                    <a:pt x="2911" y="1777"/>
                    <a:pt x="2904" y="1854"/>
                  </a:cubicBezTo>
                  <a:cubicBezTo>
                    <a:pt x="2883" y="2011"/>
                    <a:pt x="2851" y="2167"/>
                    <a:pt x="2795" y="2317"/>
                  </a:cubicBezTo>
                  <a:cubicBezTo>
                    <a:pt x="2740" y="2435"/>
                    <a:pt x="2663" y="2543"/>
                    <a:pt x="2583" y="2651"/>
                  </a:cubicBezTo>
                  <a:cubicBezTo>
                    <a:pt x="2552" y="2689"/>
                    <a:pt x="2517" y="2731"/>
                    <a:pt x="2479" y="2773"/>
                  </a:cubicBezTo>
                  <a:cubicBezTo>
                    <a:pt x="2437" y="2815"/>
                    <a:pt x="2395" y="2853"/>
                    <a:pt x="2350" y="2891"/>
                  </a:cubicBezTo>
                  <a:cubicBezTo>
                    <a:pt x="2281" y="2940"/>
                    <a:pt x="2204" y="2985"/>
                    <a:pt x="2124" y="3023"/>
                  </a:cubicBezTo>
                  <a:cubicBezTo>
                    <a:pt x="2043" y="3055"/>
                    <a:pt x="1964" y="3076"/>
                    <a:pt x="1876" y="3093"/>
                  </a:cubicBezTo>
                  <a:cubicBezTo>
                    <a:pt x="1814" y="3100"/>
                    <a:pt x="1751" y="3104"/>
                    <a:pt x="1685" y="3104"/>
                  </a:cubicBezTo>
                  <a:cubicBezTo>
                    <a:pt x="1674" y="3104"/>
                    <a:pt x="1663" y="3105"/>
                    <a:pt x="1652" y="3105"/>
                  </a:cubicBezTo>
                  <a:cubicBezTo>
                    <a:pt x="1603" y="3105"/>
                    <a:pt x="1551" y="3099"/>
                    <a:pt x="1500" y="3093"/>
                  </a:cubicBezTo>
                  <a:cubicBezTo>
                    <a:pt x="1431" y="3083"/>
                    <a:pt x="1365" y="3072"/>
                    <a:pt x="1295" y="3055"/>
                  </a:cubicBezTo>
                  <a:cubicBezTo>
                    <a:pt x="1233" y="3041"/>
                    <a:pt x="1173" y="3020"/>
                    <a:pt x="1114" y="2999"/>
                  </a:cubicBezTo>
                  <a:cubicBezTo>
                    <a:pt x="1031" y="2961"/>
                    <a:pt x="950" y="2916"/>
                    <a:pt x="873" y="2860"/>
                  </a:cubicBezTo>
                  <a:cubicBezTo>
                    <a:pt x="836" y="2829"/>
                    <a:pt x="797" y="2797"/>
                    <a:pt x="762" y="2763"/>
                  </a:cubicBezTo>
                  <a:cubicBezTo>
                    <a:pt x="721" y="2724"/>
                    <a:pt x="682" y="2686"/>
                    <a:pt x="648" y="2644"/>
                  </a:cubicBezTo>
                  <a:cubicBezTo>
                    <a:pt x="581" y="2550"/>
                    <a:pt x="529" y="2453"/>
                    <a:pt x="477" y="2352"/>
                  </a:cubicBezTo>
                  <a:cubicBezTo>
                    <a:pt x="460" y="2303"/>
                    <a:pt x="439" y="2250"/>
                    <a:pt x="425" y="2202"/>
                  </a:cubicBezTo>
                  <a:cubicBezTo>
                    <a:pt x="404" y="2139"/>
                    <a:pt x="390" y="2080"/>
                    <a:pt x="380" y="2017"/>
                  </a:cubicBezTo>
                  <a:cubicBezTo>
                    <a:pt x="372" y="1951"/>
                    <a:pt x="365" y="1889"/>
                    <a:pt x="365" y="1826"/>
                  </a:cubicBezTo>
                  <a:cubicBezTo>
                    <a:pt x="362" y="1760"/>
                    <a:pt x="369" y="1693"/>
                    <a:pt x="376" y="1627"/>
                  </a:cubicBezTo>
                  <a:cubicBezTo>
                    <a:pt x="404" y="1439"/>
                    <a:pt x="446" y="1259"/>
                    <a:pt x="512" y="1084"/>
                  </a:cubicBezTo>
                  <a:cubicBezTo>
                    <a:pt x="564" y="969"/>
                    <a:pt x="623" y="862"/>
                    <a:pt x="696" y="757"/>
                  </a:cubicBezTo>
                  <a:cubicBezTo>
                    <a:pt x="738" y="708"/>
                    <a:pt x="783" y="663"/>
                    <a:pt x="836" y="624"/>
                  </a:cubicBezTo>
                  <a:cubicBezTo>
                    <a:pt x="870" y="597"/>
                    <a:pt x="905" y="576"/>
                    <a:pt x="944" y="555"/>
                  </a:cubicBezTo>
                  <a:cubicBezTo>
                    <a:pt x="1027" y="523"/>
                    <a:pt x="1114" y="492"/>
                    <a:pt x="1204" y="475"/>
                  </a:cubicBezTo>
                  <a:cubicBezTo>
                    <a:pt x="1243" y="465"/>
                    <a:pt x="1275" y="444"/>
                    <a:pt x="1295" y="415"/>
                  </a:cubicBezTo>
                  <a:cubicBezTo>
                    <a:pt x="1354" y="398"/>
                    <a:pt x="1417" y="388"/>
                    <a:pt x="1476" y="377"/>
                  </a:cubicBezTo>
                  <a:cubicBezTo>
                    <a:pt x="1543" y="368"/>
                    <a:pt x="1610" y="364"/>
                    <a:pt x="1677" y="364"/>
                  </a:cubicBezTo>
                  <a:close/>
                  <a:moveTo>
                    <a:pt x="1664" y="1"/>
                  </a:moveTo>
                  <a:cubicBezTo>
                    <a:pt x="1640" y="1"/>
                    <a:pt x="1619" y="5"/>
                    <a:pt x="1595" y="5"/>
                  </a:cubicBezTo>
                  <a:cubicBezTo>
                    <a:pt x="1473" y="8"/>
                    <a:pt x="1354" y="29"/>
                    <a:pt x="1236" y="57"/>
                  </a:cubicBezTo>
                  <a:cubicBezTo>
                    <a:pt x="1159" y="71"/>
                    <a:pt x="1087" y="99"/>
                    <a:pt x="1013" y="120"/>
                  </a:cubicBezTo>
                  <a:cubicBezTo>
                    <a:pt x="978" y="130"/>
                    <a:pt x="950" y="151"/>
                    <a:pt x="926" y="176"/>
                  </a:cubicBezTo>
                  <a:cubicBezTo>
                    <a:pt x="902" y="186"/>
                    <a:pt x="873" y="197"/>
                    <a:pt x="846" y="207"/>
                  </a:cubicBezTo>
                  <a:cubicBezTo>
                    <a:pt x="804" y="221"/>
                    <a:pt x="762" y="238"/>
                    <a:pt x="724" y="263"/>
                  </a:cubicBezTo>
                  <a:cubicBezTo>
                    <a:pt x="685" y="280"/>
                    <a:pt x="658" y="304"/>
                    <a:pt x="623" y="329"/>
                  </a:cubicBezTo>
                  <a:cubicBezTo>
                    <a:pt x="585" y="364"/>
                    <a:pt x="543" y="395"/>
                    <a:pt x="505" y="430"/>
                  </a:cubicBezTo>
                  <a:cubicBezTo>
                    <a:pt x="463" y="468"/>
                    <a:pt x="428" y="513"/>
                    <a:pt x="393" y="562"/>
                  </a:cubicBezTo>
                  <a:cubicBezTo>
                    <a:pt x="289" y="701"/>
                    <a:pt x="209" y="857"/>
                    <a:pt x="150" y="1025"/>
                  </a:cubicBezTo>
                  <a:cubicBezTo>
                    <a:pt x="87" y="1192"/>
                    <a:pt x="49" y="1363"/>
                    <a:pt x="25" y="1540"/>
                  </a:cubicBezTo>
                  <a:cubicBezTo>
                    <a:pt x="10" y="1641"/>
                    <a:pt x="0" y="1742"/>
                    <a:pt x="4" y="1844"/>
                  </a:cubicBezTo>
                  <a:cubicBezTo>
                    <a:pt x="7" y="1948"/>
                    <a:pt x="17" y="2052"/>
                    <a:pt x="38" y="2157"/>
                  </a:cubicBezTo>
                  <a:cubicBezTo>
                    <a:pt x="52" y="2247"/>
                    <a:pt x="84" y="2337"/>
                    <a:pt x="118" y="2421"/>
                  </a:cubicBezTo>
                  <a:cubicBezTo>
                    <a:pt x="160" y="2522"/>
                    <a:pt x="202" y="2616"/>
                    <a:pt x="258" y="2707"/>
                  </a:cubicBezTo>
                  <a:cubicBezTo>
                    <a:pt x="362" y="2888"/>
                    <a:pt x="505" y="3041"/>
                    <a:pt x="675" y="3163"/>
                  </a:cubicBezTo>
                  <a:cubicBezTo>
                    <a:pt x="748" y="3215"/>
                    <a:pt x="825" y="3264"/>
                    <a:pt x="905" y="3302"/>
                  </a:cubicBezTo>
                  <a:cubicBezTo>
                    <a:pt x="957" y="3330"/>
                    <a:pt x="1016" y="3348"/>
                    <a:pt x="1069" y="3369"/>
                  </a:cubicBezTo>
                  <a:cubicBezTo>
                    <a:pt x="1111" y="3382"/>
                    <a:pt x="1156" y="3396"/>
                    <a:pt x="1198" y="3406"/>
                  </a:cubicBezTo>
                  <a:cubicBezTo>
                    <a:pt x="1299" y="3435"/>
                    <a:pt x="1403" y="3445"/>
                    <a:pt x="1508" y="3459"/>
                  </a:cubicBezTo>
                  <a:cubicBezTo>
                    <a:pt x="1564" y="3465"/>
                    <a:pt x="1622" y="3469"/>
                    <a:pt x="1679" y="3469"/>
                  </a:cubicBezTo>
                  <a:cubicBezTo>
                    <a:pt x="1710" y="3469"/>
                    <a:pt x="1741" y="3468"/>
                    <a:pt x="1772" y="3465"/>
                  </a:cubicBezTo>
                  <a:cubicBezTo>
                    <a:pt x="1876" y="3459"/>
                    <a:pt x="1985" y="3445"/>
                    <a:pt x="2089" y="3417"/>
                  </a:cubicBezTo>
                  <a:cubicBezTo>
                    <a:pt x="2215" y="3385"/>
                    <a:pt x="2336" y="3333"/>
                    <a:pt x="2440" y="3267"/>
                  </a:cubicBezTo>
                  <a:cubicBezTo>
                    <a:pt x="2531" y="3208"/>
                    <a:pt x="2615" y="3142"/>
                    <a:pt x="2695" y="3072"/>
                  </a:cubicBezTo>
                  <a:cubicBezTo>
                    <a:pt x="2768" y="3003"/>
                    <a:pt x="2831" y="2922"/>
                    <a:pt x="2890" y="2846"/>
                  </a:cubicBezTo>
                  <a:cubicBezTo>
                    <a:pt x="2942" y="2773"/>
                    <a:pt x="2994" y="2700"/>
                    <a:pt x="3043" y="2623"/>
                  </a:cubicBezTo>
                  <a:cubicBezTo>
                    <a:pt x="3095" y="2536"/>
                    <a:pt x="3137" y="2442"/>
                    <a:pt x="3171" y="2345"/>
                  </a:cubicBezTo>
                  <a:cubicBezTo>
                    <a:pt x="3200" y="2265"/>
                    <a:pt x="3213" y="2181"/>
                    <a:pt x="3231" y="2101"/>
                  </a:cubicBezTo>
                  <a:cubicBezTo>
                    <a:pt x="3248" y="2003"/>
                    <a:pt x="3263" y="1910"/>
                    <a:pt x="3269" y="1812"/>
                  </a:cubicBezTo>
                  <a:cubicBezTo>
                    <a:pt x="3287" y="1635"/>
                    <a:pt x="3266" y="1460"/>
                    <a:pt x="3238" y="1286"/>
                  </a:cubicBezTo>
                  <a:cubicBezTo>
                    <a:pt x="3210" y="1108"/>
                    <a:pt x="3168" y="934"/>
                    <a:pt x="3095" y="771"/>
                  </a:cubicBezTo>
                  <a:cubicBezTo>
                    <a:pt x="3025" y="621"/>
                    <a:pt x="2921" y="481"/>
                    <a:pt x="2792" y="374"/>
                  </a:cubicBezTo>
                  <a:cubicBezTo>
                    <a:pt x="2653" y="256"/>
                    <a:pt x="2503" y="155"/>
                    <a:pt x="2329" y="95"/>
                  </a:cubicBezTo>
                  <a:cubicBezTo>
                    <a:pt x="2211" y="54"/>
                    <a:pt x="2089" y="36"/>
                    <a:pt x="1964" y="22"/>
                  </a:cubicBezTo>
                  <a:cubicBezTo>
                    <a:pt x="1863" y="8"/>
                    <a:pt x="1765" y="1"/>
                    <a:pt x="16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3"/>
            <p:cNvSpPr/>
            <p:nvPr/>
          </p:nvSpPr>
          <p:spPr>
            <a:xfrm>
              <a:off x="6027787" y="299693"/>
              <a:ext cx="143531" cy="157349"/>
            </a:xfrm>
            <a:custGeom>
              <a:rect b="b" l="l" r="r" t="t"/>
              <a:pathLst>
                <a:path extrusionOk="0" h="3883" w="3542">
                  <a:moveTo>
                    <a:pt x="505" y="2779"/>
                  </a:moveTo>
                  <a:lnTo>
                    <a:pt x="505" y="2779"/>
                  </a:lnTo>
                  <a:cubicBezTo>
                    <a:pt x="506" y="2782"/>
                    <a:pt x="507" y="2785"/>
                    <a:pt x="508" y="2787"/>
                  </a:cubicBezTo>
                  <a:lnTo>
                    <a:pt x="508" y="2787"/>
                  </a:lnTo>
                  <a:cubicBezTo>
                    <a:pt x="508" y="2785"/>
                    <a:pt x="507" y="2782"/>
                    <a:pt x="505" y="2779"/>
                  </a:cubicBezTo>
                  <a:close/>
                  <a:moveTo>
                    <a:pt x="1570" y="377"/>
                  </a:moveTo>
                  <a:cubicBezTo>
                    <a:pt x="1602" y="399"/>
                    <a:pt x="1641" y="411"/>
                    <a:pt x="1680" y="411"/>
                  </a:cubicBezTo>
                  <a:cubicBezTo>
                    <a:pt x="1696" y="411"/>
                    <a:pt x="1712" y="409"/>
                    <a:pt x="1727" y="404"/>
                  </a:cubicBezTo>
                  <a:cubicBezTo>
                    <a:pt x="1752" y="404"/>
                    <a:pt x="1776" y="404"/>
                    <a:pt x="1803" y="408"/>
                  </a:cubicBezTo>
                  <a:cubicBezTo>
                    <a:pt x="1919" y="425"/>
                    <a:pt x="2030" y="457"/>
                    <a:pt x="2138" y="499"/>
                  </a:cubicBezTo>
                  <a:cubicBezTo>
                    <a:pt x="2208" y="526"/>
                    <a:pt x="2277" y="562"/>
                    <a:pt x="2343" y="599"/>
                  </a:cubicBezTo>
                  <a:cubicBezTo>
                    <a:pt x="2417" y="638"/>
                    <a:pt x="2479" y="683"/>
                    <a:pt x="2545" y="729"/>
                  </a:cubicBezTo>
                  <a:cubicBezTo>
                    <a:pt x="2608" y="780"/>
                    <a:pt x="2667" y="833"/>
                    <a:pt x="2723" y="888"/>
                  </a:cubicBezTo>
                  <a:cubicBezTo>
                    <a:pt x="2789" y="951"/>
                    <a:pt x="2845" y="1024"/>
                    <a:pt x="2901" y="1097"/>
                  </a:cubicBezTo>
                  <a:cubicBezTo>
                    <a:pt x="2890" y="1084"/>
                    <a:pt x="2880" y="1073"/>
                    <a:pt x="2869" y="1059"/>
                  </a:cubicBezTo>
                  <a:lnTo>
                    <a:pt x="2869" y="1059"/>
                  </a:lnTo>
                  <a:cubicBezTo>
                    <a:pt x="2936" y="1146"/>
                    <a:pt x="2991" y="1237"/>
                    <a:pt x="3036" y="1330"/>
                  </a:cubicBezTo>
                  <a:cubicBezTo>
                    <a:pt x="3095" y="1484"/>
                    <a:pt x="3134" y="1637"/>
                    <a:pt x="3161" y="1797"/>
                  </a:cubicBezTo>
                  <a:cubicBezTo>
                    <a:pt x="3169" y="1857"/>
                    <a:pt x="3175" y="1915"/>
                    <a:pt x="3175" y="1978"/>
                  </a:cubicBezTo>
                  <a:cubicBezTo>
                    <a:pt x="3179" y="2048"/>
                    <a:pt x="3172" y="2114"/>
                    <a:pt x="3165" y="2183"/>
                  </a:cubicBezTo>
                  <a:cubicBezTo>
                    <a:pt x="3155" y="2264"/>
                    <a:pt x="3140" y="2344"/>
                    <a:pt x="3119" y="2427"/>
                  </a:cubicBezTo>
                  <a:cubicBezTo>
                    <a:pt x="3106" y="2500"/>
                    <a:pt x="3082" y="2574"/>
                    <a:pt x="3053" y="2646"/>
                  </a:cubicBezTo>
                  <a:cubicBezTo>
                    <a:pt x="3033" y="2696"/>
                    <a:pt x="3012" y="2744"/>
                    <a:pt x="2984" y="2789"/>
                  </a:cubicBezTo>
                  <a:cubicBezTo>
                    <a:pt x="2957" y="2834"/>
                    <a:pt x="2928" y="2880"/>
                    <a:pt x="2897" y="2922"/>
                  </a:cubicBezTo>
                  <a:cubicBezTo>
                    <a:pt x="2855" y="2967"/>
                    <a:pt x="2817" y="3012"/>
                    <a:pt x="2772" y="3054"/>
                  </a:cubicBezTo>
                  <a:cubicBezTo>
                    <a:pt x="2727" y="3093"/>
                    <a:pt x="2681" y="3131"/>
                    <a:pt x="2636" y="3169"/>
                  </a:cubicBezTo>
                  <a:cubicBezTo>
                    <a:pt x="2566" y="3221"/>
                    <a:pt x="2493" y="3266"/>
                    <a:pt x="2420" y="3312"/>
                  </a:cubicBezTo>
                  <a:cubicBezTo>
                    <a:pt x="2347" y="3357"/>
                    <a:pt x="2267" y="3395"/>
                    <a:pt x="2190" y="3430"/>
                  </a:cubicBezTo>
                  <a:cubicBezTo>
                    <a:pt x="2110" y="3458"/>
                    <a:pt x="2033" y="3486"/>
                    <a:pt x="1954" y="3503"/>
                  </a:cubicBezTo>
                  <a:cubicBezTo>
                    <a:pt x="1870" y="3510"/>
                    <a:pt x="1787" y="3514"/>
                    <a:pt x="1703" y="3517"/>
                  </a:cubicBezTo>
                  <a:cubicBezTo>
                    <a:pt x="1690" y="3518"/>
                    <a:pt x="1677" y="3518"/>
                    <a:pt x="1665" y="3518"/>
                  </a:cubicBezTo>
                  <a:cubicBezTo>
                    <a:pt x="1607" y="3518"/>
                    <a:pt x="1550" y="3513"/>
                    <a:pt x="1490" y="3507"/>
                  </a:cubicBezTo>
                  <a:cubicBezTo>
                    <a:pt x="1438" y="3496"/>
                    <a:pt x="1382" y="3486"/>
                    <a:pt x="1330" y="3472"/>
                  </a:cubicBezTo>
                  <a:cubicBezTo>
                    <a:pt x="1271" y="3458"/>
                    <a:pt x="1215" y="3437"/>
                    <a:pt x="1156" y="3416"/>
                  </a:cubicBezTo>
                  <a:cubicBezTo>
                    <a:pt x="1107" y="3395"/>
                    <a:pt x="1059" y="3374"/>
                    <a:pt x="1014" y="3350"/>
                  </a:cubicBezTo>
                  <a:cubicBezTo>
                    <a:pt x="958" y="3322"/>
                    <a:pt x="905" y="3287"/>
                    <a:pt x="853" y="3252"/>
                  </a:cubicBezTo>
                  <a:cubicBezTo>
                    <a:pt x="787" y="3197"/>
                    <a:pt x="725" y="3138"/>
                    <a:pt x="669" y="3072"/>
                  </a:cubicBezTo>
                  <a:cubicBezTo>
                    <a:pt x="630" y="3016"/>
                    <a:pt x="596" y="2960"/>
                    <a:pt x="564" y="2901"/>
                  </a:cubicBezTo>
                  <a:cubicBezTo>
                    <a:pt x="541" y="2865"/>
                    <a:pt x="525" y="2826"/>
                    <a:pt x="508" y="2787"/>
                  </a:cubicBezTo>
                  <a:lnTo>
                    <a:pt x="508" y="2787"/>
                  </a:lnTo>
                  <a:cubicBezTo>
                    <a:pt x="508" y="2788"/>
                    <a:pt x="508" y="2789"/>
                    <a:pt x="508" y="2789"/>
                  </a:cubicBezTo>
                  <a:cubicBezTo>
                    <a:pt x="481" y="2713"/>
                    <a:pt x="453" y="2636"/>
                    <a:pt x="432" y="2556"/>
                  </a:cubicBezTo>
                  <a:cubicBezTo>
                    <a:pt x="411" y="2483"/>
                    <a:pt x="394" y="2410"/>
                    <a:pt x="383" y="2337"/>
                  </a:cubicBezTo>
                  <a:cubicBezTo>
                    <a:pt x="369" y="2219"/>
                    <a:pt x="362" y="2100"/>
                    <a:pt x="373" y="1982"/>
                  </a:cubicBezTo>
                  <a:cubicBezTo>
                    <a:pt x="390" y="1863"/>
                    <a:pt x="415" y="1748"/>
                    <a:pt x="445" y="1634"/>
                  </a:cubicBezTo>
                  <a:cubicBezTo>
                    <a:pt x="477" y="1523"/>
                    <a:pt x="516" y="1414"/>
                    <a:pt x="557" y="1309"/>
                  </a:cubicBezTo>
                  <a:cubicBezTo>
                    <a:pt x="596" y="1230"/>
                    <a:pt x="638" y="1150"/>
                    <a:pt x="683" y="1073"/>
                  </a:cubicBezTo>
                  <a:cubicBezTo>
                    <a:pt x="725" y="1004"/>
                    <a:pt x="773" y="941"/>
                    <a:pt x="822" y="875"/>
                  </a:cubicBezTo>
                  <a:cubicBezTo>
                    <a:pt x="867" y="816"/>
                    <a:pt x="919" y="760"/>
                    <a:pt x="968" y="704"/>
                  </a:cubicBezTo>
                  <a:cubicBezTo>
                    <a:pt x="1024" y="645"/>
                    <a:pt x="1083" y="592"/>
                    <a:pt x="1142" y="541"/>
                  </a:cubicBezTo>
                  <a:cubicBezTo>
                    <a:pt x="1188" y="509"/>
                    <a:pt x="1236" y="478"/>
                    <a:pt x="1289" y="453"/>
                  </a:cubicBezTo>
                  <a:cubicBezTo>
                    <a:pt x="1344" y="432"/>
                    <a:pt x="1403" y="415"/>
                    <a:pt x="1462" y="398"/>
                  </a:cubicBezTo>
                  <a:cubicBezTo>
                    <a:pt x="1498" y="387"/>
                    <a:pt x="1536" y="380"/>
                    <a:pt x="1570" y="377"/>
                  </a:cubicBezTo>
                  <a:close/>
                  <a:moveTo>
                    <a:pt x="1661" y="1"/>
                  </a:moveTo>
                  <a:cubicBezTo>
                    <a:pt x="1546" y="14"/>
                    <a:pt x="1432" y="28"/>
                    <a:pt x="1320" y="60"/>
                  </a:cubicBezTo>
                  <a:cubicBezTo>
                    <a:pt x="1163" y="102"/>
                    <a:pt x="1017" y="171"/>
                    <a:pt x="895" y="276"/>
                  </a:cubicBezTo>
                  <a:cubicBezTo>
                    <a:pt x="818" y="338"/>
                    <a:pt x="749" y="404"/>
                    <a:pt x="683" y="478"/>
                  </a:cubicBezTo>
                  <a:cubicBezTo>
                    <a:pt x="609" y="557"/>
                    <a:pt x="547" y="641"/>
                    <a:pt x="481" y="729"/>
                  </a:cubicBezTo>
                  <a:cubicBezTo>
                    <a:pt x="425" y="801"/>
                    <a:pt x="373" y="885"/>
                    <a:pt x="324" y="965"/>
                  </a:cubicBezTo>
                  <a:cubicBezTo>
                    <a:pt x="268" y="1059"/>
                    <a:pt x="230" y="1160"/>
                    <a:pt x="188" y="1258"/>
                  </a:cubicBezTo>
                  <a:cubicBezTo>
                    <a:pt x="153" y="1345"/>
                    <a:pt x="125" y="1435"/>
                    <a:pt x="101" y="1526"/>
                  </a:cubicBezTo>
                  <a:cubicBezTo>
                    <a:pt x="74" y="1613"/>
                    <a:pt x="49" y="1703"/>
                    <a:pt x="35" y="1794"/>
                  </a:cubicBezTo>
                  <a:cubicBezTo>
                    <a:pt x="24" y="1884"/>
                    <a:pt x="11" y="1975"/>
                    <a:pt x="3" y="2066"/>
                  </a:cubicBezTo>
                  <a:cubicBezTo>
                    <a:pt x="0" y="2159"/>
                    <a:pt x="11" y="2254"/>
                    <a:pt x="21" y="2344"/>
                  </a:cubicBezTo>
                  <a:cubicBezTo>
                    <a:pt x="32" y="2452"/>
                    <a:pt x="53" y="2553"/>
                    <a:pt x="80" y="2654"/>
                  </a:cubicBezTo>
                  <a:cubicBezTo>
                    <a:pt x="132" y="2849"/>
                    <a:pt x="212" y="3037"/>
                    <a:pt x="320" y="3204"/>
                  </a:cubicBezTo>
                  <a:cubicBezTo>
                    <a:pt x="390" y="3315"/>
                    <a:pt x="481" y="3416"/>
                    <a:pt x="582" y="3500"/>
                  </a:cubicBezTo>
                  <a:cubicBezTo>
                    <a:pt x="627" y="3535"/>
                    <a:pt x="672" y="3570"/>
                    <a:pt x="717" y="3601"/>
                  </a:cubicBezTo>
                  <a:cubicBezTo>
                    <a:pt x="759" y="3628"/>
                    <a:pt x="808" y="3653"/>
                    <a:pt x="853" y="3678"/>
                  </a:cubicBezTo>
                  <a:cubicBezTo>
                    <a:pt x="944" y="3726"/>
                    <a:pt x="1048" y="3761"/>
                    <a:pt x="1146" y="3795"/>
                  </a:cubicBezTo>
                  <a:cubicBezTo>
                    <a:pt x="1247" y="3834"/>
                    <a:pt x="1355" y="3855"/>
                    <a:pt x="1459" y="3869"/>
                  </a:cubicBezTo>
                  <a:cubicBezTo>
                    <a:pt x="1501" y="3872"/>
                    <a:pt x="1546" y="3879"/>
                    <a:pt x="1588" y="3879"/>
                  </a:cubicBezTo>
                  <a:cubicBezTo>
                    <a:pt x="1616" y="3881"/>
                    <a:pt x="1644" y="3882"/>
                    <a:pt x="1671" y="3882"/>
                  </a:cubicBezTo>
                  <a:cubicBezTo>
                    <a:pt x="1699" y="3882"/>
                    <a:pt x="1727" y="3881"/>
                    <a:pt x="1755" y="3879"/>
                  </a:cubicBezTo>
                  <a:cubicBezTo>
                    <a:pt x="1901" y="3876"/>
                    <a:pt x="2044" y="3862"/>
                    <a:pt x="2179" y="3820"/>
                  </a:cubicBezTo>
                  <a:cubicBezTo>
                    <a:pt x="2288" y="3785"/>
                    <a:pt x="2392" y="3737"/>
                    <a:pt x="2493" y="3684"/>
                  </a:cubicBezTo>
                  <a:cubicBezTo>
                    <a:pt x="2581" y="3642"/>
                    <a:pt x="2660" y="3591"/>
                    <a:pt x="2740" y="3538"/>
                  </a:cubicBezTo>
                  <a:cubicBezTo>
                    <a:pt x="2827" y="3479"/>
                    <a:pt x="2911" y="3416"/>
                    <a:pt x="2987" y="3347"/>
                  </a:cubicBezTo>
                  <a:cubicBezTo>
                    <a:pt x="3026" y="3312"/>
                    <a:pt x="3061" y="3277"/>
                    <a:pt x="3099" y="3242"/>
                  </a:cubicBezTo>
                  <a:cubicBezTo>
                    <a:pt x="3137" y="3200"/>
                    <a:pt x="3175" y="3152"/>
                    <a:pt x="3211" y="3103"/>
                  </a:cubicBezTo>
                  <a:cubicBezTo>
                    <a:pt x="3270" y="3030"/>
                    <a:pt x="3315" y="2946"/>
                    <a:pt x="3353" y="2860"/>
                  </a:cubicBezTo>
                  <a:cubicBezTo>
                    <a:pt x="3399" y="2768"/>
                    <a:pt x="3433" y="2671"/>
                    <a:pt x="3461" y="2574"/>
                  </a:cubicBezTo>
                  <a:cubicBezTo>
                    <a:pt x="3482" y="2479"/>
                    <a:pt x="3500" y="2386"/>
                    <a:pt x="3513" y="2291"/>
                  </a:cubicBezTo>
                  <a:cubicBezTo>
                    <a:pt x="3531" y="2180"/>
                    <a:pt x="3541" y="2069"/>
                    <a:pt x="3541" y="1957"/>
                  </a:cubicBezTo>
                  <a:cubicBezTo>
                    <a:pt x="3541" y="1915"/>
                    <a:pt x="3534" y="1870"/>
                    <a:pt x="3527" y="1828"/>
                  </a:cubicBezTo>
                  <a:cubicBezTo>
                    <a:pt x="3521" y="1769"/>
                    <a:pt x="3513" y="1714"/>
                    <a:pt x="3503" y="1658"/>
                  </a:cubicBezTo>
                  <a:cubicBezTo>
                    <a:pt x="3489" y="1571"/>
                    <a:pt x="3468" y="1487"/>
                    <a:pt x="3444" y="1404"/>
                  </a:cubicBezTo>
                  <a:cubicBezTo>
                    <a:pt x="3391" y="1226"/>
                    <a:pt x="3315" y="1049"/>
                    <a:pt x="3203" y="902"/>
                  </a:cubicBezTo>
                  <a:cubicBezTo>
                    <a:pt x="3140" y="819"/>
                    <a:pt x="3078" y="735"/>
                    <a:pt x="3008" y="658"/>
                  </a:cubicBezTo>
                  <a:cubicBezTo>
                    <a:pt x="2949" y="592"/>
                    <a:pt x="2880" y="533"/>
                    <a:pt x="2810" y="481"/>
                  </a:cubicBezTo>
                  <a:cubicBezTo>
                    <a:pt x="2713" y="404"/>
                    <a:pt x="2615" y="332"/>
                    <a:pt x="2504" y="272"/>
                  </a:cubicBezTo>
                  <a:cubicBezTo>
                    <a:pt x="2392" y="213"/>
                    <a:pt x="2281" y="160"/>
                    <a:pt x="2163" y="123"/>
                  </a:cubicBezTo>
                  <a:cubicBezTo>
                    <a:pt x="2086" y="94"/>
                    <a:pt x="2002" y="74"/>
                    <a:pt x="1919" y="60"/>
                  </a:cubicBezTo>
                  <a:cubicBezTo>
                    <a:pt x="1874" y="53"/>
                    <a:pt x="1828" y="49"/>
                    <a:pt x="1782" y="43"/>
                  </a:cubicBezTo>
                  <a:cubicBezTo>
                    <a:pt x="1755" y="18"/>
                    <a:pt x="1713" y="1"/>
                    <a:pt x="1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3"/>
            <p:cNvSpPr/>
            <p:nvPr/>
          </p:nvSpPr>
          <p:spPr>
            <a:xfrm>
              <a:off x="5726252" y="327208"/>
              <a:ext cx="80883" cy="86232"/>
            </a:xfrm>
            <a:custGeom>
              <a:rect b="b" l="l" r="r" t="t"/>
              <a:pathLst>
                <a:path extrusionOk="0" h="2128" w="1996">
                  <a:moveTo>
                    <a:pt x="1122" y="380"/>
                  </a:moveTo>
                  <a:cubicBezTo>
                    <a:pt x="1139" y="384"/>
                    <a:pt x="1156" y="391"/>
                    <a:pt x="1177" y="397"/>
                  </a:cubicBezTo>
                  <a:cubicBezTo>
                    <a:pt x="1219" y="418"/>
                    <a:pt x="1261" y="442"/>
                    <a:pt x="1303" y="471"/>
                  </a:cubicBezTo>
                  <a:cubicBezTo>
                    <a:pt x="1344" y="505"/>
                    <a:pt x="1386" y="540"/>
                    <a:pt x="1428" y="579"/>
                  </a:cubicBezTo>
                  <a:cubicBezTo>
                    <a:pt x="1463" y="606"/>
                    <a:pt x="1498" y="638"/>
                    <a:pt x="1529" y="672"/>
                  </a:cubicBezTo>
                  <a:cubicBezTo>
                    <a:pt x="1553" y="711"/>
                    <a:pt x="1578" y="752"/>
                    <a:pt x="1598" y="794"/>
                  </a:cubicBezTo>
                  <a:cubicBezTo>
                    <a:pt x="1609" y="818"/>
                    <a:pt x="1616" y="847"/>
                    <a:pt x="1619" y="871"/>
                  </a:cubicBezTo>
                  <a:cubicBezTo>
                    <a:pt x="1627" y="934"/>
                    <a:pt x="1627" y="996"/>
                    <a:pt x="1619" y="1059"/>
                  </a:cubicBezTo>
                  <a:cubicBezTo>
                    <a:pt x="1613" y="1104"/>
                    <a:pt x="1606" y="1149"/>
                    <a:pt x="1595" y="1194"/>
                  </a:cubicBezTo>
                  <a:cubicBezTo>
                    <a:pt x="1585" y="1244"/>
                    <a:pt x="1567" y="1286"/>
                    <a:pt x="1550" y="1331"/>
                  </a:cubicBezTo>
                  <a:cubicBezTo>
                    <a:pt x="1522" y="1397"/>
                    <a:pt x="1491" y="1459"/>
                    <a:pt x="1449" y="1519"/>
                  </a:cubicBezTo>
                  <a:cubicBezTo>
                    <a:pt x="1410" y="1564"/>
                    <a:pt x="1373" y="1602"/>
                    <a:pt x="1327" y="1637"/>
                  </a:cubicBezTo>
                  <a:cubicBezTo>
                    <a:pt x="1282" y="1668"/>
                    <a:pt x="1233" y="1696"/>
                    <a:pt x="1181" y="1721"/>
                  </a:cubicBezTo>
                  <a:cubicBezTo>
                    <a:pt x="1139" y="1738"/>
                    <a:pt x="1094" y="1752"/>
                    <a:pt x="1049" y="1763"/>
                  </a:cubicBezTo>
                  <a:cubicBezTo>
                    <a:pt x="1028" y="1764"/>
                    <a:pt x="1008" y="1765"/>
                    <a:pt x="988" y="1765"/>
                  </a:cubicBezTo>
                  <a:cubicBezTo>
                    <a:pt x="967" y="1765"/>
                    <a:pt x="947" y="1764"/>
                    <a:pt x="927" y="1763"/>
                  </a:cubicBezTo>
                  <a:cubicBezTo>
                    <a:pt x="892" y="1755"/>
                    <a:pt x="857" y="1745"/>
                    <a:pt x="822" y="1734"/>
                  </a:cubicBezTo>
                  <a:cubicBezTo>
                    <a:pt x="756" y="1700"/>
                    <a:pt x="693" y="1662"/>
                    <a:pt x="631" y="1620"/>
                  </a:cubicBezTo>
                  <a:cubicBezTo>
                    <a:pt x="596" y="1588"/>
                    <a:pt x="561" y="1557"/>
                    <a:pt x="530" y="1519"/>
                  </a:cubicBezTo>
                  <a:cubicBezTo>
                    <a:pt x="488" y="1459"/>
                    <a:pt x="454" y="1393"/>
                    <a:pt x="422" y="1327"/>
                  </a:cubicBezTo>
                  <a:cubicBezTo>
                    <a:pt x="408" y="1292"/>
                    <a:pt x="394" y="1254"/>
                    <a:pt x="383" y="1220"/>
                  </a:cubicBezTo>
                  <a:cubicBezTo>
                    <a:pt x="380" y="1199"/>
                    <a:pt x="377" y="1178"/>
                    <a:pt x="373" y="1153"/>
                  </a:cubicBezTo>
                  <a:cubicBezTo>
                    <a:pt x="366" y="1098"/>
                    <a:pt x="366" y="1045"/>
                    <a:pt x="373" y="990"/>
                  </a:cubicBezTo>
                  <a:cubicBezTo>
                    <a:pt x="383" y="916"/>
                    <a:pt x="398" y="839"/>
                    <a:pt x="422" y="770"/>
                  </a:cubicBezTo>
                  <a:cubicBezTo>
                    <a:pt x="443" y="725"/>
                    <a:pt x="467" y="683"/>
                    <a:pt x="495" y="641"/>
                  </a:cubicBezTo>
                  <a:cubicBezTo>
                    <a:pt x="533" y="599"/>
                    <a:pt x="575" y="561"/>
                    <a:pt x="617" y="526"/>
                  </a:cubicBezTo>
                  <a:cubicBezTo>
                    <a:pt x="676" y="484"/>
                    <a:pt x="732" y="450"/>
                    <a:pt x="795" y="418"/>
                  </a:cubicBezTo>
                  <a:cubicBezTo>
                    <a:pt x="809" y="415"/>
                    <a:pt x="822" y="411"/>
                    <a:pt x="836" y="408"/>
                  </a:cubicBezTo>
                  <a:cubicBezTo>
                    <a:pt x="866" y="405"/>
                    <a:pt x="896" y="404"/>
                    <a:pt x="927" y="404"/>
                  </a:cubicBezTo>
                  <a:cubicBezTo>
                    <a:pt x="962" y="404"/>
                    <a:pt x="996" y="405"/>
                    <a:pt x="1031" y="405"/>
                  </a:cubicBezTo>
                  <a:lnTo>
                    <a:pt x="1034" y="405"/>
                  </a:lnTo>
                  <a:cubicBezTo>
                    <a:pt x="1066" y="405"/>
                    <a:pt x="1094" y="394"/>
                    <a:pt x="1122" y="380"/>
                  </a:cubicBezTo>
                  <a:close/>
                  <a:moveTo>
                    <a:pt x="1034" y="0"/>
                  </a:moveTo>
                  <a:cubicBezTo>
                    <a:pt x="986" y="0"/>
                    <a:pt x="941" y="11"/>
                    <a:pt x="902" y="42"/>
                  </a:cubicBezTo>
                  <a:cubicBezTo>
                    <a:pt x="843" y="42"/>
                    <a:pt x="784" y="45"/>
                    <a:pt x="729" y="60"/>
                  </a:cubicBezTo>
                  <a:cubicBezTo>
                    <a:pt x="676" y="71"/>
                    <a:pt x="627" y="98"/>
                    <a:pt x="579" y="122"/>
                  </a:cubicBezTo>
                  <a:cubicBezTo>
                    <a:pt x="544" y="140"/>
                    <a:pt x="509" y="161"/>
                    <a:pt x="474" y="185"/>
                  </a:cubicBezTo>
                  <a:cubicBezTo>
                    <a:pt x="398" y="238"/>
                    <a:pt x="317" y="293"/>
                    <a:pt x="255" y="363"/>
                  </a:cubicBezTo>
                  <a:cubicBezTo>
                    <a:pt x="192" y="436"/>
                    <a:pt x="136" y="516"/>
                    <a:pt x="98" y="606"/>
                  </a:cubicBezTo>
                  <a:cubicBezTo>
                    <a:pt x="63" y="697"/>
                    <a:pt x="36" y="788"/>
                    <a:pt x="22" y="881"/>
                  </a:cubicBezTo>
                  <a:cubicBezTo>
                    <a:pt x="15" y="940"/>
                    <a:pt x="7" y="1000"/>
                    <a:pt x="4" y="1059"/>
                  </a:cubicBezTo>
                  <a:cubicBezTo>
                    <a:pt x="1" y="1111"/>
                    <a:pt x="7" y="1170"/>
                    <a:pt x="18" y="1223"/>
                  </a:cubicBezTo>
                  <a:cubicBezTo>
                    <a:pt x="25" y="1275"/>
                    <a:pt x="36" y="1331"/>
                    <a:pt x="52" y="1382"/>
                  </a:cubicBezTo>
                  <a:cubicBezTo>
                    <a:pt x="73" y="1438"/>
                    <a:pt x="98" y="1498"/>
                    <a:pt x="126" y="1550"/>
                  </a:cubicBezTo>
                  <a:cubicBezTo>
                    <a:pt x="182" y="1658"/>
                    <a:pt x="248" y="1759"/>
                    <a:pt x="335" y="1842"/>
                  </a:cubicBezTo>
                  <a:cubicBezTo>
                    <a:pt x="415" y="1916"/>
                    <a:pt x="502" y="1972"/>
                    <a:pt x="596" y="2023"/>
                  </a:cubicBezTo>
                  <a:cubicBezTo>
                    <a:pt x="700" y="2086"/>
                    <a:pt x="825" y="2125"/>
                    <a:pt x="947" y="2128"/>
                  </a:cubicBezTo>
                  <a:cubicBezTo>
                    <a:pt x="989" y="2128"/>
                    <a:pt x="1028" y="2128"/>
                    <a:pt x="1069" y="2125"/>
                  </a:cubicBezTo>
                  <a:cubicBezTo>
                    <a:pt x="1139" y="2118"/>
                    <a:pt x="1206" y="2100"/>
                    <a:pt x="1272" y="2076"/>
                  </a:cubicBezTo>
                  <a:cubicBezTo>
                    <a:pt x="1362" y="2041"/>
                    <a:pt x="1449" y="1999"/>
                    <a:pt x="1526" y="1940"/>
                  </a:cubicBezTo>
                  <a:cubicBezTo>
                    <a:pt x="1564" y="1909"/>
                    <a:pt x="1606" y="1877"/>
                    <a:pt x="1644" y="1842"/>
                  </a:cubicBezTo>
                  <a:cubicBezTo>
                    <a:pt x="1682" y="1808"/>
                    <a:pt x="1717" y="1766"/>
                    <a:pt x="1749" y="1721"/>
                  </a:cubicBezTo>
                  <a:cubicBezTo>
                    <a:pt x="1811" y="1641"/>
                    <a:pt x="1849" y="1550"/>
                    <a:pt x="1888" y="1456"/>
                  </a:cubicBezTo>
                  <a:cubicBezTo>
                    <a:pt x="1958" y="1289"/>
                    <a:pt x="1995" y="1111"/>
                    <a:pt x="1989" y="930"/>
                  </a:cubicBezTo>
                  <a:cubicBezTo>
                    <a:pt x="1985" y="860"/>
                    <a:pt x="1979" y="788"/>
                    <a:pt x="1958" y="722"/>
                  </a:cubicBezTo>
                  <a:cubicBezTo>
                    <a:pt x="1937" y="651"/>
                    <a:pt x="1902" y="585"/>
                    <a:pt x="1867" y="526"/>
                  </a:cubicBezTo>
                  <a:cubicBezTo>
                    <a:pt x="1836" y="474"/>
                    <a:pt x="1797" y="422"/>
                    <a:pt x="1752" y="380"/>
                  </a:cubicBezTo>
                  <a:cubicBezTo>
                    <a:pt x="1714" y="342"/>
                    <a:pt x="1672" y="307"/>
                    <a:pt x="1630" y="272"/>
                  </a:cubicBezTo>
                  <a:cubicBezTo>
                    <a:pt x="1578" y="227"/>
                    <a:pt x="1522" y="182"/>
                    <a:pt x="1463" y="140"/>
                  </a:cubicBezTo>
                  <a:cubicBezTo>
                    <a:pt x="1407" y="101"/>
                    <a:pt x="1341" y="77"/>
                    <a:pt x="1278" y="50"/>
                  </a:cubicBezTo>
                  <a:cubicBezTo>
                    <a:pt x="1237" y="32"/>
                    <a:pt x="1191" y="21"/>
                    <a:pt x="1146" y="15"/>
                  </a:cubicBezTo>
                  <a:cubicBezTo>
                    <a:pt x="1108" y="8"/>
                    <a:pt x="1069" y="0"/>
                    <a:pt x="10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3"/>
            <p:cNvSpPr/>
            <p:nvPr/>
          </p:nvSpPr>
          <p:spPr>
            <a:xfrm>
              <a:off x="6055424" y="329315"/>
              <a:ext cx="92472" cy="99685"/>
            </a:xfrm>
            <a:custGeom>
              <a:rect b="b" l="l" r="r" t="t"/>
              <a:pathLst>
                <a:path extrusionOk="0" h="2460" w="2282">
                  <a:moveTo>
                    <a:pt x="1059" y="379"/>
                  </a:moveTo>
                  <a:cubicBezTo>
                    <a:pt x="1080" y="379"/>
                    <a:pt x="1101" y="380"/>
                    <a:pt x="1121" y="380"/>
                  </a:cubicBezTo>
                  <a:cubicBezTo>
                    <a:pt x="1195" y="395"/>
                    <a:pt x="1272" y="411"/>
                    <a:pt x="1341" y="436"/>
                  </a:cubicBezTo>
                  <a:cubicBezTo>
                    <a:pt x="1380" y="457"/>
                    <a:pt x="1414" y="478"/>
                    <a:pt x="1452" y="499"/>
                  </a:cubicBezTo>
                  <a:cubicBezTo>
                    <a:pt x="1491" y="523"/>
                    <a:pt x="1529" y="547"/>
                    <a:pt x="1564" y="572"/>
                  </a:cubicBezTo>
                  <a:cubicBezTo>
                    <a:pt x="1595" y="599"/>
                    <a:pt x="1623" y="628"/>
                    <a:pt x="1651" y="662"/>
                  </a:cubicBezTo>
                  <a:cubicBezTo>
                    <a:pt x="1700" y="729"/>
                    <a:pt x="1741" y="802"/>
                    <a:pt x="1783" y="875"/>
                  </a:cubicBezTo>
                  <a:cubicBezTo>
                    <a:pt x="1818" y="938"/>
                    <a:pt x="1849" y="1004"/>
                    <a:pt x="1881" y="1070"/>
                  </a:cubicBezTo>
                  <a:cubicBezTo>
                    <a:pt x="1894" y="1101"/>
                    <a:pt x="1905" y="1132"/>
                    <a:pt x="1912" y="1163"/>
                  </a:cubicBezTo>
                  <a:cubicBezTo>
                    <a:pt x="1912" y="1188"/>
                    <a:pt x="1912" y="1213"/>
                    <a:pt x="1909" y="1240"/>
                  </a:cubicBezTo>
                  <a:cubicBezTo>
                    <a:pt x="1891" y="1356"/>
                    <a:pt x="1860" y="1467"/>
                    <a:pt x="1822" y="1574"/>
                  </a:cubicBezTo>
                  <a:cubicBezTo>
                    <a:pt x="1790" y="1641"/>
                    <a:pt x="1756" y="1707"/>
                    <a:pt x="1710" y="1766"/>
                  </a:cubicBezTo>
                  <a:cubicBezTo>
                    <a:pt x="1658" y="1829"/>
                    <a:pt x="1606" y="1891"/>
                    <a:pt x="1539" y="1944"/>
                  </a:cubicBezTo>
                  <a:cubicBezTo>
                    <a:pt x="1494" y="1978"/>
                    <a:pt x="1446" y="2010"/>
                    <a:pt x="1393" y="2037"/>
                  </a:cubicBezTo>
                  <a:cubicBezTo>
                    <a:pt x="1330" y="2058"/>
                    <a:pt x="1264" y="2079"/>
                    <a:pt x="1198" y="2090"/>
                  </a:cubicBezTo>
                  <a:cubicBezTo>
                    <a:pt x="1158" y="2093"/>
                    <a:pt x="1119" y="2095"/>
                    <a:pt x="1080" y="2095"/>
                  </a:cubicBezTo>
                  <a:cubicBezTo>
                    <a:pt x="1042" y="2095"/>
                    <a:pt x="1004" y="2093"/>
                    <a:pt x="965" y="2090"/>
                  </a:cubicBezTo>
                  <a:cubicBezTo>
                    <a:pt x="920" y="2083"/>
                    <a:pt x="882" y="2073"/>
                    <a:pt x="840" y="2058"/>
                  </a:cubicBezTo>
                  <a:cubicBezTo>
                    <a:pt x="780" y="2031"/>
                    <a:pt x="729" y="1992"/>
                    <a:pt x="676" y="1954"/>
                  </a:cubicBezTo>
                  <a:cubicBezTo>
                    <a:pt x="617" y="1905"/>
                    <a:pt x="562" y="1857"/>
                    <a:pt x="512" y="1801"/>
                  </a:cubicBezTo>
                  <a:cubicBezTo>
                    <a:pt x="485" y="1759"/>
                    <a:pt x="460" y="1717"/>
                    <a:pt x="440" y="1672"/>
                  </a:cubicBezTo>
                  <a:cubicBezTo>
                    <a:pt x="408" y="1595"/>
                    <a:pt x="387" y="1523"/>
                    <a:pt x="373" y="1442"/>
                  </a:cubicBezTo>
                  <a:cubicBezTo>
                    <a:pt x="366" y="1359"/>
                    <a:pt x="363" y="1272"/>
                    <a:pt x="369" y="1188"/>
                  </a:cubicBezTo>
                  <a:cubicBezTo>
                    <a:pt x="377" y="1132"/>
                    <a:pt x="384" y="1080"/>
                    <a:pt x="398" y="1028"/>
                  </a:cubicBezTo>
                  <a:cubicBezTo>
                    <a:pt x="408" y="972"/>
                    <a:pt x="429" y="917"/>
                    <a:pt x="450" y="864"/>
                  </a:cubicBezTo>
                  <a:cubicBezTo>
                    <a:pt x="491" y="766"/>
                    <a:pt x="551" y="673"/>
                    <a:pt x="613" y="589"/>
                  </a:cubicBezTo>
                  <a:cubicBezTo>
                    <a:pt x="634" y="562"/>
                    <a:pt x="658" y="537"/>
                    <a:pt x="683" y="516"/>
                  </a:cubicBezTo>
                  <a:cubicBezTo>
                    <a:pt x="745" y="471"/>
                    <a:pt x="812" y="440"/>
                    <a:pt x="878" y="405"/>
                  </a:cubicBezTo>
                  <a:lnTo>
                    <a:pt x="885" y="405"/>
                  </a:lnTo>
                  <a:cubicBezTo>
                    <a:pt x="899" y="408"/>
                    <a:pt x="912" y="408"/>
                    <a:pt x="927" y="408"/>
                  </a:cubicBezTo>
                  <a:cubicBezTo>
                    <a:pt x="958" y="408"/>
                    <a:pt x="989" y="398"/>
                    <a:pt x="1017" y="384"/>
                  </a:cubicBezTo>
                  <a:cubicBezTo>
                    <a:pt x="1021" y="380"/>
                    <a:pt x="1024" y="380"/>
                    <a:pt x="1028" y="380"/>
                  </a:cubicBezTo>
                  <a:cubicBezTo>
                    <a:pt x="1038" y="379"/>
                    <a:pt x="1048" y="379"/>
                    <a:pt x="1059" y="379"/>
                  </a:cubicBezTo>
                  <a:close/>
                  <a:moveTo>
                    <a:pt x="954" y="1"/>
                  </a:moveTo>
                  <a:cubicBezTo>
                    <a:pt x="938" y="1"/>
                    <a:pt x="920" y="4"/>
                    <a:pt x="906" y="11"/>
                  </a:cubicBezTo>
                  <a:cubicBezTo>
                    <a:pt x="714" y="77"/>
                    <a:pt x="509" y="157"/>
                    <a:pt x="373" y="314"/>
                  </a:cubicBezTo>
                  <a:cubicBezTo>
                    <a:pt x="307" y="387"/>
                    <a:pt x="255" y="467"/>
                    <a:pt x="202" y="551"/>
                  </a:cubicBezTo>
                  <a:cubicBezTo>
                    <a:pt x="147" y="638"/>
                    <a:pt x="109" y="736"/>
                    <a:pt x="73" y="833"/>
                  </a:cubicBezTo>
                  <a:cubicBezTo>
                    <a:pt x="43" y="920"/>
                    <a:pt x="28" y="1010"/>
                    <a:pt x="18" y="1101"/>
                  </a:cubicBezTo>
                  <a:cubicBezTo>
                    <a:pt x="11" y="1157"/>
                    <a:pt x="1" y="1213"/>
                    <a:pt x="1" y="1268"/>
                  </a:cubicBezTo>
                  <a:cubicBezTo>
                    <a:pt x="1" y="1317"/>
                    <a:pt x="4" y="1369"/>
                    <a:pt x="7" y="1422"/>
                  </a:cubicBezTo>
                  <a:cubicBezTo>
                    <a:pt x="28" y="1641"/>
                    <a:pt x="98" y="1864"/>
                    <a:pt x="241" y="2041"/>
                  </a:cubicBezTo>
                  <a:cubicBezTo>
                    <a:pt x="318" y="2135"/>
                    <a:pt x="422" y="2215"/>
                    <a:pt x="523" y="2288"/>
                  </a:cubicBezTo>
                  <a:cubicBezTo>
                    <a:pt x="557" y="2312"/>
                    <a:pt x="592" y="2333"/>
                    <a:pt x="628" y="2358"/>
                  </a:cubicBezTo>
                  <a:cubicBezTo>
                    <a:pt x="704" y="2407"/>
                    <a:pt x="798" y="2428"/>
                    <a:pt x="888" y="2442"/>
                  </a:cubicBezTo>
                  <a:cubicBezTo>
                    <a:pt x="957" y="2452"/>
                    <a:pt x="1029" y="2459"/>
                    <a:pt x="1102" y="2459"/>
                  </a:cubicBezTo>
                  <a:cubicBezTo>
                    <a:pt x="1144" y="2459"/>
                    <a:pt x="1185" y="2457"/>
                    <a:pt x="1226" y="2452"/>
                  </a:cubicBezTo>
                  <a:cubicBezTo>
                    <a:pt x="1348" y="2434"/>
                    <a:pt x="1466" y="2400"/>
                    <a:pt x="1581" y="2351"/>
                  </a:cubicBezTo>
                  <a:cubicBezTo>
                    <a:pt x="1627" y="2330"/>
                    <a:pt x="1672" y="2296"/>
                    <a:pt x="1714" y="2267"/>
                  </a:cubicBezTo>
                  <a:cubicBezTo>
                    <a:pt x="1756" y="2236"/>
                    <a:pt x="1794" y="2205"/>
                    <a:pt x="1832" y="2170"/>
                  </a:cubicBezTo>
                  <a:cubicBezTo>
                    <a:pt x="1905" y="2108"/>
                    <a:pt x="1965" y="2027"/>
                    <a:pt x="2024" y="1947"/>
                  </a:cubicBezTo>
                  <a:cubicBezTo>
                    <a:pt x="2087" y="1867"/>
                    <a:pt x="2135" y="1773"/>
                    <a:pt x="2170" y="1679"/>
                  </a:cubicBezTo>
                  <a:cubicBezTo>
                    <a:pt x="2198" y="1599"/>
                    <a:pt x="2225" y="1519"/>
                    <a:pt x="2243" y="1439"/>
                  </a:cubicBezTo>
                  <a:cubicBezTo>
                    <a:pt x="2254" y="1401"/>
                    <a:pt x="2257" y="1362"/>
                    <a:pt x="2264" y="1324"/>
                  </a:cubicBezTo>
                  <a:cubicBezTo>
                    <a:pt x="2270" y="1264"/>
                    <a:pt x="2281" y="1209"/>
                    <a:pt x="2275" y="1150"/>
                  </a:cubicBezTo>
                  <a:cubicBezTo>
                    <a:pt x="2270" y="1049"/>
                    <a:pt x="2225" y="951"/>
                    <a:pt x="2183" y="861"/>
                  </a:cubicBezTo>
                  <a:cubicBezTo>
                    <a:pt x="2149" y="792"/>
                    <a:pt x="2117" y="729"/>
                    <a:pt x="2079" y="662"/>
                  </a:cubicBezTo>
                  <a:cubicBezTo>
                    <a:pt x="2031" y="572"/>
                    <a:pt x="1975" y="488"/>
                    <a:pt x="1912" y="408"/>
                  </a:cubicBezTo>
                  <a:cubicBezTo>
                    <a:pt x="1822" y="290"/>
                    <a:pt x="1682" y="210"/>
                    <a:pt x="1553" y="140"/>
                  </a:cubicBezTo>
                  <a:cubicBezTo>
                    <a:pt x="1446" y="77"/>
                    <a:pt x="1314" y="43"/>
                    <a:pt x="1192" y="29"/>
                  </a:cubicBezTo>
                  <a:cubicBezTo>
                    <a:pt x="1143" y="23"/>
                    <a:pt x="1094" y="14"/>
                    <a:pt x="1043" y="14"/>
                  </a:cubicBezTo>
                  <a:cubicBezTo>
                    <a:pt x="1036" y="14"/>
                    <a:pt x="1029" y="14"/>
                    <a:pt x="1021" y="14"/>
                  </a:cubicBezTo>
                  <a:cubicBezTo>
                    <a:pt x="1000" y="8"/>
                    <a:pt x="979" y="1"/>
                    <a:pt x="9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3"/>
            <p:cNvSpPr/>
            <p:nvPr/>
          </p:nvSpPr>
          <p:spPr>
            <a:xfrm>
              <a:off x="5819659" y="361369"/>
              <a:ext cx="217322" cy="22612"/>
            </a:xfrm>
            <a:custGeom>
              <a:rect b="b" l="l" r="r" t="t"/>
              <a:pathLst>
                <a:path extrusionOk="0" h="558" w="5363">
                  <a:moveTo>
                    <a:pt x="171" y="1"/>
                  </a:moveTo>
                  <a:cubicBezTo>
                    <a:pt x="129" y="1"/>
                    <a:pt x="81" y="25"/>
                    <a:pt x="53" y="56"/>
                  </a:cubicBezTo>
                  <a:cubicBezTo>
                    <a:pt x="18" y="87"/>
                    <a:pt x="0" y="136"/>
                    <a:pt x="0" y="184"/>
                  </a:cubicBezTo>
                  <a:cubicBezTo>
                    <a:pt x="0" y="234"/>
                    <a:pt x="21" y="279"/>
                    <a:pt x="53" y="310"/>
                  </a:cubicBezTo>
                  <a:cubicBezTo>
                    <a:pt x="91" y="348"/>
                    <a:pt x="133" y="359"/>
                    <a:pt x="185" y="366"/>
                  </a:cubicBezTo>
                  <a:cubicBezTo>
                    <a:pt x="384" y="380"/>
                    <a:pt x="585" y="393"/>
                    <a:pt x="784" y="407"/>
                  </a:cubicBezTo>
                  <a:cubicBezTo>
                    <a:pt x="848" y="411"/>
                    <a:pt x="914" y="412"/>
                    <a:pt x="979" y="412"/>
                  </a:cubicBezTo>
                  <a:cubicBezTo>
                    <a:pt x="1044" y="412"/>
                    <a:pt x="1109" y="411"/>
                    <a:pt x="1174" y="411"/>
                  </a:cubicBezTo>
                  <a:lnTo>
                    <a:pt x="1369" y="411"/>
                  </a:lnTo>
                  <a:cubicBezTo>
                    <a:pt x="1560" y="411"/>
                    <a:pt x="1752" y="414"/>
                    <a:pt x="1943" y="422"/>
                  </a:cubicBezTo>
                  <a:cubicBezTo>
                    <a:pt x="2135" y="428"/>
                    <a:pt x="2327" y="428"/>
                    <a:pt x="2518" y="432"/>
                  </a:cubicBezTo>
                  <a:cubicBezTo>
                    <a:pt x="2897" y="443"/>
                    <a:pt x="3280" y="463"/>
                    <a:pt x="3664" y="484"/>
                  </a:cubicBezTo>
                  <a:cubicBezTo>
                    <a:pt x="3855" y="498"/>
                    <a:pt x="4046" y="502"/>
                    <a:pt x="4238" y="512"/>
                  </a:cubicBezTo>
                  <a:cubicBezTo>
                    <a:pt x="4416" y="523"/>
                    <a:pt x="4596" y="533"/>
                    <a:pt x="4774" y="536"/>
                  </a:cubicBezTo>
                  <a:cubicBezTo>
                    <a:pt x="4910" y="544"/>
                    <a:pt x="5046" y="550"/>
                    <a:pt x="5185" y="557"/>
                  </a:cubicBezTo>
                  <a:cubicBezTo>
                    <a:pt x="5186" y="557"/>
                    <a:pt x="5188" y="557"/>
                    <a:pt x="5190" y="557"/>
                  </a:cubicBezTo>
                  <a:cubicBezTo>
                    <a:pt x="5285" y="557"/>
                    <a:pt x="5363" y="465"/>
                    <a:pt x="5363" y="372"/>
                  </a:cubicBezTo>
                  <a:cubicBezTo>
                    <a:pt x="5363" y="268"/>
                    <a:pt x="5276" y="195"/>
                    <a:pt x="5178" y="192"/>
                  </a:cubicBezTo>
                  <a:cubicBezTo>
                    <a:pt x="5014" y="184"/>
                    <a:pt x="4850" y="178"/>
                    <a:pt x="4687" y="171"/>
                  </a:cubicBezTo>
                  <a:cubicBezTo>
                    <a:pt x="4506" y="163"/>
                    <a:pt x="4328" y="153"/>
                    <a:pt x="4148" y="143"/>
                  </a:cubicBezTo>
                  <a:cubicBezTo>
                    <a:pt x="3949" y="136"/>
                    <a:pt x="3754" y="129"/>
                    <a:pt x="3555" y="115"/>
                  </a:cubicBezTo>
                  <a:cubicBezTo>
                    <a:pt x="3364" y="105"/>
                    <a:pt x="3172" y="94"/>
                    <a:pt x="2981" y="87"/>
                  </a:cubicBezTo>
                  <a:cubicBezTo>
                    <a:pt x="2598" y="70"/>
                    <a:pt x="2211" y="67"/>
                    <a:pt x="1829" y="56"/>
                  </a:cubicBezTo>
                  <a:cubicBezTo>
                    <a:pt x="1644" y="49"/>
                    <a:pt x="1459" y="46"/>
                    <a:pt x="1275" y="46"/>
                  </a:cubicBezTo>
                  <a:lnTo>
                    <a:pt x="1170" y="46"/>
                  </a:lnTo>
                  <a:cubicBezTo>
                    <a:pt x="1011" y="46"/>
                    <a:pt x="847" y="46"/>
                    <a:pt x="683" y="38"/>
                  </a:cubicBezTo>
                  <a:cubicBezTo>
                    <a:pt x="516" y="28"/>
                    <a:pt x="349" y="14"/>
                    <a:pt x="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3"/>
            <p:cNvSpPr/>
            <p:nvPr/>
          </p:nvSpPr>
          <p:spPr>
            <a:xfrm>
              <a:off x="5989695" y="88485"/>
              <a:ext cx="35579" cy="291803"/>
            </a:xfrm>
            <a:custGeom>
              <a:rect b="b" l="l" r="r" t="t"/>
              <a:pathLst>
                <a:path extrusionOk="0" h="7201" w="878">
                  <a:moveTo>
                    <a:pt x="654" y="2403"/>
                  </a:moveTo>
                  <a:cubicBezTo>
                    <a:pt x="654" y="2412"/>
                    <a:pt x="653" y="2422"/>
                    <a:pt x="652" y="2431"/>
                  </a:cubicBezTo>
                  <a:lnTo>
                    <a:pt x="652" y="2431"/>
                  </a:lnTo>
                  <a:cubicBezTo>
                    <a:pt x="653" y="2422"/>
                    <a:pt x="654" y="2413"/>
                    <a:pt x="654" y="2403"/>
                  </a:cubicBezTo>
                  <a:close/>
                  <a:moveTo>
                    <a:pt x="689" y="0"/>
                  </a:moveTo>
                  <a:cubicBezTo>
                    <a:pt x="641" y="0"/>
                    <a:pt x="596" y="18"/>
                    <a:pt x="564" y="53"/>
                  </a:cubicBezTo>
                  <a:cubicBezTo>
                    <a:pt x="526" y="91"/>
                    <a:pt x="516" y="133"/>
                    <a:pt x="508" y="185"/>
                  </a:cubicBezTo>
                  <a:cubicBezTo>
                    <a:pt x="487" y="488"/>
                    <a:pt x="463" y="794"/>
                    <a:pt x="439" y="1101"/>
                  </a:cubicBezTo>
                  <a:cubicBezTo>
                    <a:pt x="411" y="1386"/>
                    <a:pt x="383" y="1671"/>
                    <a:pt x="348" y="1957"/>
                  </a:cubicBezTo>
                  <a:cubicBezTo>
                    <a:pt x="324" y="2149"/>
                    <a:pt x="296" y="2340"/>
                    <a:pt x="278" y="2535"/>
                  </a:cubicBezTo>
                  <a:cubicBezTo>
                    <a:pt x="257" y="2734"/>
                    <a:pt x="241" y="2928"/>
                    <a:pt x="223" y="3127"/>
                  </a:cubicBezTo>
                  <a:cubicBezTo>
                    <a:pt x="188" y="3506"/>
                    <a:pt x="157" y="3882"/>
                    <a:pt x="132" y="4262"/>
                  </a:cubicBezTo>
                  <a:cubicBezTo>
                    <a:pt x="108" y="4645"/>
                    <a:pt x="94" y="5028"/>
                    <a:pt x="74" y="5411"/>
                  </a:cubicBezTo>
                  <a:cubicBezTo>
                    <a:pt x="56" y="5777"/>
                    <a:pt x="38" y="6145"/>
                    <a:pt x="24" y="6511"/>
                  </a:cubicBezTo>
                  <a:cubicBezTo>
                    <a:pt x="18" y="6682"/>
                    <a:pt x="11" y="6849"/>
                    <a:pt x="3" y="7019"/>
                  </a:cubicBezTo>
                  <a:cubicBezTo>
                    <a:pt x="0" y="7117"/>
                    <a:pt x="94" y="7201"/>
                    <a:pt x="188" y="7201"/>
                  </a:cubicBezTo>
                  <a:cubicBezTo>
                    <a:pt x="236" y="7197"/>
                    <a:pt x="282" y="7180"/>
                    <a:pt x="313" y="7145"/>
                  </a:cubicBezTo>
                  <a:cubicBezTo>
                    <a:pt x="352" y="7111"/>
                    <a:pt x="366" y="7065"/>
                    <a:pt x="366" y="7016"/>
                  </a:cubicBezTo>
                  <a:cubicBezTo>
                    <a:pt x="383" y="6664"/>
                    <a:pt x="394" y="6313"/>
                    <a:pt x="411" y="5962"/>
                  </a:cubicBezTo>
                  <a:cubicBezTo>
                    <a:pt x="425" y="5581"/>
                    <a:pt x="450" y="5202"/>
                    <a:pt x="463" y="4819"/>
                  </a:cubicBezTo>
                  <a:cubicBezTo>
                    <a:pt x="480" y="4437"/>
                    <a:pt x="508" y="4053"/>
                    <a:pt x="540" y="3674"/>
                  </a:cubicBezTo>
                  <a:cubicBezTo>
                    <a:pt x="571" y="3291"/>
                    <a:pt x="602" y="2911"/>
                    <a:pt x="641" y="2528"/>
                  </a:cubicBezTo>
                  <a:cubicBezTo>
                    <a:pt x="644" y="2496"/>
                    <a:pt x="648" y="2463"/>
                    <a:pt x="652" y="2431"/>
                  </a:cubicBezTo>
                  <a:lnTo>
                    <a:pt x="652" y="2431"/>
                  </a:lnTo>
                  <a:cubicBezTo>
                    <a:pt x="650" y="2438"/>
                    <a:pt x="649" y="2444"/>
                    <a:pt x="648" y="2452"/>
                  </a:cubicBezTo>
                  <a:cubicBezTo>
                    <a:pt x="672" y="2253"/>
                    <a:pt x="704" y="2058"/>
                    <a:pt x="725" y="1859"/>
                  </a:cubicBezTo>
                  <a:cubicBezTo>
                    <a:pt x="742" y="1675"/>
                    <a:pt x="763" y="1491"/>
                    <a:pt x="780" y="1310"/>
                  </a:cubicBezTo>
                  <a:cubicBezTo>
                    <a:pt x="818" y="934"/>
                    <a:pt x="847" y="554"/>
                    <a:pt x="874" y="178"/>
                  </a:cubicBezTo>
                  <a:cubicBezTo>
                    <a:pt x="877" y="133"/>
                    <a:pt x="850" y="84"/>
                    <a:pt x="821" y="53"/>
                  </a:cubicBezTo>
                  <a:cubicBezTo>
                    <a:pt x="787" y="18"/>
                    <a:pt x="738" y="0"/>
                    <a:pt x="6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3"/>
            <p:cNvSpPr/>
            <p:nvPr/>
          </p:nvSpPr>
          <p:spPr>
            <a:xfrm>
              <a:off x="5613395" y="49136"/>
              <a:ext cx="411587" cy="325801"/>
            </a:xfrm>
            <a:custGeom>
              <a:rect b="b" l="l" r="r" t="t"/>
              <a:pathLst>
                <a:path extrusionOk="0" h="8040" w="10157">
                  <a:moveTo>
                    <a:pt x="3398" y="39"/>
                  </a:moveTo>
                  <a:cubicBezTo>
                    <a:pt x="3401" y="39"/>
                    <a:pt x="3403" y="39"/>
                    <a:pt x="3405" y="39"/>
                  </a:cubicBezTo>
                  <a:lnTo>
                    <a:pt x="3405" y="39"/>
                  </a:lnTo>
                  <a:cubicBezTo>
                    <a:pt x="3403" y="39"/>
                    <a:pt x="3400" y="39"/>
                    <a:pt x="3398" y="39"/>
                  </a:cubicBezTo>
                  <a:close/>
                  <a:moveTo>
                    <a:pt x="3343" y="394"/>
                  </a:moveTo>
                  <a:cubicBezTo>
                    <a:pt x="3349" y="396"/>
                    <a:pt x="3356" y="397"/>
                    <a:pt x="3362" y="397"/>
                  </a:cubicBezTo>
                  <a:lnTo>
                    <a:pt x="3362" y="397"/>
                  </a:lnTo>
                  <a:cubicBezTo>
                    <a:pt x="3356" y="396"/>
                    <a:pt x="3349" y="395"/>
                    <a:pt x="3343" y="394"/>
                  </a:cubicBezTo>
                  <a:lnTo>
                    <a:pt x="3343" y="394"/>
                  </a:lnTo>
                  <a:cubicBezTo>
                    <a:pt x="3343" y="394"/>
                    <a:pt x="3343" y="394"/>
                    <a:pt x="3343" y="394"/>
                  </a:cubicBezTo>
                  <a:close/>
                  <a:moveTo>
                    <a:pt x="3465" y="410"/>
                  </a:moveTo>
                  <a:lnTo>
                    <a:pt x="3465" y="410"/>
                  </a:lnTo>
                  <a:cubicBezTo>
                    <a:pt x="3467" y="410"/>
                    <a:pt x="3470" y="410"/>
                    <a:pt x="3472" y="410"/>
                  </a:cubicBezTo>
                  <a:cubicBezTo>
                    <a:pt x="3469" y="410"/>
                    <a:pt x="3467" y="410"/>
                    <a:pt x="3465" y="410"/>
                  </a:cubicBezTo>
                  <a:close/>
                  <a:moveTo>
                    <a:pt x="2720" y="0"/>
                  </a:moveTo>
                  <a:cubicBezTo>
                    <a:pt x="2580" y="0"/>
                    <a:pt x="2441" y="7"/>
                    <a:pt x="2302" y="24"/>
                  </a:cubicBezTo>
                  <a:cubicBezTo>
                    <a:pt x="2103" y="49"/>
                    <a:pt x="1902" y="63"/>
                    <a:pt x="1703" y="90"/>
                  </a:cubicBezTo>
                  <a:cubicBezTo>
                    <a:pt x="1612" y="105"/>
                    <a:pt x="1518" y="122"/>
                    <a:pt x="1428" y="143"/>
                  </a:cubicBezTo>
                  <a:cubicBezTo>
                    <a:pt x="1389" y="153"/>
                    <a:pt x="1348" y="167"/>
                    <a:pt x="1309" y="181"/>
                  </a:cubicBezTo>
                  <a:cubicBezTo>
                    <a:pt x="1226" y="219"/>
                    <a:pt x="1145" y="258"/>
                    <a:pt x="1079" y="331"/>
                  </a:cubicBezTo>
                  <a:cubicBezTo>
                    <a:pt x="1020" y="397"/>
                    <a:pt x="975" y="481"/>
                    <a:pt x="926" y="557"/>
                  </a:cubicBezTo>
                  <a:cubicBezTo>
                    <a:pt x="885" y="624"/>
                    <a:pt x="846" y="686"/>
                    <a:pt x="801" y="749"/>
                  </a:cubicBezTo>
                  <a:cubicBezTo>
                    <a:pt x="780" y="780"/>
                    <a:pt x="756" y="807"/>
                    <a:pt x="742" y="842"/>
                  </a:cubicBezTo>
                  <a:cubicBezTo>
                    <a:pt x="717" y="888"/>
                    <a:pt x="700" y="937"/>
                    <a:pt x="682" y="985"/>
                  </a:cubicBezTo>
                  <a:cubicBezTo>
                    <a:pt x="658" y="1051"/>
                    <a:pt x="631" y="1121"/>
                    <a:pt x="610" y="1191"/>
                  </a:cubicBezTo>
                  <a:cubicBezTo>
                    <a:pt x="557" y="1341"/>
                    <a:pt x="509" y="1493"/>
                    <a:pt x="481" y="1651"/>
                  </a:cubicBezTo>
                  <a:cubicBezTo>
                    <a:pt x="467" y="1741"/>
                    <a:pt x="460" y="1831"/>
                    <a:pt x="453" y="1919"/>
                  </a:cubicBezTo>
                  <a:cubicBezTo>
                    <a:pt x="443" y="1991"/>
                    <a:pt x="435" y="2065"/>
                    <a:pt x="425" y="2138"/>
                  </a:cubicBezTo>
                  <a:cubicBezTo>
                    <a:pt x="397" y="2374"/>
                    <a:pt x="369" y="2608"/>
                    <a:pt x="351" y="2845"/>
                  </a:cubicBezTo>
                  <a:cubicBezTo>
                    <a:pt x="331" y="3068"/>
                    <a:pt x="314" y="3293"/>
                    <a:pt x="289" y="3516"/>
                  </a:cubicBezTo>
                  <a:cubicBezTo>
                    <a:pt x="265" y="3694"/>
                    <a:pt x="234" y="3872"/>
                    <a:pt x="205" y="4050"/>
                  </a:cubicBezTo>
                  <a:cubicBezTo>
                    <a:pt x="192" y="4140"/>
                    <a:pt x="178" y="4233"/>
                    <a:pt x="168" y="4328"/>
                  </a:cubicBezTo>
                  <a:cubicBezTo>
                    <a:pt x="153" y="4432"/>
                    <a:pt x="139" y="4537"/>
                    <a:pt x="129" y="4645"/>
                  </a:cubicBezTo>
                  <a:cubicBezTo>
                    <a:pt x="115" y="4833"/>
                    <a:pt x="97" y="5021"/>
                    <a:pt x="84" y="5209"/>
                  </a:cubicBezTo>
                  <a:cubicBezTo>
                    <a:pt x="70" y="5400"/>
                    <a:pt x="59" y="5591"/>
                    <a:pt x="46" y="5787"/>
                  </a:cubicBezTo>
                  <a:cubicBezTo>
                    <a:pt x="31" y="5972"/>
                    <a:pt x="14" y="6155"/>
                    <a:pt x="11" y="6340"/>
                  </a:cubicBezTo>
                  <a:cubicBezTo>
                    <a:pt x="7" y="6531"/>
                    <a:pt x="1" y="6727"/>
                    <a:pt x="1" y="6918"/>
                  </a:cubicBezTo>
                  <a:cubicBezTo>
                    <a:pt x="1" y="7106"/>
                    <a:pt x="4" y="7291"/>
                    <a:pt x="7" y="7479"/>
                  </a:cubicBezTo>
                  <a:cubicBezTo>
                    <a:pt x="11" y="7524"/>
                    <a:pt x="11" y="7569"/>
                    <a:pt x="14" y="7614"/>
                  </a:cubicBezTo>
                  <a:cubicBezTo>
                    <a:pt x="21" y="7709"/>
                    <a:pt x="25" y="7806"/>
                    <a:pt x="73" y="7886"/>
                  </a:cubicBezTo>
                  <a:cubicBezTo>
                    <a:pt x="143" y="8001"/>
                    <a:pt x="285" y="8005"/>
                    <a:pt x="401" y="8019"/>
                  </a:cubicBezTo>
                  <a:cubicBezTo>
                    <a:pt x="473" y="8026"/>
                    <a:pt x="547" y="8029"/>
                    <a:pt x="616" y="8032"/>
                  </a:cubicBezTo>
                  <a:cubicBezTo>
                    <a:pt x="690" y="8036"/>
                    <a:pt x="763" y="8040"/>
                    <a:pt x="832" y="8040"/>
                  </a:cubicBezTo>
                  <a:lnTo>
                    <a:pt x="1299" y="8040"/>
                  </a:lnTo>
                  <a:cubicBezTo>
                    <a:pt x="1379" y="8036"/>
                    <a:pt x="1452" y="8029"/>
                    <a:pt x="1532" y="8026"/>
                  </a:cubicBezTo>
                  <a:cubicBezTo>
                    <a:pt x="1619" y="8022"/>
                    <a:pt x="1709" y="8022"/>
                    <a:pt x="1797" y="8022"/>
                  </a:cubicBezTo>
                  <a:cubicBezTo>
                    <a:pt x="1877" y="8019"/>
                    <a:pt x="1957" y="8015"/>
                    <a:pt x="2037" y="8015"/>
                  </a:cubicBezTo>
                  <a:cubicBezTo>
                    <a:pt x="2124" y="8022"/>
                    <a:pt x="2215" y="8026"/>
                    <a:pt x="2305" y="8032"/>
                  </a:cubicBezTo>
                  <a:cubicBezTo>
                    <a:pt x="2307" y="8032"/>
                    <a:pt x="2309" y="8032"/>
                    <a:pt x="2310" y="8032"/>
                  </a:cubicBezTo>
                  <a:cubicBezTo>
                    <a:pt x="2406" y="8032"/>
                    <a:pt x="2486" y="7940"/>
                    <a:pt x="2482" y="7848"/>
                  </a:cubicBezTo>
                  <a:cubicBezTo>
                    <a:pt x="2482" y="7799"/>
                    <a:pt x="2466" y="7754"/>
                    <a:pt x="2431" y="7719"/>
                  </a:cubicBezTo>
                  <a:cubicBezTo>
                    <a:pt x="2395" y="7685"/>
                    <a:pt x="2350" y="7670"/>
                    <a:pt x="2299" y="7667"/>
                  </a:cubicBezTo>
                  <a:cubicBezTo>
                    <a:pt x="2211" y="7664"/>
                    <a:pt x="2121" y="7656"/>
                    <a:pt x="2030" y="7653"/>
                  </a:cubicBezTo>
                  <a:cubicBezTo>
                    <a:pt x="2014" y="7652"/>
                    <a:pt x="1997" y="7652"/>
                    <a:pt x="1980" y="7652"/>
                  </a:cubicBezTo>
                  <a:cubicBezTo>
                    <a:pt x="1913" y="7652"/>
                    <a:pt x="1846" y="7656"/>
                    <a:pt x="1776" y="7656"/>
                  </a:cubicBezTo>
                  <a:cubicBezTo>
                    <a:pt x="1688" y="7660"/>
                    <a:pt x="1602" y="7660"/>
                    <a:pt x="1515" y="7664"/>
                  </a:cubicBezTo>
                  <a:cubicBezTo>
                    <a:pt x="1434" y="7667"/>
                    <a:pt x="1354" y="7674"/>
                    <a:pt x="1278" y="7674"/>
                  </a:cubicBezTo>
                  <a:cubicBezTo>
                    <a:pt x="1238" y="7675"/>
                    <a:pt x="1198" y="7676"/>
                    <a:pt x="1158" y="7676"/>
                  </a:cubicBezTo>
                  <a:cubicBezTo>
                    <a:pt x="1118" y="7676"/>
                    <a:pt x="1078" y="7675"/>
                    <a:pt x="1038" y="7674"/>
                  </a:cubicBezTo>
                  <a:cubicBezTo>
                    <a:pt x="1003" y="7674"/>
                    <a:pt x="972" y="7674"/>
                    <a:pt x="936" y="7677"/>
                  </a:cubicBezTo>
                  <a:lnTo>
                    <a:pt x="798" y="7677"/>
                  </a:lnTo>
                  <a:cubicBezTo>
                    <a:pt x="658" y="7674"/>
                    <a:pt x="519" y="7667"/>
                    <a:pt x="380" y="7653"/>
                  </a:cubicBezTo>
                  <a:cubicBezTo>
                    <a:pt x="372" y="7573"/>
                    <a:pt x="372" y="7492"/>
                    <a:pt x="369" y="7416"/>
                  </a:cubicBezTo>
                  <a:cubicBezTo>
                    <a:pt x="366" y="7319"/>
                    <a:pt x="366" y="7221"/>
                    <a:pt x="366" y="7127"/>
                  </a:cubicBezTo>
                  <a:cubicBezTo>
                    <a:pt x="366" y="7033"/>
                    <a:pt x="362" y="6943"/>
                    <a:pt x="366" y="6852"/>
                  </a:cubicBezTo>
                  <a:cubicBezTo>
                    <a:pt x="366" y="6758"/>
                    <a:pt x="369" y="6668"/>
                    <a:pt x="369" y="6577"/>
                  </a:cubicBezTo>
                  <a:cubicBezTo>
                    <a:pt x="372" y="6382"/>
                    <a:pt x="380" y="6187"/>
                    <a:pt x="393" y="5992"/>
                  </a:cubicBezTo>
                  <a:cubicBezTo>
                    <a:pt x="407" y="5804"/>
                    <a:pt x="422" y="5616"/>
                    <a:pt x="432" y="5428"/>
                  </a:cubicBezTo>
                  <a:cubicBezTo>
                    <a:pt x="449" y="5125"/>
                    <a:pt x="473" y="4823"/>
                    <a:pt x="505" y="4523"/>
                  </a:cubicBezTo>
                  <a:cubicBezTo>
                    <a:pt x="526" y="4359"/>
                    <a:pt x="547" y="4192"/>
                    <a:pt x="575" y="4029"/>
                  </a:cubicBezTo>
                  <a:cubicBezTo>
                    <a:pt x="589" y="3934"/>
                    <a:pt x="610" y="3841"/>
                    <a:pt x="623" y="3746"/>
                  </a:cubicBezTo>
                  <a:cubicBezTo>
                    <a:pt x="637" y="3638"/>
                    <a:pt x="651" y="3531"/>
                    <a:pt x="662" y="3423"/>
                  </a:cubicBezTo>
                  <a:cubicBezTo>
                    <a:pt x="700" y="3060"/>
                    <a:pt x="721" y="2695"/>
                    <a:pt x="766" y="2332"/>
                  </a:cubicBezTo>
                  <a:cubicBezTo>
                    <a:pt x="787" y="2149"/>
                    <a:pt x="808" y="1964"/>
                    <a:pt x="829" y="1776"/>
                  </a:cubicBezTo>
                  <a:cubicBezTo>
                    <a:pt x="836" y="1717"/>
                    <a:pt x="846" y="1661"/>
                    <a:pt x="864" y="1601"/>
                  </a:cubicBezTo>
                  <a:cubicBezTo>
                    <a:pt x="881" y="1532"/>
                    <a:pt x="902" y="1459"/>
                    <a:pt x="926" y="1386"/>
                  </a:cubicBezTo>
                  <a:cubicBezTo>
                    <a:pt x="962" y="1274"/>
                    <a:pt x="999" y="1159"/>
                    <a:pt x="1045" y="1048"/>
                  </a:cubicBezTo>
                  <a:cubicBezTo>
                    <a:pt x="1062" y="1013"/>
                    <a:pt x="1079" y="982"/>
                    <a:pt x="1100" y="950"/>
                  </a:cubicBezTo>
                  <a:cubicBezTo>
                    <a:pt x="1129" y="912"/>
                    <a:pt x="1156" y="874"/>
                    <a:pt x="1180" y="832"/>
                  </a:cubicBezTo>
                  <a:cubicBezTo>
                    <a:pt x="1233" y="752"/>
                    <a:pt x="1282" y="669"/>
                    <a:pt x="1338" y="588"/>
                  </a:cubicBezTo>
                  <a:lnTo>
                    <a:pt x="1365" y="561"/>
                  </a:lnTo>
                  <a:cubicBezTo>
                    <a:pt x="1386" y="547"/>
                    <a:pt x="1407" y="536"/>
                    <a:pt x="1431" y="522"/>
                  </a:cubicBezTo>
                  <a:cubicBezTo>
                    <a:pt x="1550" y="481"/>
                    <a:pt x="1675" y="460"/>
                    <a:pt x="1800" y="442"/>
                  </a:cubicBezTo>
                  <a:cubicBezTo>
                    <a:pt x="1926" y="425"/>
                    <a:pt x="2058" y="418"/>
                    <a:pt x="2187" y="400"/>
                  </a:cubicBezTo>
                  <a:cubicBezTo>
                    <a:pt x="2257" y="394"/>
                    <a:pt x="2326" y="383"/>
                    <a:pt x="2395" y="376"/>
                  </a:cubicBezTo>
                  <a:cubicBezTo>
                    <a:pt x="2461" y="369"/>
                    <a:pt x="2528" y="369"/>
                    <a:pt x="2591" y="365"/>
                  </a:cubicBezTo>
                  <a:cubicBezTo>
                    <a:pt x="2631" y="365"/>
                    <a:pt x="2671" y="365"/>
                    <a:pt x="2711" y="365"/>
                  </a:cubicBezTo>
                  <a:cubicBezTo>
                    <a:pt x="2922" y="365"/>
                    <a:pt x="3135" y="372"/>
                    <a:pt x="3343" y="394"/>
                  </a:cubicBezTo>
                  <a:lnTo>
                    <a:pt x="3343" y="394"/>
                  </a:lnTo>
                  <a:cubicBezTo>
                    <a:pt x="3343" y="394"/>
                    <a:pt x="3343" y="394"/>
                    <a:pt x="3343" y="394"/>
                  </a:cubicBezTo>
                  <a:lnTo>
                    <a:pt x="3343" y="394"/>
                  </a:lnTo>
                  <a:cubicBezTo>
                    <a:pt x="3343" y="394"/>
                    <a:pt x="3343" y="394"/>
                    <a:pt x="3343" y="394"/>
                  </a:cubicBezTo>
                  <a:lnTo>
                    <a:pt x="3343" y="394"/>
                  </a:lnTo>
                  <a:cubicBezTo>
                    <a:pt x="3354" y="395"/>
                    <a:pt x="3364" y="396"/>
                    <a:pt x="3374" y="397"/>
                  </a:cubicBezTo>
                  <a:cubicBezTo>
                    <a:pt x="3370" y="397"/>
                    <a:pt x="3366" y="397"/>
                    <a:pt x="3362" y="397"/>
                  </a:cubicBezTo>
                  <a:lnTo>
                    <a:pt x="3362" y="397"/>
                  </a:lnTo>
                  <a:cubicBezTo>
                    <a:pt x="3370" y="398"/>
                    <a:pt x="3377" y="399"/>
                    <a:pt x="3385" y="400"/>
                  </a:cubicBezTo>
                  <a:cubicBezTo>
                    <a:pt x="3399" y="402"/>
                    <a:pt x="3415" y="404"/>
                    <a:pt x="3431" y="406"/>
                  </a:cubicBezTo>
                  <a:lnTo>
                    <a:pt x="3431" y="406"/>
                  </a:lnTo>
                  <a:cubicBezTo>
                    <a:pt x="3434" y="406"/>
                    <a:pt x="3437" y="407"/>
                    <a:pt x="3440" y="407"/>
                  </a:cubicBezTo>
                  <a:lnTo>
                    <a:pt x="3440" y="407"/>
                  </a:lnTo>
                  <a:cubicBezTo>
                    <a:pt x="3449" y="408"/>
                    <a:pt x="3457" y="409"/>
                    <a:pt x="3465" y="410"/>
                  </a:cubicBezTo>
                  <a:lnTo>
                    <a:pt x="3465" y="410"/>
                  </a:lnTo>
                  <a:cubicBezTo>
                    <a:pt x="3464" y="409"/>
                    <a:pt x="3462" y="408"/>
                    <a:pt x="3461" y="407"/>
                  </a:cubicBezTo>
                  <a:lnTo>
                    <a:pt x="3461" y="407"/>
                  </a:lnTo>
                  <a:cubicBezTo>
                    <a:pt x="3740" y="442"/>
                    <a:pt x="4018" y="481"/>
                    <a:pt x="4296" y="505"/>
                  </a:cubicBezTo>
                  <a:cubicBezTo>
                    <a:pt x="4571" y="529"/>
                    <a:pt x="4847" y="557"/>
                    <a:pt x="5122" y="588"/>
                  </a:cubicBezTo>
                  <a:cubicBezTo>
                    <a:pt x="5317" y="613"/>
                    <a:pt x="5511" y="637"/>
                    <a:pt x="5707" y="658"/>
                  </a:cubicBezTo>
                  <a:cubicBezTo>
                    <a:pt x="5892" y="682"/>
                    <a:pt x="6072" y="710"/>
                    <a:pt x="6257" y="741"/>
                  </a:cubicBezTo>
                  <a:cubicBezTo>
                    <a:pt x="6442" y="770"/>
                    <a:pt x="6626" y="797"/>
                    <a:pt x="6811" y="825"/>
                  </a:cubicBezTo>
                  <a:cubicBezTo>
                    <a:pt x="7012" y="853"/>
                    <a:pt x="7214" y="878"/>
                    <a:pt x="7413" y="898"/>
                  </a:cubicBezTo>
                  <a:cubicBezTo>
                    <a:pt x="7608" y="919"/>
                    <a:pt x="7799" y="937"/>
                    <a:pt x="7991" y="954"/>
                  </a:cubicBezTo>
                  <a:cubicBezTo>
                    <a:pt x="8151" y="968"/>
                    <a:pt x="8315" y="985"/>
                    <a:pt x="8475" y="1000"/>
                  </a:cubicBezTo>
                  <a:cubicBezTo>
                    <a:pt x="8624" y="1010"/>
                    <a:pt x="8770" y="1020"/>
                    <a:pt x="8921" y="1037"/>
                  </a:cubicBezTo>
                  <a:cubicBezTo>
                    <a:pt x="9053" y="1055"/>
                    <a:pt x="9188" y="1079"/>
                    <a:pt x="9321" y="1100"/>
                  </a:cubicBezTo>
                  <a:cubicBezTo>
                    <a:pt x="9384" y="1107"/>
                    <a:pt x="9450" y="1117"/>
                    <a:pt x="9516" y="1128"/>
                  </a:cubicBezTo>
                  <a:cubicBezTo>
                    <a:pt x="9572" y="1138"/>
                    <a:pt x="9631" y="1146"/>
                    <a:pt x="9686" y="1167"/>
                  </a:cubicBezTo>
                  <a:cubicBezTo>
                    <a:pt x="9704" y="1173"/>
                    <a:pt x="9718" y="1180"/>
                    <a:pt x="9736" y="1191"/>
                  </a:cubicBezTo>
                  <a:cubicBezTo>
                    <a:pt x="9739" y="1194"/>
                    <a:pt x="9742" y="1201"/>
                    <a:pt x="9749" y="1204"/>
                  </a:cubicBezTo>
                  <a:cubicBezTo>
                    <a:pt x="9752" y="1212"/>
                    <a:pt x="9756" y="1215"/>
                    <a:pt x="9756" y="1222"/>
                  </a:cubicBezTo>
                  <a:cubicBezTo>
                    <a:pt x="9763" y="1233"/>
                    <a:pt x="9766" y="1243"/>
                    <a:pt x="9770" y="1257"/>
                  </a:cubicBezTo>
                  <a:lnTo>
                    <a:pt x="9770" y="1254"/>
                  </a:lnTo>
                  <a:cubicBezTo>
                    <a:pt x="9773" y="1260"/>
                    <a:pt x="9773" y="1267"/>
                    <a:pt x="9777" y="1271"/>
                  </a:cubicBezTo>
                  <a:cubicBezTo>
                    <a:pt x="9800" y="1349"/>
                    <a:pt x="9872" y="1403"/>
                    <a:pt x="9951" y="1403"/>
                  </a:cubicBezTo>
                  <a:cubicBezTo>
                    <a:pt x="9967" y="1403"/>
                    <a:pt x="9983" y="1401"/>
                    <a:pt x="10000" y="1396"/>
                  </a:cubicBezTo>
                  <a:cubicBezTo>
                    <a:pt x="10094" y="1371"/>
                    <a:pt x="10157" y="1267"/>
                    <a:pt x="10125" y="1173"/>
                  </a:cubicBezTo>
                  <a:cubicBezTo>
                    <a:pt x="10122" y="1156"/>
                    <a:pt x="10115" y="1138"/>
                    <a:pt x="10104" y="1121"/>
                  </a:cubicBezTo>
                  <a:cubicBezTo>
                    <a:pt x="10091" y="1083"/>
                    <a:pt x="10077" y="1041"/>
                    <a:pt x="10052" y="1006"/>
                  </a:cubicBezTo>
                  <a:cubicBezTo>
                    <a:pt x="10003" y="937"/>
                    <a:pt x="9930" y="878"/>
                    <a:pt x="9850" y="842"/>
                  </a:cubicBezTo>
                  <a:cubicBezTo>
                    <a:pt x="9805" y="822"/>
                    <a:pt x="9760" y="807"/>
                    <a:pt x="9711" y="794"/>
                  </a:cubicBezTo>
                  <a:cubicBezTo>
                    <a:pt x="9669" y="786"/>
                    <a:pt x="9627" y="780"/>
                    <a:pt x="9585" y="773"/>
                  </a:cubicBezTo>
                  <a:cubicBezTo>
                    <a:pt x="9502" y="759"/>
                    <a:pt x="9418" y="749"/>
                    <a:pt x="9334" y="735"/>
                  </a:cubicBezTo>
                  <a:cubicBezTo>
                    <a:pt x="9151" y="707"/>
                    <a:pt x="8969" y="675"/>
                    <a:pt x="8785" y="661"/>
                  </a:cubicBezTo>
                  <a:cubicBezTo>
                    <a:pt x="8597" y="644"/>
                    <a:pt x="8412" y="630"/>
                    <a:pt x="8224" y="613"/>
                  </a:cubicBezTo>
                  <a:cubicBezTo>
                    <a:pt x="8036" y="595"/>
                    <a:pt x="7848" y="582"/>
                    <a:pt x="7660" y="561"/>
                  </a:cubicBezTo>
                  <a:cubicBezTo>
                    <a:pt x="7483" y="543"/>
                    <a:pt x="7305" y="522"/>
                    <a:pt x="7124" y="505"/>
                  </a:cubicBezTo>
                  <a:cubicBezTo>
                    <a:pt x="6866" y="470"/>
                    <a:pt x="6609" y="431"/>
                    <a:pt x="6351" y="390"/>
                  </a:cubicBezTo>
                  <a:cubicBezTo>
                    <a:pt x="6208" y="365"/>
                    <a:pt x="6066" y="344"/>
                    <a:pt x="5926" y="324"/>
                  </a:cubicBezTo>
                  <a:cubicBezTo>
                    <a:pt x="5787" y="306"/>
                    <a:pt x="5648" y="289"/>
                    <a:pt x="5508" y="275"/>
                  </a:cubicBezTo>
                  <a:cubicBezTo>
                    <a:pt x="5373" y="258"/>
                    <a:pt x="5240" y="237"/>
                    <a:pt x="5105" y="222"/>
                  </a:cubicBezTo>
                  <a:cubicBezTo>
                    <a:pt x="4958" y="206"/>
                    <a:pt x="4812" y="192"/>
                    <a:pt x="4666" y="177"/>
                  </a:cubicBezTo>
                  <a:cubicBezTo>
                    <a:pt x="4394" y="150"/>
                    <a:pt x="4126" y="129"/>
                    <a:pt x="3854" y="97"/>
                  </a:cubicBezTo>
                  <a:cubicBezTo>
                    <a:pt x="3719" y="80"/>
                    <a:pt x="3580" y="59"/>
                    <a:pt x="3440" y="45"/>
                  </a:cubicBezTo>
                  <a:lnTo>
                    <a:pt x="3447" y="45"/>
                  </a:lnTo>
                  <a:cubicBezTo>
                    <a:pt x="3440" y="45"/>
                    <a:pt x="3433" y="42"/>
                    <a:pt x="3430" y="42"/>
                  </a:cubicBezTo>
                  <a:cubicBezTo>
                    <a:pt x="3421" y="42"/>
                    <a:pt x="3414" y="40"/>
                    <a:pt x="3405" y="39"/>
                  </a:cubicBezTo>
                  <a:lnTo>
                    <a:pt x="3405" y="39"/>
                  </a:lnTo>
                  <a:cubicBezTo>
                    <a:pt x="3408" y="39"/>
                    <a:pt x="3411" y="40"/>
                    <a:pt x="3412" y="42"/>
                  </a:cubicBezTo>
                  <a:cubicBezTo>
                    <a:pt x="3231" y="21"/>
                    <a:pt x="3051" y="7"/>
                    <a:pt x="2869" y="4"/>
                  </a:cubicBezTo>
                  <a:cubicBezTo>
                    <a:pt x="2821" y="4"/>
                    <a:pt x="2771" y="0"/>
                    <a:pt x="27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3"/>
            <p:cNvSpPr/>
            <p:nvPr/>
          </p:nvSpPr>
          <p:spPr>
            <a:xfrm>
              <a:off x="5999583" y="251470"/>
              <a:ext cx="231829" cy="151433"/>
            </a:xfrm>
            <a:custGeom>
              <a:rect b="b" l="l" r="r" t="t"/>
              <a:pathLst>
                <a:path extrusionOk="0" h="3737" w="5721">
                  <a:moveTo>
                    <a:pt x="2462" y="0"/>
                  </a:moveTo>
                  <a:cubicBezTo>
                    <a:pt x="2075" y="3"/>
                    <a:pt x="1692" y="21"/>
                    <a:pt x="1309" y="28"/>
                  </a:cubicBezTo>
                  <a:cubicBezTo>
                    <a:pt x="1107" y="31"/>
                    <a:pt x="902" y="38"/>
                    <a:pt x="699" y="42"/>
                  </a:cubicBezTo>
                  <a:cubicBezTo>
                    <a:pt x="613" y="42"/>
                    <a:pt x="529" y="45"/>
                    <a:pt x="445" y="49"/>
                  </a:cubicBezTo>
                  <a:cubicBezTo>
                    <a:pt x="397" y="49"/>
                    <a:pt x="352" y="52"/>
                    <a:pt x="303" y="55"/>
                  </a:cubicBezTo>
                  <a:cubicBezTo>
                    <a:pt x="254" y="59"/>
                    <a:pt x="201" y="63"/>
                    <a:pt x="150" y="73"/>
                  </a:cubicBezTo>
                  <a:cubicBezTo>
                    <a:pt x="55" y="94"/>
                    <a:pt x="0" y="206"/>
                    <a:pt x="24" y="296"/>
                  </a:cubicBezTo>
                  <a:cubicBezTo>
                    <a:pt x="48" y="380"/>
                    <a:pt x="124" y="428"/>
                    <a:pt x="204" y="428"/>
                  </a:cubicBezTo>
                  <a:cubicBezTo>
                    <a:pt x="207" y="428"/>
                    <a:pt x="210" y="428"/>
                    <a:pt x="212" y="428"/>
                  </a:cubicBezTo>
                  <a:cubicBezTo>
                    <a:pt x="222" y="425"/>
                    <a:pt x="233" y="425"/>
                    <a:pt x="247" y="421"/>
                  </a:cubicBezTo>
                  <a:cubicBezTo>
                    <a:pt x="313" y="415"/>
                    <a:pt x="383" y="415"/>
                    <a:pt x="449" y="410"/>
                  </a:cubicBezTo>
                  <a:cubicBezTo>
                    <a:pt x="532" y="407"/>
                    <a:pt x="613" y="407"/>
                    <a:pt x="696" y="404"/>
                  </a:cubicBezTo>
                  <a:cubicBezTo>
                    <a:pt x="884" y="400"/>
                    <a:pt x="1069" y="397"/>
                    <a:pt x="1257" y="394"/>
                  </a:cubicBezTo>
                  <a:cubicBezTo>
                    <a:pt x="1448" y="386"/>
                    <a:pt x="1643" y="383"/>
                    <a:pt x="1838" y="376"/>
                  </a:cubicBezTo>
                  <a:cubicBezTo>
                    <a:pt x="2030" y="373"/>
                    <a:pt x="2221" y="365"/>
                    <a:pt x="2416" y="365"/>
                  </a:cubicBezTo>
                  <a:cubicBezTo>
                    <a:pt x="2611" y="365"/>
                    <a:pt x="2803" y="373"/>
                    <a:pt x="2997" y="379"/>
                  </a:cubicBezTo>
                  <a:cubicBezTo>
                    <a:pt x="3185" y="386"/>
                    <a:pt x="3377" y="397"/>
                    <a:pt x="3565" y="404"/>
                  </a:cubicBezTo>
                  <a:cubicBezTo>
                    <a:pt x="3757" y="410"/>
                    <a:pt x="3948" y="421"/>
                    <a:pt x="4136" y="431"/>
                  </a:cubicBezTo>
                  <a:cubicBezTo>
                    <a:pt x="4338" y="445"/>
                    <a:pt x="4540" y="463"/>
                    <a:pt x="4742" y="484"/>
                  </a:cubicBezTo>
                  <a:cubicBezTo>
                    <a:pt x="4895" y="498"/>
                    <a:pt x="5048" y="515"/>
                    <a:pt x="5198" y="532"/>
                  </a:cubicBezTo>
                  <a:cubicBezTo>
                    <a:pt x="5233" y="536"/>
                    <a:pt x="5264" y="540"/>
                    <a:pt x="5299" y="543"/>
                  </a:cubicBezTo>
                  <a:cubicBezTo>
                    <a:pt x="5316" y="547"/>
                    <a:pt x="5334" y="547"/>
                    <a:pt x="5351" y="550"/>
                  </a:cubicBezTo>
                  <a:cubicBezTo>
                    <a:pt x="5348" y="582"/>
                    <a:pt x="5348" y="609"/>
                    <a:pt x="5345" y="640"/>
                  </a:cubicBezTo>
                  <a:cubicBezTo>
                    <a:pt x="5341" y="731"/>
                    <a:pt x="5334" y="825"/>
                    <a:pt x="5327" y="916"/>
                  </a:cubicBezTo>
                  <a:cubicBezTo>
                    <a:pt x="5313" y="1083"/>
                    <a:pt x="5299" y="1253"/>
                    <a:pt x="5285" y="1421"/>
                  </a:cubicBezTo>
                  <a:cubicBezTo>
                    <a:pt x="5271" y="1591"/>
                    <a:pt x="5261" y="1765"/>
                    <a:pt x="5247" y="1935"/>
                  </a:cubicBezTo>
                  <a:cubicBezTo>
                    <a:pt x="5233" y="2117"/>
                    <a:pt x="5226" y="2298"/>
                    <a:pt x="5226" y="2479"/>
                  </a:cubicBezTo>
                  <a:cubicBezTo>
                    <a:pt x="5229" y="2591"/>
                    <a:pt x="5244" y="2698"/>
                    <a:pt x="5250" y="2806"/>
                  </a:cubicBezTo>
                  <a:cubicBezTo>
                    <a:pt x="5257" y="2911"/>
                    <a:pt x="5254" y="3015"/>
                    <a:pt x="5244" y="3119"/>
                  </a:cubicBezTo>
                  <a:cubicBezTo>
                    <a:pt x="5233" y="3206"/>
                    <a:pt x="5219" y="3290"/>
                    <a:pt x="5191" y="3370"/>
                  </a:cubicBezTo>
                  <a:lnTo>
                    <a:pt x="5038" y="3370"/>
                  </a:lnTo>
                  <a:cubicBezTo>
                    <a:pt x="4934" y="3370"/>
                    <a:pt x="4829" y="3373"/>
                    <a:pt x="4721" y="3373"/>
                  </a:cubicBezTo>
                  <a:cubicBezTo>
                    <a:pt x="4617" y="3373"/>
                    <a:pt x="4509" y="3367"/>
                    <a:pt x="4400" y="3363"/>
                  </a:cubicBezTo>
                  <a:cubicBezTo>
                    <a:pt x="4279" y="3360"/>
                    <a:pt x="4157" y="3356"/>
                    <a:pt x="4035" y="3349"/>
                  </a:cubicBezTo>
                  <a:cubicBezTo>
                    <a:pt x="4034" y="3349"/>
                    <a:pt x="4032" y="3349"/>
                    <a:pt x="4030" y="3349"/>
                  </a:cubicBezTo>
                  <a:cubicBezTo>
                    <a:pt x="3935" y="3349"/>
                    <a:pt x="3854" y="3441"/>
                    <a:pt x="3857" y="3534"/>
                  </a:cubicBezTo>
                  <a:cubicBezTo>
                    <a:pt x="3857" y="3582"/>
                    <a:pt x="3878" y="3628"/>
                    <a:pt x="3910" y="3663"/>
                  </a:cubicBezTo>
                  <a:cubicBezTo>
                    <a:pt x="3945" y="3698"/>
                    <a:pt x="3990" y="3711"/>
                    <a:pt x="4042" y="3715"/>
                  </a:cubicBezTo>
                  <a:cubicBezTo>
                    <a:pt x="4143" y="3719"/>
                    <a:pt x="4244" y="3722"/>
                    <a:pt x="4345" y="3725"/>
                  </a:cubicBezTo>
                  <a:cubicBezTo>
                    <a:pt x="4439" y="3725"/>
                    <a:pt x="4533" y="3732"/>
                    <a:pt x="4624" y="3736"/>
                  </a:cubicBezTo>
                  <a:cubicBezTo>
                    <a:pt x="4656" y="3737"/>
                    <a:pt x="4688" y="3737"/>
                    <a:pt x="4721" y="3737"/>
                  </a:cubicBezTo>
                  <a:cubicBezTo>
                    <a:pt x="4866" y="3737"/>
                    <a:pt x="5011" y="3732"/>
                    <a:pt x="5157" y="3732"/>
                  </a:cubicBezTo>
                  <a:cubicBezTo>
                    <a:pt x="5166" y="3732"/>
                    <a:pt x="5176" y="3732"/>
                    <a:pt x="5186" y="3732"/>
                  </a:cubicBezTo>
                  <a:cubicBezTo>
                    <a:pt x="5275" y="3732"/>
                    <a:pt x="5373" y="3729"/>
                    <a:pt x="5438" y="3659"/>
                  </a:cubicBezTo>
                  <a:cubicBezTo>
                    <a:pt x="5494" y="3603"/>
                    <a:pt x="5522" y="3531"/>
                    <a:pt x="5546" y="3457"/>
                  </a:cubicBezTo>
                  <a:cubicBezTo>
                    <a:pt x="5560" y="3409"/>
                    <a:pt x="5570" y="3360"/>
                    <a:pt x="5581" y="3307"/>
                  </a:cubicBezTo>
                  <a:cubicBezTo>
                    <a:pt x="5620" y="3113"/>
                    <a:pt x="5623" y="2914"/>
                    <a:pt x="5609" y="2719"/>
                  </a:cubicBezTo>
                  <a:cubicBezTo>
                    <a:pt x="5599" y="2629"/>
                    <a:pt x="5591" y="2538"/>
                    <a:pt x="5591" y="2448"/>
                  </a:cubicBezTo>
                  <a:cubicBezTo>
                    <a:pt x="5588" y="2361"/>
                    <a:pt x="5591" y="2270"/>
                    <a:pt x="5595" y="2183"/>
                  </a:cubicBezTo>
                  <a:cubicBezTo>
                    <a:pt x="5602" y="2009"/>
                    <a:pt x="5620" y="1831"/>
                    <a:pt x="5630" y="1657"/>
                  </a:cubicBezTo>
                  <a:cubicBezTo>
                    <a:pt x="5654" y="1309"/>
                    <a:pt x="5692" y="961"/>
                    <a:pt x="5710" y="613"/>
                  </a:cubicBezTo>
                  <a:cubicBezTo>
                    <a:pt x="5713" y="532"/>
                    <a:pt x="5721" y="449"/>
                    <a:pt x="5707" y="369"/>
                  </a:cubicBezTo>
                  <a:cubicBezTo>
                    <a:pt x="5700" y="320"/>
                    <a:pt x="5658" y="268"/>
                    <a:pt x="5612" y="243"/>
                  </a:cubicBezTo>
                  <a:cubicBezTo>
                    <a:pt x="5581" y="227"/>
                    <a:pt x="5546" y="212"/>
                    <a:pt x="5508" y="209"/>
                  </a:cubicBezTo>
                  <a:cubicBezTo>
                    <a:pt x="5463" y="201"/>
                    <a:pt x="5421" y="195"/>
                    <a:pt x="5376" y="191"/>
                  </a:cubicBezTo>
                  <a:cubicBezTo>
                    <a:pt x="5173" y="164"/>
                    <a:pt x="4972" y="143"/>
                    <a:pt x="4770" y="122"/>
                  </a:cubicBezTo>
                  <a:cubicBezTo>
                    <a:pt x="4575" y="101"/>
                    <a:pt x="4376" y="84"/>
                    <a:pt x="4181" y="73"/>
                  </a:cubicBezTo>
                  <a:cubicBezTo>
                    <a:pt x="3983" y="59"/>
                    <a:pt x="3785" y="52"/>
                    <a:pt x="3582" y="42"/>
                  </a:cubicBezTo>
                  <a:cubicBezTo>
                    <a:pt x="3394" y="31"/>
                    <a:pt x="3203" y="24"/>
                    <a:pt x="3015" y="18"/>
                  </a:cubicBezTo>
                  <a:cubicBezTo>
                    <a:pt x="2834" y="10"/>
                    <a:pt x="2653" y="0"/>
                    <a:pt x="24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3"/>
            <p:cNvSpPr/>
            <p:nvPr/>
          </p:nvSpPr>
          <p:spPr>
            <a:xfrm>
              <a:off x="6182425" y="286036"/>
              <a:ext cx="42751" cy="51220"/>
            </a:xfrm>
            <a:custGeom>
              <a:rect b="b" l="l" r="r" t="t"/>
              <a:pathLst>
                <a:path extrusionOk="0" h="1264" w="1055">
                  <a:moveTo>
                    <a:pt x="762" y="0"/>
                  </a:moveTo>
                  <a:cubicBezTo>
                    <a:pt x="728" y="0"/>
                    <a:pt x="690" y="4"/>
                    <a:pt x="655" y="7"/>
                  </a:cubicBezTo>
                  <a:cubicBezTo>
                    <a:pt x="568" y="17"/>
                    <a:pt x="484" y="34"/>
                    <a:pt x="404" y="70"/>
                  </a:cubicBezTo>
                  <a:cubicBezTo>
                    <a:pt x="369" y="84"/>
                    <a:pt x="335" y="97"/>
                    <a:pt x="300" y="118"/>
                  </a:cubicBezTo>
                  <a:cubicBezTo>
                    <a:pt x="275" y="129"/>
                    <a:pt x="254" y="142"/>
                    <a:pt x="230" y="160"/>
                  </a:cubicBezTo>
                  <a:cubicBezTo>
                    <a:pt x="181" y="195"/>
                    <a:pt x="147" y="233"/>
                    <a:pt x="112" y="282"/>
                  </a:cubicBezTo>
                  <a:cubicBezTo>
                    <a:pt x="97" y="303"/>
                    <a:pt x="87" y="327"/>
                    <a:pt x="76" y="351"/>
                  </a:cubicBezTo>
                  <a:cubicBezTo>
                    <a:pt x="63" y="390"/>
                    <a:pt x="49" y="425"/>
                    <a:pt x="39" y="463"/>
                  </a:cubicBezTo>
                  <a:cubicBezTo>
                    <a:pt x="28" y="494"/>
                    <a:pt x="25" y="526"/>
                    <a:pt x="18" y="557"/>
                  </a:cubicBezTo>
                  <a:cubicBezTo>
                    <a:pt x="0" y="651"/>
                    <a:pt x="0" y="748"/>
                    <a:pt x="21" y="843"/>
                  </a:cubicBezTo>
                  <a:cubicBezTo>
                    <a:pt x="25" y="873"/>
                    <a:pt x="46" y="909"/>
                    <a:pt x="60" y="936"/>
                  </a:cubicBezTo>
                  <a:cubicBezTo>
                    <a:pt x="76" y="968"/>
                    <a:pt x="102" y="999"/>
                    <a:pt x="122" y="1027"/>
                  </a:cubicBezTo>
                  <a:cubicBezTo>
                    <a:pt x="164" y="1076"/>
                    <a:pt x="216" y="1117"/>
                    <a:pt x="272" y="1153"/>
                  </a:cubicBezTo>
                  <a:cubicBezTo>
                    <a:pt x="317" y="1183"/>
                    <a:pt x="376" y="1204"/>
                    <a:pt x="436" y="1219"/>
                  </a:cubicBezTo>
                  <a:cubicBezTo>
                    <a:pt x="460" y="1225"/>
                    <a:pt x="488" y="1233"/>
                    <a:pt x="512" y="1236"/>
                  </a:cubicBezTo>
                  <a:cubicBezTo>
                    <a:pt x="620" y="1254"/>
                    <a:pt x="728" y="1260"/>
                    <a:pt x="839" y="1264"/>
                  </a:cubicBezTo>
                  <a:cubicBezTo>
                    <a:pt x="841" y="1264"/>
                    <a:pt x="843" y="1264"/>
                    <a:pt x="845" y="1264"/>
                  </a:cubicBezTo>
                  <a:cubicBezTo>
                    <a:pt x="940" y="1264"/>
                    <a:pt x="1021" y="1175"/>
                    <a:pt x="1017" y="1079"/>
                  </a:cubicBezTo>
                  <a:cubicBezTo>
                    <a:pt x="1017" y="978"/>
                    <a:pt x="933" y="905"/>
                    <a:pt x="833" y="902"/>
                  </a:cubicBezTo>
                  <a:cubicBezTo>
                    <a:pt x="770" y="899"/>
                    <a:pt x="707" y="894"/>
                    <a:pt x="640" y="891"/>
                  </a:cubicBezTo>
                  <a:cubicBezTo>
                    <a:pt x="589" y="881"/>
                    <a:pt x="533" y="870"/>
                    <a:pt x="484" y="853"/>
                  </a:cubicBezTo>
                  <a:cubicBezTo>
                    <a:pt x="467" y="846"/>
                    <a:pt x="457" y="839"/>
                    <a:pt x="442" y="832"/>
                  </a:cubicBezTo>
                  <a:lnTo>
                    <a:pt x="390" y="780"/>
                  </a:lnTo>
                  <a:cubicBezTo>
                    <a:pt x="383" y="773"/>
                    <a:pt x="380" y="762"/>
                    <a:pt x="373" y="752"/>
                  </a:cubicBezTo>
                  <a:cubicBezTo>
                    <a:pt x="373" y="748"/>
                    <a:pt x="369" y="745"/>
                    <a:pt x="369" y="745"/>
                  </a:cubicBezTo>
                  <a:cubicBezTo>
                    <a:pt x="369" y="711"/>
                    <a:pt x="369" y="675"/>
                    <a:pt x="373" y="640"/>
                  </a:cubicBezTo>
                  <a:cubicBezTo>
                    <a:pt x="380" y="592"/>
                    <a:pt x="390" y="550"/>
                    <a:pt x="404" y="505"/>
                  </a:cubicBezTo>
                  <a:cubicBezTo>
                    <a:pt x="411" y="491"/>
                    <a:pt x="418" y="481"/>
                    <a:pt x="425" y="470"/>
                  </a:cubicBezTo>
                  <a:lnTo>
                    <a:pt x="436" y="460"/>
                  </a:lnTo>
                  <a:cubicBezTo>
                    <a:pt x="467" y="439"/>
                    <a:pt x="498" y="421"/>
                    <a:pt x="529" y="407"/>
                  </a:cubicBezTo>
                  <a:cubicBezTo>
                    <a:pt x="574" y="390"/>
                    <a:pt x="620" y="380"/>
                    <a:pt x="666" y="369"/>
                  </a:cubicBezTo>
                  <a:cubicBezTo>
                    <a:pt x="693" y="365"/>
                    <a:pt x="721" y="365"/>
                    <a:pt x="749" y="362"/>
                  </a:cubicBezTo>
                  <a:cubicBezTo>
                    <a:pt x="791" y="362"/>
                    <a:pt x="833" y="365"/>
                    <a:pt x="878" y="369"/>
                  </a:cubicBezTo>
                  <a:cubicBezTo>
                    <a:pt x="879" y="369"/>
                    <a:pt x="881" y="369"/>
                    <a:pt x="883" y="369"/>
                  </a:cubicBezTo>
                  <a:cubicBezTo>
                    <a:pt x="978" y="369"/>
                    <a:pt x="1055" y="277"/>
                    <a:pt x="1055" y="184"/>
                  </a:cubicBezTo>
                  <a:cubicBezTo>
                    <a:pt x="1055" y="136"/>
                    <a:pt x="1034" y="90"/>
                    <a:pt x="1003" y="55"/>
                  </a:cubicBezTo>
                  <a:cubicBezTo>
                    <a:pt x="965" y="21"/>
                    <a:pt x="923" y="7"/>
                    <a:pt x="870" y="4"/>
                  </a:cubicBezTo>
                  <a:cubicBezTo>
                    <a:pt x="836" y="4"/>
                    <a:pt x="801" y="0"/>
                    <a:pt x="7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3"/>
            <p:cNvSpPr/>
            <p:nvPr/>
          </p:nvSpPr>
          <p:spPr>
            <a:xfrm>
              <a:off x="6012956" y="123051"/>
              <a:ext cx="189969" cy="144665"/>
            </a:xfrm>
            <a:custGeom>
              <a:rect b="b" l="l" r="r" t="t"/>
              <a:pathLst>
                <a:path extrusionOk="0" h="3570" w="4688">
                  <a:moveTo>
                    <a:pt x="283" y="0"/>
                  </a:moveTo>
                  <a:cubicBezTo>
                    <a:pt x="247" y="0"/>
                    <a:pt x="217" y="0"/>
                    <a:pt x="181" y="4"/>
                  </a:cubicBezTo>
                  <a:cubicBezTo>
                    <a:pt x="84" y="4"/>
                    <a:pt x="1" y="84"/>
                    <a:pt x="4" y="185"/>
                  </a:cubicBezTo>
                  <a:cubicBezTo>
                    <a:pt x="4" y="281"/>
                    <a:pt x="85" y="366"/>
                    <a:pt x="183" y="366"/>
                  </a:cubicBezTo>
                  <a:cubicBezTo>
                    <a:pt x="185" y="366"/>
                    <a:pt x="187" y="366"/>
                    <a:pt x="189" y="366"/>
                  </a:cubicBezTo>
                  <a:cubicBezTo>
                    <a:pt x="226" y="365"/>
                    <a:pt x="263" y="364"/>
                    <a:pt x="301" y="364"/>
                  </a:cubicBezTo>
                  <a:cubicBezTo>
                    <a:pt x="468" y="364"/>
                    <a:pt x="637" y="377"/>
                    <a:pt x="805" y="397"/>
                  </a:cubicBezTo>
                  <a:cubicBezTo>
                    <a:pt x="903" y="408"/>
                    <a:pt x="996" y="421"/>
                    <a:pt x="1094" y="429"/>
                  </a:cubicBezTo>
                  <a:cubicBezTo>
                    <a:pt x="1181" y="439"/>
                    <a:pt x="1264" y="446"/>
                    <a:pt x="1351" y="457"/>
                  </a:cubicBezTo>
                  <a:cubicBezTo>
                    <a:pt x="1529" y="474"/>
                    <a:pt x="1706" y="492"/>
                    <a:pt x="1881" y="505"/>
                  </a:cubicBezTo>
                  <a:cubicBezTo>
                    <a:pt x="2055" y="523"/>
                    <a:pt x="2229" y="529"/>
                    <a:pt x="2399" y="533"/>
                  </a:cubicBezTo>
                  <a:cubicBezTo>
                    <a:pt x="2581" y="537"/>
                    <a:pt x="2758" y="537"/>
                    <a:pt x="2936" y="540"/>
                  </a:cubicBezTo>
                  <a:cubicBezTo>
                    <a:pt x="3103" y="543"/>
                    <a:pt x="3273" y="543"/>
                    <a:pt x="3440" y="554"/>
                  </a:cubicBezTo>
                  <a:cubicBezTo>
                    <a:pt x="3479" y="558"/>
                    <a:pt x="3514" y="558"/>
                    <a:pt x="3552" y="561"/>
                  </a:cubicBezTo>
                  <a:cubicBezTo>
                    <a:pt x="3573" y="564"/>
                    <a:pt x="3597" y="568"/>
                    <a:pt x="3618" y="568"/>
                  </a:cubicBezTo>
                  <a:cubicBezTo>
                    <a:pt x="3632" y="571"/>
                    <a:pt x="3646" y="575"/>
                    <a:pt x="3660" y="575"/>
                  </a:cubicBezTo>
                  <a:cubicBezTo>
                    <a:pt x="3691" y="579"/>
                    <a:pt x="3723" y="582"/>
                    <a:pt x="3754" y="592"/>
                  </a:cubicBezTo>
                  <a:cubicBezTo>
                    <a:pt x="3754" y="592"/>
                    <a:pt x="3757" y="596"/>
                    <a:pt x="3761" y="596"/>
                  </a:cubicBezTo>
                  <a:cubicBezTo>
                    <a:pt x="3782" y="630"/>
                    <a:pt x="3799" y="666"/>
                    <a:pt x="3816" y="701"/>
                  </a:cubicBezTo>
                  <a:cubicBezTo>
                    <a:pt x="3887" y="889"/>
                    <a:pt x="3932" y="1087"/>
                    <a:pt x="3973" y="1281"/>
                  </a:cubicBezTo>
                  <a:cubicBezTo>
                    <a:pt x="4008" y="1469"/>
                    <a:pt x="4050" y="1662"/>
                    <a:pt x="4081" y="1850"/>
                  </a:cubicBezTo>
                  <a:cubicBezTo>
                    <a:pt x="4116" y="2128"/>
                    <a:pt x="4147" y="2406"/>
                    <a:pt x="4189" y="2681"/>
                  </a:cubicBezTo>
                  <a:cubicBezTo>
                    <a:pt x="4210" y="2814"/>
                    <a:pt x="4234" y="2946"/>
                    <a:pt x="4263" y="3075"/>
                  </a:cubicBezTo>
                  <a:cubicBezTo>
                    <a:pt x="4279" y="3169"/>
                    <a:pt x="4300" y="3259"/>
                    <a:pt x="4318" y="3350"/>
                  </a:cubicBezTo>
                  <a:lnTo>
                    <a:pt x="4318" y="3388"/>
                  </a:lnTo>
                  <a:cubicBezTo>
                    <a:pt x="4321" y="3489"/>
                    <a:pt x="4405" y="3569"/>
                    <a:pt x="4502" y="3569"/>
                  </a:cubicBezTo>
                  <a:cubicBezTo>
                    <a:pt x="4604" y="3566"/>
                    <a:pt x="4687" y="3482"/>
                    <a:pt x="4684" y="3385"/>
                  </a:cubicBezTo>
                  <a:cubicBezTo>
                    <a:pt x="4680" y="3325"/>
                    <a:pt x="4670" y="3266"/>
                    <a:pt x="4660" y="3207"/>
                  </a:cubicBezTo>
                  <a:cubicBezTo>
                    <a:pt x="4649" y="3137"/>
                    <a:pt x="4631" y="3071"/>
                    <a:pt x="4618" y="3002"/>
                  </a:cubicBezTo>
                  <a:cubicBezTo>
                    <a:pt x="4579" y="2831"/>
                    <a:pt x="4551" y="2660"/>
                    <a:pt x="4523" y="2486"/>
                  </a:cubicBezTo>
                  <a:cubicBezTo>
                    <a:pt x="4502" y="2326"/>
                    <a:pt x="4485" y="2166"/>
                    <a:pt x="4464" y="2003"/>
                  </a:cubicBezTo>
                  <a:cubicBezTo>
                    <a:pt x="4451" y="1905"/>
                    <a:pt x="4440" y="1808"/>
                    <a:pt x="4422" y="1710"/>
                  </a:cubicBezTo>
                  <a:cubicBezTo>
                    <a:pt x="4409" y="1623"/>
                    <a:pt x="4391" y="1540"/>
                    <a:pt x="4374" y="1453"/>
                  </a:cubicBezTo>
                  <a:cubicBezTo>
                    <a:pt x="4342" y="1289"/>
                    <a:pt x="4311" y="1122"/>
                    <a:pt x="4273" y="955"/>
                  </a:cubicBezTo>
                  <a:cubicBezTo>
                    <a:pt x="4228" y="773"/>
                    <a:pt x="4175" y="592"/>
                    <a:pt x="4085" y="429"/>
                  </a:cubicBezTo>
                  <a:cubicBezTo>
                    <a:pt x="4060" y="391"/>
                    <a:pt x="4029" y="352"/>
                    <a:pt x="3998" y="317"/>
                  </a:cubicBezTo>
                  <a:cubicBezTo>
                    <a:pt x="3963" y="283"/>
                    <a:pt x="3914" y="262"/>
                    <a:pt x="3866" y="244"/>
                  </a:cubicBezTo>
                  <a:cubicBezTo>
                    <a:pt x="3831" y="233"/>
                    <a:pt x="3792" y="227"/>
                    <a:pt x="3754" y="223"/>
                  </a:cubicBezTo>
                  <a:cubicBezTo>
                    <a:pt x="3736" y="220"/>
                    <a:pt x="3715" y="216"/>
                    <a:pt x="3694" y="216"/>
                  </a:cubicBezTo>
                  <a:cubicBezTo>
                    <a:pt x="3691" y="213"/>
                    <a:pt x="3688" y="213"/>
                    <a:pt x="3684" y="213"/>
                  </a:cubicBezTo>
                  <a:cubicBezTo>
                    <a:pt x="3670" y="209"/>
                    <a:pt x="3657" y="209"/>
                    <a:pt x="3643" y="209"/>
                  </a:cubicBezTo>
                  <a:cubicBezTo>
                    <a:pt x="3625" y="206"/>
                    <a:pt x="3607" y="206"/>
                    <a:pt x="3590" y="203"/>
                  </a:cubicBezTo>
                  <a:cubicBezTo>
                    <a:pt x="3548" y="199"/>
                    <a:pt x="3511" y="195"/>
                    <a:pt x="3472" y="192"/>
                  </a:cubicBezTo>
                  <a:cubicBezTo>
                    <a:pt x="3385" y="188"/>
                    <a:pt x="3302" y="185"/>
                    <a:pt x="3218" y="182"/>
                  </a:cubicBezTo>
                  <a:cubicBezTo>
                    <a:pt x="3040" y="178"/>
                    <a:pt x="2863" y="174"/>
                    <a:pt x="2685" y="171"/>
                  </a:cubicBezTo>
                  <a:cubicBezTo>
                    <a:pt x="2508" y="167"/>
                    <a:pt x="2330" y="171"/>
                    <a:pt x="2153" y="164"/>
                  </a:cubicBezTo>
                  <a:cubicBezTo>
                    <a:pt x="1954" y="153"/>
                    <a:pt x="1759" y="132"/>
                    <a:pt x="1560" y="116"/>
                  </a:cubicBezTo>
                  <a:cubicBezTo>
                    <a:pt x="1463" y="105"/>
                    <a:pt x="1369" y="95"/>
                    <a:pt x="1271" y="84"/>
                  </a:cubicBezTo>
                  <a:cubicBezTo>
                    <a:pt x="1171" y="74"/>
                    <a:pt x="1070" y="66"/>
                    <a:pt x="969" y="53"/>
                  </a:cubicBezTo>
                  <a:cubicBezTo>
                    <a:pt x="742" y="25"/>
                    <a:pt x="512" y="0"/>
                    <a:pt x="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3"/>
            <p:cNvSpPr/>
            <p:nvPr/>
          </p:nvSpPr>
          <p:spPr>
            <a:xfrm>
              <a:off x="6083386" y="165358"/>
              <a:ext cx="40360" cy="38294"/>
            </a:xfrm>
            <a:custGeom>
              <a:rect b="b" l="l" r="r" t="t"/>
              <a:pathLst>
                <a:path extrusionOk="0" h="945" w="996">
                  <a:moveTo>
                    <a:pt x="791" y="1"/>
                  </a:moveTo>
                  <a:cubicBezTo>
                    <a:pt x="759" y="1"/>
                    <a:pt x="728" y="8"/>
                    <a:pt x="700" y="25"/>
                  </a:cubicBezTo>
                  <a:cubicBezTo>
                    <a:pt x="640" y="60"/>
                    <a:pt x="592" y="116"/>
                    <a:pt x="543" y="161"/>
                  </a:cubicBezTo>
                  <a:cubicBezTo>
                    <a:pt x="487" y="216"/>
                    <a:pt x="431" y="269"/>
                    <a:pt x="376" y="321"/>
                  </a:cubicBezTo>
                  <a:cubicBezTo>
                    <a:pt x="272" y="425"/>
                    <a:pt x="171" y="530"/>
                    <a:pt x="70" y="634"/>
                  </a:cubicBezTo>
                  <a:cubicBezTo>
                    <a:pt x="0" y="708"/>
                    <a:pt x="0" y="822"/>
                    <a:pt x="70" y="892"/>
                  </a:cubicBezTo>
                  <a:cubicBezTo>
                    <a:pt x="104" y="927"/>
                    <a:pt x="151" y="945"/>
                    <a:pt x="198" y="945"/>
                  </a:cubicBezTo>
                  <a:cubicBezTo>
                    <a:pt x="245" y="945"/>
                    <a:pt x="292" y="927"/>
                    <a:pt x="327" y="892"/>
                  </a:cubicBezTo>
                  <a:cubicBezTo>
                    <a:pt x="428" y="788"/>
                    <a:pt x="529" y="684"/>
                    <a:pt x="634" y="582"/>
                  </a:cubicBezTo>
                  <a:cubicBezTo>
                    <a:pt x="682" y="534"/>
                    <a:pt x="731" y="485"/>
                    <a:pt x="780" y="436"/>
                  </a:cubicBezTo>
                  <a:cubicBezTo>
                    <a:pt x="818" y="401"/>
                    <a:pt x="853" y="367"/>
                    <a:pt x="888" y="335"/>
                  </a:cubicBezTo>
                  <a:cubicBezTo>
                    <a:pt x="968" y="283"/>
                    <a:pt x="995" y="175"/>
                    <a:pt x="947" y="91"/>
                  </a:cubicBezTo>
                  <a:cubicBezTo>
                    <a:pt x="916" y="33"/>
                    <a:pt x="853" y="1"/>
                    <a:pt x="7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3"/>
            <p:cNvSpPr/>
            <p:nvPr/>
          </p:nvSpPr>
          <p:spPr>
            <a:xfrm>
              <a:off x="6105390" y="180594"/>
              <a:ext cx="40928" cy="40158"/>
            </a:xfrm>
            <a:custGeom>
              <a:rect b="b" l="l" r="r" t="t"/>
              <a:pathLst>
                <a:path extrusionOk="0" h="991" w="1010">
                  <a:moveTo>
                    <a:pt x="812" y="1"/>
                  </a:moveTo>
                  <a:cubicBezTo>
                    <a:pt x="766" y="1"/>
                    <a:pt x="717" y="18"/>
                    <a:pt x="682" y="54"/>
                  </a:cubicBezTo>
                  <a:cubicBezTo>
                    <a:pt x="477" y="258"/>
                    <a:pt x="272" y="467"/>
                    <a:pt x="73" y="680"/>
                  </a:cubicBezTo>
                  <a:cubicBezTo>
                    <a:pt x="4" y="753"/>
                    <a:pt x="0" y="864"/>
                    <a:pt x="73" y="938"/>
                  </a:cubicBezTo>
                  <a:cubicBezTo>
                    <a:pt x="109" y="973"/>
                    <a:pt x="156" y="991"/>
                    <a:pt x="204" y="991"/>
                  </a:cubicBezTo>
                  <a:cubicBezTo>
                    <a:pt x="250" y="991"/>
                    <a:pt x="297" y="974"/>
                    <a:pt x="331" y="938"/>
                  </a:cubicBezTo>
                  <a:cubicBezTo>
                    <a:pt x="529" y="725"/>
                    <a:pt x="735" y="516"/>
                    <a:pt x="940" y="311"/>
                  </a:cubicBezTo>
                  <a:cubicBezTo>
                    <a:pt x="1010" y="242"/>
                    <a:pt x="1010" y="123"/>
                    <a:pt x="940" y="54"/>
                  </a:cubicBezTo>
                  <a:cubicBezTo>
                    <a:pt x="905" y="18"/>
                    <a:pt x="860" y="1"/>
                    <a:pt x="8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3"/>
            <p:cNvSpPr/>
            <p:nvPr/>
          </p:nvSpPr>
          <p:spPr>
            <a:xfrm>
              <a:off x="6072890" y="88322"/>
              <a:ext cx="66376" cy="54827"/>
            </a:xfrm>
            <a:custGeom>
              <a:rect b="b" l="l" r="r" t="t"/>
              <a:pathLst>
                <a:path extrusionOk="0" h="1353" w="1638">
                  <a:moveTo>
                    <a:pt x="872" y="1"/>
                  </a:moveTo>
                  <a:cubicBezTo>
                    <a:pt x="827" y="1"/>
                    <a:pt x="785" y="4"/>
                    <a:pt x="740" y="8"/>
                  </a:cubicBezTo>
                  <a:cubicBezTo>
                    <a:pt x="684" y="15"/>
                    <a:pt x="628" y="25"/>
                    <a:pt x="576" y="43"/>
                  </a:cubicBezTo>
                  <a:cubicBezTo>
                    <a:pt x="520" y="57"/>
                    <a:pt x="468" y="84"/>
                    <a:pt x="415" y="109"/>
                  </a:cubicBezTo>
                  <a:cubicBezTo>
                    <a:pt x="332" y="147"/>
                    <a:pt x="252" y="206"/>
                    <a:pt x="203" y="283"/>
                  </a:cubicBezTo>
                  <a:cubicBezTo>
                    <a:pt x="158" y="349"/>
                    <a:pt x="134" y="425"/>
                    <a:pt x="110" y="502"/>
                  </a:cubicBezTo>
                  <a:cubicBezTo>
                    <a:pt x="75" y="610"/>
                    <a:pt x="50" y="722"/>
                    <a:pt x="36" y="833"/>
                  </a:cubicBezTo>
                  <a:cubicBezTo>
                    <a:pt x="19" y="944"/>
                    <a:pt x="15" y="1056"/>
                    <a:pt x="9" y="1167"/>
                  </a:cubicBezTo>
                  <a:cubicBezTo>
                    <a:pt x="1" y="1268"/>
                    <a:pt x="99" y="1349"/>
                    <a:pt x="193" y="1349"/>
                  </a:cubicBezTo>
                  <a:cubicBezTo>
                    <a:pt x="238" y="1345"/>
                    <a:pt x="283" y="1328"/>
                    <a:pt x="319" y="1293"/>
                  </a:cubicBezTo>
                  <a:cubicBezTo>
                    <a:pt x="353" y="1258"/>
                    <a:pt x="370" y="1212"/>
                    <a:pt x="370" y="1164"/>
                  </a:cubicBezTo>
                  <a:cubicBezTo>
                    <a:pt x="377" y="1073"/>
                    <a:pt x="381" y="986"/>
                    <a:pt x="391" y="899"/>
                  </a:cubicBezTo>
                  <a:cubicBezTo>
                    <a:pt x="409" y="770"/>
                    <a:pt x="440" y="642"/>
                    <a:pt x="486" y="520"/>
                  </a:cubicBezTo>
                  <a:cubicBezTo>
                    <a:pt x="492" y="506"/>
                    <a:pt x="502" y="492"/>
                    <a:pt x="510" y="478"/>
                  </a:cubicBezTo>
                  <a:cubicBezTo>
                    <a:pt x="513" y="475"/>
                    <a:pt x="517" y="471"/>
                    <a:pt x="517" y="467"/>
                  </a:cubicBezTo>
                  <a:cubicBezTo>
                    <a:pt x="555" y="443"/>
                    <a:pt x="597" y="422"/>
                    <a:pt x="639" y="404"/>
                  </a:cubicBezTo>
                  <a:cubicBezTo>
                    <a:pt x="677" y="391"/>
                    <a:pt x="715" y="377"/>
                    <a:pt x="757" y="370"/>
                  </a:cubicBezTo>
                  <a:cubicBezTo>
                    <a:pt x="802" y="367"/>
                    <a:pt x="847" y="363"/>
                    <a:pt x="893" y="363"/>
                  </a:cubicBezTo>
                  <a:cubicBezTo>
                    <a:pt x="907" y="367"/>
                    <a:pt x="920" y="370"/>
                    <a:pt x="934" y="374"/>
                  </a:cubicBezTo>
                  <a:cubicBezTo>
                    <a:pt x="959" y="384"/>
                    <a:pt x="980" y="398"/>
                    <a:pt x="1000" y="412"/>
                  </a:cubicBezTo>
                  <a:cubicBezTo>
                    <a:pt x="1035" y="443"/>
                    <a:pt x="1063" y="475"/>
                    <a:pt x="1091" y="509"/>
                  </a:cubicBezTo>
                  <a:cubicBezTo>
                    <a:pt x="1126" y="562"/>
                    <a:pt x="1157" y="613"/>
                    <a:pt x="1182" y="669"/>
                  </a:cubicBezTo>
                  <a:cubicBezTo>
                    <a:pt x="1220" y="764"/>
                    <a:pt x="1244" y="857"/>
                    <a:pt x="1262" y="955"/>
                  </a:cubicBezTo>
                  <a:cubicBezTo>
                    <a:pt x="1269" y="994"/>
                    <a:pt x="1272" y="1031"/>
                    <a:pt x="1272" y="1073"/>
                  </a:cubicBezTo>
                  <a:lnTo>
                    <a:pt x="1272" y="1171"/>
                  </a:lnTo>
                  <a:cubicBezTo>
                    <a:pt x="1272" y="1272"/>
                    <a:pt x="1356" y="1352"/>
                    <a:pt x="1457" y="1352"/>
                  </a:cubicBezTo>
                  <a:cubicBezTo>
                    <a:pt x="1554" y="1349"/>
                    <a:pt x="1638" y="1265"/>
                    <a:pt x="1635" y="1167"/>
                  </a:cubicBezTo>
                  <a:cubicBezTo>
                    <a:pt x="1635" y="1115"/>
                    <a:pt x="1638" y="1066"/>
                    <a:pt x="1635" y="1014"/>
                  </a:cubicBezTo>
                  <a:cubicBezTo>
                    <a:pt x="1627" y="927"/>
                    <a:pt x="1614" y="836"/>
                    <a:pt x="1589" y="750"/>
                  </a:cubicBezTo>
                  <a:cubicBezTo>
                    <a:pt x="1568" y="663"/>
                    <a:pt x="1537" y="576"/>
                    <a:pt x="1498" y="492"/>
                  </a:cubicBezTo>
                  <a:cubicBezTo>
                    <a:pt x="1460" y="404"/>
                    <a:pt x="1408" y="332"/>
                    <a:pt x="1349" y="255"/>
                  </a:cubicBezTo>
                  <a:cubicBezTo>
                    <a:pt x="1325" y="227"/>
                    <a:pt x="1300" y="200"/>
                    <a:pt x="1275" y="171"/>
                  </a:cubicBezTo>
                  <a:cubicBezTo>
                    <a:pt x="1241" y="133"/>
                    <a:pt x="1192" y="102"/>
                    <a:pt x="1147" y="74"/>
                  </a:cubicBezTo>
                  <a:cubicBezTo>
                    <a:pt x="1063" y="25"/>
                    <a:pt x="969" y="1"/>
                    <a:pt x="8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3"/>
            <p:cNvSpPr/>
            <p:nvPr/>
          </p:nvSpPr>
          <p:spPr>
            <a:xfrm>
              <a:off x="6054573" y="57849"/>
              <a:ext cx="28244" cy="29662"/>
            </a:xfrm>
            <a:custGeom>
              <a:rect b="b" l="l" r="r" t="t"/>
              <a:pathLst>
                <a:path extrusionOk="0" h="732" w="697">
                  <a:moveTo>
                    <a:pt x="178" y="1"/>
                  </a:moveTo>
                  <a:cubicBezTo>
                    <a:pt x="133" y="1"/>
                    <a:pt x="88" y="18"/>
                    <a:pt x="53" y="53"/>
                  </a:cubicBezTo>
                  <a:cubicBezTo>
                    <a:pt x="18" y="88"/>
                    <a:pt x="1" y="133"/>
                    <a:pt x="1" y="182"/>
                  </a:cubicBezTo>
                  <a:cubicBezTo>
                    <a:pt x="1" y="234"/>
                    <a:pt x="22" y="272"/>
                    <a:pt x="53" y="311"/>
                  </a:cubicBezTo>
                  <a:cubicBezTo>
                    <a:pt x="109" y="377"/>
                    <a:pt x="165" y="443"/>
                    <a:pt x="223" y="509"/>
                  </a:cubicBezTo>
                  <a:cubicBezTo>
                    <a:pt x="283" y="579"/>
                    <a:pt x="342" y="652"/>
                    <a:pt x="415" y="708"/>
                  </a:cubicBezTo>
                  <a:cubicBezTo>
                    <a:pt x="439" y="725"/>
                    <a:pt x="471" y="731"/>
                    <a:pt x="502" y="731"/>
                  </a:cubicBezTo>
                  <a:cubicBezTo>
                    <a:pt x="521" y="731"/>
                    <a:pt x="540" y="729"/>
                    <a:pt x="557" y="725"/>
                  </a:cubicBezTo>
                  <a:cubicBezTo>
                    <a:pt x="603" y="711"/>
                    <a:pt x="641" y="680"/>
                    <a:pt x="666" y="642"/>
                  </a:cubicBezTo>
                  <a:cubicBezTo>
                    <a:pt x="690" y="600"/>
                    <a:pt x="697" y="547"/>
                    <a:pt x="683" y="502"/>
                  </a:cubicBezTo>
                  <a:cubicBezTo>
                    <a:pt x="673" y="464"/>
                    <a:pt x="652" y="436"/>
                    <a:pt x="628" y="415"/>
                  </a:cubicBezTo>
                  <a:cubicBezTo>
                    <a:pt x="572" y="367"/>
                    <a:pt x="527" y="307"/>
                    <a:pt x="478" y="251"/>
                  </a:cubicBezTo>
                  <a:cubicBezTo>
                    <a:pt x="422" y="185"/>
                    <a:pt x="366" y="119"/>
                    <a:pt x="311" y="53"/>
                  </a:cubicBezTo>
                  <a:cubicBezTo>
                    <a:pt x="279" y="18"/>
                    <a:pt x="227" y="1"/>
                    <a:pt x="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3"/>
            <p:cNvSpPr/>
            <p:nvPr/>
          </p:nvSpPr>
          <p:spPr>
            <a:xfrm>
              <a:off x="6081684" y="37425"/>
              <a:ext cx="18073" cy="34606"/>
            </a:xfrm>
            <a:custGeom>
              <a:rect b="b" l="l" r="r" t="t"/>
              <a:pathLst>
                <a:path extrusionOk="0" h="854" w="446">
                  <a:moveTo>
                    <a:pt x="188" y="0"/>
                  </a:moveTo>
                  <a:cubicBezTo>
                    <a:pt x="94" y="3"/>
                    <a:pt x="0" y="87"/>
                    <a:pt x="10" y="185"/>
                  </a:cubicBezTo>
                  <a:cubicBezTo>
                    <a:pt x="25" y="365"/>
                    <a:pt x="56" y="543"/>
                    <a:pt x="87" y="720"/>
                  </a:cubicBezTo>
                  <a:cubicBezTo>
                    <a:pt x="94" y="766"/>
                    <a:pt x="132" y="808"/>
                    <a:pt x="171" y="829"/>
                  </a:cubicBezTo>
                  <a:cubicBezTo>
                    <a:pt x="198" y="845"/>
                    <a:pt x="229" y="853"/>
                    <a:pt x="261" y="853"/>
                  </a:cubicBezTo>
                  <a:cubicBezTo>
                    <a:pt x="278" y="853"/>
                    <a:pt x="294" y="851"/>
                    <a:pt x="310" y="846"/>
                  </a:cubicBezTo>
                  <a:cubicBezTo>
                    <a:pt x="356" y="836"/>
                    <a:pt x="397" y="804"/>
                    <a:pt x="418" y="762"/>
                  </a:cubicBezTo>
                  <a:cubicBezTo>
                    <a:pt x="446" y="717"/>
                    <a:pt x="446" y="672"/>
                    <a:pt x="436" y="623"/>
                  </a:cubicBezTo>
                  <a:cubicBezTo>
                    <a:pt x="425" y="550"/>
                    <a:pt x="415" y="481"/>
                    <a:pt x="401" y="407"/>
                  </a:cubicBezTo>
                  <a:lnTo>
                    <a:pt x="401" y="407"/>
                  </a:lnTo>
                  <a:cubicBezTo>
                    <a:pt x="403" y="418"/>
                    <a:pt x="404" y="428"/>
                    <a:pt x="405" y="439"/>
                  </a:cubicBezTo>
                  <a:lnTo>
                    <a:pt x="405" y="439"/>
                  </a:lnTo>
                  <a:cubicBezTo>
                    <a:pt x="392" y="353"/>
                    <a:pt x="379" y="266"/>
                    <a:pt x="373" y="181"/>
                  </a:cubicBezTo>
                  <a:cubicBezTo>
                    <a:pt x="369" y="132"/>
                    <a:pt x="356" y="90"/>
                    <a:pt x="320" y="56"/>
                  </a:cubicBezTo>
                  <a:cubicBezTo>
                    <a:pt x="285" y="21"/>
                    <a:pt x="237" y="0"/>
                    <a:pt x="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3"/>
            <p:cNvSpPr/>
            <p:nvPr/>
          </p:nvSpPr>
          <p:spPr>
            <a:xfrm>
              <a:off x="6132014" y="62671"/>
              <a:ext cx="24921" cy="25286"/>
            </a:xfrm>
            <a:custGeom>
              <a:rect b="b" l="l" r="r" t="t"/>
              <a:pathLst>
                <a:path extrusionOk="0" h="624" w="615">
                  <a:moveTo>
                    <a:pt x="409" y="0"/>
                  </a:moveTo>
                  <a:cubicBezTo>
                    <a:pt x="359" y="0"/>
                    <a:pt x="314" y="18"/>
                    <a:pt x="283" y="52"/>
                  </a:cubicBezTo>
                  <a:cubicBezTo>
                    <a:pt x="207" y="139"/>
                    <a:pt x="130" y="227"/>
                    <a:pt x="54" y="314"/>
                  </a:cubicBezTo>
                  <a:cubicBezTo>
                    <a:pt x="22" y="352"/>
                    <a:pt x="1" y="394"/>
                    <a:pt x="1" y="446"/>
                  </a:cubicBezTo>
                  <a:cubicBezTo>
                    <a:pt x="1" y="491"/>
                    <a:pt x="22" y="536"/>
                    <a:pt x="54" y="571"/>
                  </a:cubicBezTo>
                  <a:cubicBezTo>
                    <a:pt x="88" y="606"/>
                    <a:pt x="137" y="624"/>
                    <a:pt x="186" y="624"/>
                  </a:cubicBezTo>
                  <a:cubicBezTo>
                    <a:pt x="231" y="624"/>
                    <a:pt x="283" y="606"/>
                    <a:pt x="311" y="571"/>
                  </a:cubicBezTo>
                  <a:cubicBezTo>
                    <a:pt x="388" y="481"/>
                    <a:pt x="464" y="397"/>
                    <a:pt x="541" y="310"/>
                  </a:cubicBezTo>
                  <a:cubicBezTo>
                    <a:pt x="607" y="237"/>
                    <a:pt x="614" y="126"/>
                    <a:pt x="541" y="52"/>
                  </a:cubicBezTo>
                  <a:cubicBezTo>
                    <a:pt x="506" y="18"/>
                    <a:pt x="457" y="0"/>
                    <a:pt x="4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3"/>
            <p:cNvSpPr/>
            <p:nvPr/>
          </p:nvSpPr>
          <p:spPr>
            <a:xfrm>
              <a:off x="5736829" y="106234"/>
              <a:ext cx="183445" cy="183364"/>
            </a:xfrm>
            <a:custGeom>
              <a:rect b="b" l="l" r="r" t="t"/>
              <a:pathLst>
                <a:path extrusionOk="0" h="4525" w="4527">
                  <a:moveTo>
                    <a:pt x="2305" y="365"/>
                  </a:moveTo>
                  <a:cubicBezTo>
                    <a:pt x="2449" y="365"/>
                    <a:pt x="2594" y="377"/>
                    <a:pt x="2737" y="394"/>
                  </a:cubicBezTo>
                  <a:cubicBezTo>
                    <a:pt x="2765" y="398"/>
                    <a:pt x="2793" y="401"/>
                    <a:pt x="2821" y="405"/>
                  </a:cubicBezTo>
                  <a:cubicBezTo>
                    <a:pt x="2825" y="409"/>
                    <a:pt x="2825" y="409"/>
                    <a:pt x="2828" y="409"/>
                  </a:cubicBezTo>
                  <a:cubicBezTo>
                    <a:pt x="2831" y="454"/>
                    <a:pt x="2831" y="502"/>
                    <a:pt x="2831" y="547"/>
                  </a:cubicBezTo>
                  <a:cubicBezTo>
                    <a:pt x="2831" y="638"/>
                    <a:pt x="2835" y="729"/>
                    <a:pt x="2835" y="819"/>
                  </a:cubicBezTo>
                  <a:cubicBezTo>
                    <a:pt x="2842" y="1007"/>
                    <a:pt x="2846" y="1199"/>
                    <a:pt x="2856" y="1387"/>
                  </a:cubicBezTo>
                  <a:cubicBezTo>
                    <a:pt x="2859" y="1495"/>
                    <a:pt x="2870" y="1603"/>
                    <a:pt x="2901" y="1704"/>
                  </a:cubicBezTo>
                  <a:cubicBezTo>
                    <a:pt x="2912" y="1735"/>
                    <a:pt x="2925" y="1767"/>
                    <a:pt x="2946" y="1794"/>
                  </a:cubicBezTo>
                  <a:cubicBezTo>
                    <a:pt x="2953" y="1808"/>
                    <a:pt x="2964" y="1818"/>
                    <a:pt x="2974" y="1833"/>
                  </a:cubicBezTo>
                  <a:cubicBezTo>
                    <a:pt x="2992" y="1847"/>
                    <a:pt x="3009" y="1860"/>
                    <a:pt x="3026" y="1874"/>
                  </a:cubicBezTo>
                  <a:cubicBezTo>
                    <a:pt x="3058" y="1895"/>
                    <a:pt x="3106" y="1902"/>
                    <a:pt x="3142" y="1905"/>
                  </a:cubicBezTo>
                  <a:cubicBezTo>
                    <a:pt x="3159" y="1905"/>
                    <a:pt x="3172" y="1909"/>
                    <a:pt x="3187" y="1909"/>
                  </a:cubicBezTo>
                  <a:cubicBezTo>
                    <a:pt x="3232" y="1909"/>
                    <a:pt x="3274" y="1913"/>
                    <a:pt x="3315" y="1916"/>
                  </a:cubicBezTo>
                  <a:cubicBezTo>
                    <a:pt x="3493" y="1926"/>
                    <a:pt x="3667" y="1940"/>
                    <a:pt x="3841" y="1961"/>
                  </a:cubicBezTo>
                  <a:cubicBezTo>
                    <a:pt x="3900" y="1968"/>
                    <a:pt x="3963" y="1972"/>
                    <a:pt x="4022" y="1979"/>
                  </a:cubicBezTo>
                  <a:cubicBezTo>
                    <a:pt x="4067" y="1985"/>
                    <a:pt x="4109" y="1993"/>
                    <a:pt x="4154" y="2000"/>
                  </a:cubicBezTo>
                  <a:cubicBezTo>
                    <a:pt x="4151" y="2031"/>
                    <a:pt x="4148" y="2062"/>
                    <a:pt x="4144" y="2093"/>
                  </a:cubicBezTo>
                  <a:cubicBezTo>
                    <a:pt x="4137" y="2163"/>
                    <a:pt x="4133" y="2233"/>
                    <a:pt x="4127" y="2302"/>
                  </a:cubicBezTo>
                  <a:cubicBezTo>
                    <a:pt x="4116" y="2428"/>
                    <a:pt x="4106" y="2553"/>
                    <a:pt x="4092" y="2678"/>
                  </a:cubicBezTo>
                  <a:cubicBezTo>
                    <a:pt x="4088" y="2713"/>
                    <a:pt x="4085" y="2748"/>
                    <a:pt x="4078" y="2783"/>
                  </a:cubicBezTo>
                  <a:cubicBezTo>
                    <a:pt x="4022" y="2787"/>
                    <a:pt x="3966" y="2787"/>
                    <a:pt x="3911" y="2787"/>
                  </a:cubicBezTo>
                  <a:cubicBezTo>
                    <a:pt x="3820" y="2787"/>
                    <a:pt x="3730" y="2779"/>
                    <a:pt x="3640" y="2773"/>
                  </a:cubicBezTo>
                  <a:cubicBezTo>
                    <a:pt x="3458" y="2758"/>
                    <a:pt x="3277" y="2748"/>
                    <a:pt x="3096" y="2745"/>
                  </a:cubicBezTo>
                  <a:lnTo>
                    <a:pt x="2974" y="2745"/>
                  </a:lnTo>
                  <a:cubicBezTo>
                    <a:pt x="2918" y="2745"/>
                    <a:pt x="2852" y="2755"/>
                    <a:pt x="2804" y="2790"/>
                  </a:cubicBezTo>
                  <a:cubicBezTo>
                    <a:pt x="2779" y="2808"/>
                    <a:pt x="2745" y="2835"/>
                    <a:pt x="2730" y="2863"/>
                  </a:cubicBezTo>
                  <a:cubicBezTo>
                    <a:pt x="2709" y="2905"/>
                    <a:pt x="2703" y="2936"/>
                    <a:pt x="2695" y="2985"/>
                  </a:cubicBezTo>
                  <a:cubicBezTo>
                    <a:pt x="2692" y="3027"/>
                    <a:pt x="2695" y="3072"/>
                    <a:pt x="2695" y="3114"/>
                  </a:cubicBezTo>
                  <a:cubicBezTo>
                    <a:pt x="2699" y="3159"/>
                    <a:pt x="2699" y="3205"/>
                    <a:pt x="2703" y="3246"/>
                  </a:cubicBezTo>
                  <a:cubicBezTo>
                    <a:pt x="2706" y="3424"/>
                    <a:pt x="2713" y="3602"/>
                    <a:pt x="2713" y="3775"/>
                  </a:cubicBezTo>
                  <a:cubicBezTo>
                    <a:pt x="2713" y="3869"/>
                    <a:pt x="2709" y="3963"/>
                    <a:pt x="2703" y="4057"/>
                  </a:cubicBezTo>
                  <a:cubicBezTo>
                    <a:pt x="2703" y="4071"/>
                    <a:pt x="2699" y="4085"/>
                    <a:pt x="2695" y="4099"/>
                  </a:cubicBezTo>
                  <a:cubicBezTo>
                    <a:pt x="2581" y="4106"/>
                    <a:pt x="2465" y="4110"/>
                    <a:pt x="2351" y="4127"/>
                  </a:cubicBezTo>
                  <a:cubicBezTo>
                    <a:pt x="2282" y="4134"/>
                    <a:pt x="2215" y="4145"/>
                    <a:pt x="2145" y="4151"/>
                  </a:cubicBezTo>
                  <a:cubicBezTo>
                    <a:pt x="2110" y="4155"/>
                    <a:pt x="2076" y="4158"/>
                    <a:pt x="2041" y="4161"/>
                  </a:cubicBezTo>
                  <a:cubicBezTo>
                    <a:pt x="2038" y="4113"/>
                    <a:pt x="2038" y="4065"/>
                    <a:pt x="2038" y="4015"/>
                  </a:cubicBezTo>
                  <a:cubicBezTo>
                    <a:pt x="2034" y="3932"/>
                    <a:pt x="2034" y="3848"/>
                    <a:pt x="2027" y="3761"/>
                  </a:cubicBezTo>
                  <a:cubicBezTo>
                    <a:pt x="2020" y="3587"/>
                    <a:pt x="2013" y="3414"/>
                    <a:pt x="2003" y="3239"/>
                  </a:cubicBezTo>
                  <a:cubicBezTo>
                    <a:pt x="1996" y="3134"/>
                    <a:pt x="1982" y="3033"/>
                    <a:pt x="1968" y="2933"/>
                  </a:cubicBezTo>
                  <a:cubicBezTo>
                    <a:pt x="1964" y="2912"/>
                    <a:pt x="1961" y="2891"/>
                    <a:pt x="1957" y="2870"/>
                  </a:cubicBezTo>
                  <a:cubicBezTo>
                    <a:pt x="1947" y="2821"/>
                    <a:pt x="1930" y="2773"/>
                    <a:pt x="1909" y="2728"/>
                  </a:cubicBezTo>
                  <a:cubicBezTo>
                    <a:pt x="1895" y="2703"/>
                    <a:pt x="1853" y="2657"/>
                    <a:pt x="1829" y="2644"/>
                  </a:cubicBezTo>
                  <a:cubicBezTo>
                    <a:pt x="1790" y="2630"/>
                    <a:pt x="1763" y="2616"/>
                    <a:pt x="1721" y="2612"/>
                  </a:cubicBezTo>
                  <a:cubicBezTo>
                    <a:pt x="1689" y="2612"/>
                    <a:pt x="1662" y="2616"/>
                    <a:pt x="1634" y="2620"/>
                  </a:cubicBezTo>
                  <a:cubicBezTo>
                    <a:pt x="1463" y="2633"/>
                    <a:pt x="1289" y="2644"/>
                    <a:pt x="1118" y="2654"/>
                  </a:cubicBezTo>
                  <a:cubicBezTo>
                    <a:pt x="993" y="2657"/>
                    <a:pt x="864" y="2668"/>
                    <a:pt x="739" y="2672"/>
                  </a:cubicBezTo>
                  <a:cubicBezTo>
                    <a:pt x="698" y="2673"/>
                    <a:pt x="657" y="2674"/>
                    <a:pt x="615" y="2674"/>
                  </a:cubicBezTo>
                  <a:cubicBezTo>
                    <a:pt x="544" y="2674"/>
                    <a:pt x="472" y="2671"/>
                    <a:pt x="401" y="2665"/>
                  </a:cubicBezTo>
                  <a:cubicBezTo>
                    <a:pt x="391" y="2560"/>
                    <a:pt x="387" y="2456"/>
                    <a:pt x="381" y="2348"/>
                  </a:cubicBezTo>
                  <a:cubicBezTo>
                    <a:pt x="373" y="2226"/>
                    <a:pt x="370" y="2107"/>
                    <a:pt x="381" y="1985"/>
                  </a:cubicBezTo>
                  <a:cubicBezTo>
                    <a:pt x="415" y="1982"/>
                    <a:pt x="450" y="1982"/>
                    <a:pt x="481" y="1982"/>
                  </a:cubicBezTo>
                  <a:cubicBezTo>
                    <a:pt x="525" y="1980"/>
                    <a:pt x="568" y="1980"/>
                    <a:pt x="612" y="1980"/>
                  </a:cubicBezTo>
                  <a:cubicBezTo>
                    <a:pt x="656" y="1980"/>
                    <a:pt x="699" y="1980"/>
                    <a:pt x="742" y="1982"/>
                  </a:cubicBezTo>
                  <a:cubicBezTo>
                    <a:pt x="803" y="1984"/>
                    <a:pt x="864" y="1985"/>
                    <a:pt x="924" y="1985"/>
                  </a:cubicBezTo>
                  <a:cubicBezTo>
                    <a:pt x="1046" y="1985"/>
                    <a:pt x="1168" y="1981"/>
                    <a:pt x="1289" y="1972"/>
                  </a:cubicBezTo>
                  <a:cubicBezTo>
                    <a:pt x="1379" y="1965"/>
                    <a:pt x="1467" y="1958"/>
                    <a:pt x="1557" y="1955"/>
                  </a:cubicBezTo>
                  <a:cubicBezTo>
                    <a:pt x="1596" y="1951"/>
                    <a:pt x="1634" y="1951"/>
                    <a:pt x="1672" y="1944"/>
                  </a:cubicBezTo>
                  <a:cubicBezTo>
                    <a:pt x="1724" y="1937"/>
                    <a:pt x="1766" y="1930"/>
                    <a:pt x="1815" y="1909"/>
                  </a:cubicBezTo>
                  <a:cubicBezTo>
                    <a:pt x="1874" y="1881"/>
                    <a:pt x="1906" y="1829"/>
                    <a:pt x="1927" y="1767"/>
                  </a:cubicBezTo>
                  <a:cubicBezTo>
                    <a:pt x="1937" y="1738"/>
                    <a:pt x="1933" y="1704"/>
                    <a:pt x="1937" y="1672"/>
                  </a:cubicBezTo>
                  <a:lnTo>
                    <a:pt x="1937" y="1617"/>
                  </a:lnTo>
                  <a:cubicBezTo>
                    <a:pt x="1940" y="1575"/>
                    <a:pt x="1940" y="1529"/>
                    <a:pt x="1943" y="1484"/>
                  </a:cubicBezTo>
                  <a:cubicBezTo>
                    <a:pt x="1947" y="1394"/>
                    <a:pt x="1951" y="1304"/>
                    <a:pt x="1954" y="1216"/>
                  </a:cubicBezTo>
                  <a:cubicBezTo>
                    <a:pt x="1972" y="952"/>
                    <a:pt x="1996" y="690"/>
                    <a:pt x="2017" y="426"/>
                  </a:cubicBezTo>
                  <a:cubicBezTo>
                    <a:pt x="2038" y="412"/>
                    <a:pt x="2052" y="398"/>
                    <a:pt x="2065" y="377"/>
                  </a:cubicBezTo>
                  <a:cubicBezTo>
                    <a:pt x="2145" y="368"/>
                    <a:pt x="2225" y="365"/>
                    <a:pt x="2305" y="365"/>
                  </a:cubicBezTo>
                  <a:close/>
                  <a:moveTo>
                    <a:pt x="2261" y="1"/>
                  </a:moveTo>
                  <a:cubicBezTo>
                    <a:pt x="2160" y="1"/>
                    <a:pt x="2059" y="12"/>
                    <a:pt x="1961" y="29"/>
                  </a:cubicBezTo>
                  <a:cubicBezTo>
                    <a:pt x="1906" y="36"/>
                    <a:pt x="1853" y="67"/>
                    <a:pt x="1811" y="105"/>
                  </a:cubicBezTo>
                  <a:cubicBezTo>
                    <a:pt x="1776" y="113"/>
                    <a:pt x="1745" y="130"/>
                    <a:pt x="1718" y="158"/>
                  </a:cubicBezTo>
                  <a:cubicBezTo>
                    <a:pt x="1683" y="192"/>
                    <a:pt x="1668" y="238"/>
                    <a:pt x="1665" y="287"/>
                  </a:cubicBezTo>
                  <a:cubicBezTo>
                    <a:pt x="1644" y="544"/>
                    <a:pt x="1623" y="802"/>
                    <a:pt x="1602" y="1056"/>
                  </a:cubicBezTo>
                  <a:cubicBezTo>
                    <a:pt x="1596" y="1167"/>
                    <a:pt x="1588" y="1279"/>
                    <a:pt x="1581" y="1387"/>
                  </a:cubicBezTo>
                  <a:cubicBezTo>
                    <a:pt x="1581" y="1457"/>
                    <a:pt x="1578" y="1523"/>
                    <a:pt x="1578" y="1589"/>
                  </a:cubicBezTo>
                  <a:cubicBezTo>
                    <a:pt x="1522" y="1592"/>
                    <a:pt x="1463" y="1592"/>
                    <a:pt x="1408" y="1596"/>
                  </a:cubicBezTo>
                  <a:cubicBezTo>
                    <a:pt x="1321" y="1603"/>
                    <a:pt x="1230" y="1613"/>
                    <a:pt x="1143" y="1617"/>
                  </a:cubicBezTo>
                  <a:cubicBezTo>
                    <a:pt x="1052" y="1620"/>
                    <a:pt x="958" y="1620"/>
                    <a:pt x="868" y="1620"/>
                  </a:cubicBezTo>
                  <a:cubicBezTo>
                    <a:pt x="778" y="1620"/>
                    <a:pt x="686" y="1617"/>
                    <a:pt x="596" y="1617"/>
                  </a:cubicBezTo>
                  <a:cubicBezTo>
                    <a:pt x="579" y="1616"/>
                    <a:pt x="561" y="1616"/>
                    <a:pt x="544" y="1616"/>
                  </a:cubicBezTo>
                  <a:cubicBezTo>
                    <a:pt x="481" y="1616"/>
                    <a:pt x="418" y="1620"/>
                    <a:pt x="352" y="1620"/>
                  </a:cubicBezTo>
                  <a:cubicBezTo>
                    <a:pt x="325" y="1624"/>
                    <a:pt x="293" y="1624"/>
                    <a:pt x="262" y="1627"/>
                  </a:cubicBezTo>
                  <a:cubicBezTo>
                    <a:pt x="241" y="1630"/>
                    <a:pt x="220" y="1634"/>
                    <a:pt x="196" y="1641"/>
                  </a:cubicBezTo>
                  <a:cubicBezTo>
                    <a:pt x="172" y="1648"/>
                    <a:pt x="126" y="1672"/>
                    <a:pt x="109" y="1693"/>
                  </a:cubicBezTo>
                  <a:cubicBezTo>
                    <a:pt x="95" y="1714"/>
                    <a:pt x="77" y="1731"/>
                    <a:pt x="67" y="1756"/>
                  </a:cubicBezTo>
                  <a:cubicBezTo>
                    <a:pt x="46" y="1794"/>
                    <a:pt x="39" y="1833"/>
                    <a:pt x="32" y="1871"/>
                  </a:cubicBezTo>
                  <a:cubicBezTo>
                    <a:pt x="0" y="2052"/>
                    <a:pt x="11" y="2229"/>
                    <a:pt x="21" y="2411"/>
                  </a:cubicBezTo>
                  <a:cubicBezTo>
                    <a:pt x="21" y="2480"/>
                    <a:pt x="29" y="2553"/>
                    <a:pt x="35" y="2623"/>
                  </a:cubicBezTo>
                  <a:cubicBezTo>
                    <a:pt x="35" y="2657"/>
                    <a:pt x="39" y="2696"/>
                    <a:pt x="46" y="2731"/>
                  </a:cubicBezTo>
                  <a:cubicBezTo>
                    <a:pt x="53" y="2804"/>
                    <a:pt x="67" y="2884"/>
                    <a:pt x="122" y="2940"/>
                  </a:cubicBezTo>
                  <a:cubicBezTo>
                    <a:pt x="196" y="3009"/>
                    <a:pt x="300" y="3017"/>
                    <a:pt x="394" y="3027"/>
                  </a:cubicBezTo>
                  <a:cubicBezTo>
                    <a:pt x="436" y="3030"/>
                    <a:pt x="474" y="3033"/>
                    <a:pt x="516" y="3033"/>
                  </a:cubicBezTo>
                  <a:cubicBezTo>
                    <a:pt x="603" y="3038"/>
                    <a:pt x="690" y="3038"/>
                    <a:pt x="773" y="3038"/>
                  </a:cubicBezTo>
                  <a:cubicBezTo>
                    <a:pt x="937" y="3030"/>
                    <a:pt x="1098" y="3017"/>
                    <a:pt x="1261" y="3009"/>
                  </a:cubicBezTo>
                  <a:cubicBezTo>
                    <a:pt x="1337" y="3006"/>
                    <a:pt x="1414" y="2999"/>
                    <a:pt x="1491" y="2992"/>
                  </a:cubicBezTo>
                  <a:cubicBezTo>
                    <a:pt x="1525" y="2988"/>
                    <a:pt x="1564" y="2988"/>
                    <a:pt x="1602" y="2985"/>
                  </a:cubicBezTo>
                  <a:lnTo>
                    <a:pt x="1609" y="2985"/>
                  </a:lnTo>
                  <a:cubicBezTo>
                    <a:pt x="1613" y="2996"/>
                    <a:pt x="1616" y="3009"/>
                    <a:pt x="1616" y="3023"/>
                  </a:cubicBezTo>
                  <a:cubicBezTo>
                    <a:pt x="1641" y="3197"/>
                    <a:pt x="1647" y="3375"/>
                    <a:pt x="1655" y="3552"/>
                  </a:cubicBezTo>
                  <a:cubicBezTo>
                    <a:pt x="1662" y="3719"/>
                    <a:pt x="1668" y="3887"/>
                    <a:pt x="1676" y="4057"/>
                  </a:cubicBezTo>
                  <a:cubicBezTo>
                    <a:pt x="1676" y="4145"/>
                    <a:pt x="1679" y="4238"/>
                    <a:pt x="1697" y="4325"/>
                  </a:cubicBezTo>
                  <a:cubicBezTo>
                    <a:pt x="1718" y="4412"/>
                    <a:pt x="1784" y="4486"/>
                    <a:pt x="1874" y="4510"/>
                  </a:cubicBezTo>
                  <a:cubicBezTo>
                    <a:pt x="1917" y="4523"/>
                    <a:pt x="1962" y="4524"/>
                    <a:pt x="2005" y="4524"/>
                  </a:cubicBezTo>
                  <a:cubicBezTo>
                    <a:pt x="2022" y="4524"/>
                    <a:pt x="2039" y="4524"/>
                    <a:pt x="2055" y="4524"/>
                  </a:cubicBezTo>
                  <a:cubicBezTo>
                    <a:pt x="2142" y="4521"/>
                    <a:pt x="2229" y="4507"/>
                    <a:pt x="2316" y="4492"/>
                  </a:cubicBezTo>
                  <a:cubicBezTo>
                    <a:pt x="2403" y="4482"/>
                    <a:pt x="2494" y="4475"/>
                    <a:pt x="2581" y="4468"/>
                  </a:cubicBezTo>
                  <a:cubicBezTo>
                    <a:pt x="2637" y="4465"/>
                    <a:pt x="2695" y="4461"/>
                    <a:pt x="2755" y="4458"/>
                  </a:cubicBezTo>
                  <a:cubicBezTo>
                    <a:pt x="2825" y="4451"/>
                    <a:pt x="2908" y="4437"/>
                    <a:pt x="2957" y="4385"/>
                  </a:cubicBezTo>
                  <a:cubicBezTo>
                    <a:pt x="2992" y="4346"/>
                    <a:pt x="3013" y="4312"/>
                    <a:pt x="3030" y="4263"/>
                  </a:cubicBezTo>
                  <a:cubicBezTo>
                    <a:pt x="3040" y="4232"/>
                    <a:pt x="3047" y="4200"/>
                    <a:pt x="3050" y="4169"/>
                  </a:cubicBezTo>
                  <a:cubicBezTo>
                    <a:pt x="3061" y="4089"/>
                    <a:pt x="3071" y="4009"/>
                    <a:pt x="3075" y="3928"/>
                  </a:cubicBezTo>
                  <a:cubicBezTo>
                    <a:pt x="3079" y="3862"/>
                    <a:pt x="3075" y="3796"/>
                    <a:pt x="3075" y="3734"/>
                  </a:cubicBezTo>
                  <a:cubicBezTo>
                    <a:pt x="3075" y="3602"/>
                    <a:pt x="3071" y="3472"/>
                    <a:pt x="3068" y="3343"/>
                  </a:cubicBezTo>
                  <a:cubicBezTo>
                    <a:pt x="3065" y="3284"/>
                    <a:pt x="3065" y="3229"/>
                    <a:pt x="3061" y="3173"/>
                  </a:cubicBezTo>
                  <a:lnTo>
                    <a:pt x="3061" y="3107"/>
                  </a:lnTo>
                  <a:cubicBezTo>
                    <a:pt x="3121" y="3107"/>
                    <a:pt x="3183" y="3110"/>
                    <a:pt x="3243" y="3110"/>
                  </a:cubicBezTo>
                  <a:cubicBezTo>
                    <a:pt x="3330" y="3114"/>
                    <a:pt x="3416" y="3121"/>
                    <a:pt x="3503" y="3128"/>
                  </a:cubicBezTo>
                  <a:cubicBezTo>
                    <a:pt x="3594" y="3131"/>
                    <a:pt x="3688" y="3142"/>
                    <a:pt x="3782" y="3145"/>
                  </a:cubicBezTo>
                  <a:cubicBezTo>
                    <a:pt x="3817" y="3148"/>
                    <a:pt x="3853" y="3149"/>
                    <a:pt x="3889" y="3149"/>
                  </a:cubicBezTo>
                  <a:cubicBezTo>
                    <a:pt x="3939" y="3149"/>
                    <a:pt x="3990" y="3147"/>
                    <a:pt x="4040" y="3145"/>
                  </a:cubicBezTo>
                  <a:cubicBezTo>
                    <a:pt x="4082" y="3145"/>
                    <a:pt x="4120" y="3145"/>
                    <a:pt x="4162" y="3142"/>
                  </a:cubicBezTo>
                  <a:cubicBezTo>
                    <a:pt x="4224" y="3138"/>
                    <a:pt x="4283" y="3124"/>
                    <a:pt x="4332" y="3079"/>
                  </a:cubicBezTo>
                  <a:cubicBezTo>
                    <a:pt x="4381" y="3033"/>
                    <a:pt x="4405" y="2967"/>
                    <a:pt x="4423" y="2901"/>
                  </a:cubicBezTo>
                  <a:cubicBezTo>
                    <a:pt x="4447" y="2800"/>
                    <a:pt x="4454" y="2692"/>
                    <a:pt x="4464" y="2588"/>
                  </a:cubicBezTo>
                  <a:cubicBezTo>
                    <a:pt x="4485" y="2407"/>
                    <a:pt x="4496" y="2226"/>
                    <a:pt x="4509" y="2045"/>
                  </a:cubicBezTo>
                  <a:cubicBezTo>
                    <a:pt x="4517" y="1972"/>
                    <a:pt x="4527" y="1895"/>
                    <a:pt x="4506" y="1826"/>
                  </a:cubicBezTo>
                  <a:cubicBezTo>
                    <a:pt x="4499" y="1805"/>
                    <a:pt x="4492" y="1787"/>
                    <a:pt x="4482" y="1770"/>
                  </a:cubicBezTo>
                  <a:cubicBezTo>
                    <a:pt x="4464" y="1742"/>
                    <a:pt x="4443" y="1721"/>
                    <a:pt x="4416" y="1704"/>
                  </a:cubicBezTo>
                  <a:cubicBezTo>
                    <a:pt x="4387" y="1683"/>
                    <a:pt x="4350" y="1672"/>
                    <a:pt x="4311" y="1662"/>
                  </a:cubicBezTo>
                  <a:cubicBezTo>
                    <a:pt x="4287" y="1655"/>
                    <a:pt x="4262" y="1651"/>
                    <a:pt x="4238" y="1648"/>
                  </a:cubicBezTo>
                  <a:cubicBezTo>
                    <a:pt x="4106" y="1624"/>
                    <a:pt x="3970" y="1609"/>
                    <a:pt x="3838" y="1596"/>
                  </a:cubicBezTo>
                  <a:lnTo>
                    <a:pt x="3493" y="1564"/>
                  </a:lnTo>
                  <a:cubicBezTo>
                    <a:pt x="3434" y="1561"/>
                    <a:pt x="3375" y="1558"/>
                    <a:pt x="3319" y="1554"/>
                  </a:cubicBezTo>
                  <a:cubicBezTo>
                    <a:pt x="3291" y="1550"/>
                    <a:pt x="3264" y="1550"/>
                    <a:pt x="3235" y="1547"/>
                  </a:cubicBezTo>
                  <a:cubicBezTo>
                    <a:pt x="3232" y="1540"/>
                    <a:pt x="3232" y="1537"/>
                    <a:pt x="3228" y="1529"/>
                  </a:cubicBezTo>
                  <a:cubicBezTo>
                    <a:pt x="3222" y="1446"/>
                    <a:pt x="3218" y="1362"/>
                    <a:pt x="3214" y="1283"/>
                  </a:cubicBezTo>
                  <a:cubicBezTo>
                    <a:pt x="3211" y="1192"/>
                    <a:pt x="3208" y="1101"/>
                    <a:pt x="3204" y="1011"/>
                  </a:cubicBezTo>
                  <a:cubicBezTo>
                    <a:pt x="3204" y="913"/>
                    <a:pt x="3201" y="819"/>
                    <a:pt x="3197" y="725"/>
                  </a:cubicBezTo>
                  <a:cubicBezTo>
                    <a:pt x="3193" y="638"/>
                    <a:pt x="3197" y="552"/>
                    <a:pt x="3193" y="464"/>
                  </a:cubicBezTo>
                  <a:cubicBezTo>
                    <a:pt x="3193" y="422"/>
                    <a:pt x="3190" y="380"/>
                    <a:pt x="3187" y="343"/>
                  </a:cubicBezTo>
                  <a:cubicBezTo>
                    <a:pt x="3187" y="314"/>
                    <a:pt x="3183" y="287"/>
                    <a:pt x="3176" y="259"/>
                  </a:cubicBezTo>
                  <a:cubicBezTo>
                    <a:pt x="3169" y="210"/>
                    <a:pt x="3145" y="171"/>
                    <a:pt x="3113" y="137"/>
                  </a:cubicBezTo>
                  <a:cubicBezTo>
                    <a:pt x="3068" y="88"/>
                    <a:pt x="2999" y="71"/>
                    <a:pt x="2936" y="60"/>
                  </a:cubicBezTo>
                  <a:cubicBezTo>
                    <a:pt x="2894" y="54"/>
                    <a:pt x="2852" y="46"/>
                    <a:pt x="2811" y="39"/>
                  </a:cubicBezTo>
                  <a:cubicBezTo>
                    <a:pt x="2640" y="18"/>
                    <a:pt x="2465" y="1"/>
                    <a:pt x="2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3"/>
            <p:cNvSpPr/>
            <p:nvPr/>
          </p:nvSpPr>
          <p:spPr>
            <a:xfrm>
              <a:off x="5618176" y="326236"/>
              <a:ext cx="100901" cy="18276"/>
            </a:xfrm>
            <a:custGeom>
              <a:rect b="b" l="l" r="r" t="t"/>
              <a:pathLst>
                <a:path extrusionOk="0" h="451" w="2490">
                  <a:moveTo>
                    <a:pt x="175" y="0"/>
                  </a:moveTo>
                  <a:cubicBezTo>
                    <a:pt x="81" y="0"/>
                    <a:pt x="0" y="90"/>
                    <a:pt x="0" y="185"/>
                  </a:cubicBezTo>
                  <a:cubicBezTo>
                    <a:pt x="4" y="286"/>
                    <a:pt x="87" y="359"/>
                    <a:pt x="185" y="362"/>
                  </a:cubicBezTo>
                  <a:cubicBezTo>
                    <a:pt x="384" y="369"/>
                    <a:pt x="582" y="373"/>
                    <a:pt x="784" y="379"/>
                  </a:cubicBezTo>
                  <a:cubicBezTo>
                    <a:pt x="969" y="387"/>
                    <a:pt x="1153" y="397"/>
                    <a:pt x="1341" y="404"/>
                  </a:cubicBezTo>
                  <a:cubicBezTo>
                    <a:pt x="1515" y="408"/>
                    <a:pt x="1692" y="421"/>
                    <a:pt x="1870" y="432"/>
                  </a:cubicBezTo>
                  <a:cubicBezTo>
                    <a:pt x="1951" y="435"/>
                    <a:pt x="2030" y="442"/>
                    <a:pt x="2110" y="442"/>
                  </a:cubicBezTo>
                  <a:cubicBezTo>
                    <a:pt x="2165" y="445"/>
                    <a:pt x="2220" y="451"/>
                    <a:pt x="2274" y="451"/>
                  </a:cubicBezTo>
                  <a:cubicBezTo>
                    <a:pt x="2286" y="451"/>
                    <a:pt x="2298" y="450"/>
                    <a:pt x="2309" y="450"/>
                  </a:cubicBezTo>
                  <a:cubicBezTo>
                    <a:pt x="2410" y="442"/>
                    <a:pt x="2490" y="366"/>
                    <a:pt x="2490" y="265"/>
                  </a:cubicBezTo>
                  <a:cubicBezTo>
                    <a:pt x="2486" y="171"/>
                    <a:pt x="2409" y="83"/>
                    <a:pt x="2316" y="83"/>
                  </a:cubicBezTo>
                  <a:cubicBezTo>
                    <a:pt x="2313" y="83"/>
                    <a:pt x="2309" y="83"/>
                    <a:pt x="2306" y="84"/>
                  </a:cubicBezTo>
                  <a:cubicBezTo>
                    <a:pt x="2287" y="85"/>
                    <a:pt x="2269" y="85"/>
                    <a:pt x="2250" y="85"/>
                  </a:cubicBezTo>
                  <a:cubicBezTo>
                    <a:pt x="2204" y="85"/>
                    <a:pt x="2158" y="83"/>
                    <a:pt x="2114" y="80"/>
                  </a:cubicBezTo>
                  <a:cubicBezTo>
                    <a:pt x="2034" y="77"/>
                    <a:pt x="1954" y="74"/>
                    <a:pt x="1870" y="66"/>
                  </a:cubicBezTo>
                  <a:cubicBezTo>
                    <a:pt x="1692" y="56"/>
                    <a:pt x="1515" y="45"/>
                    <a:pt x="1334" y="39"/>
                  </a:cubicBezTo>
                  <a:cubicBezTo>
                    <a:pt x="1153" y="35"/>
                    <a:pt x="976" y="24"/>
                    <a:pt x="794" y="18"/>
                  </a:cubicBezTo>
                  <a:cubicBezTo>
                    <a:pt x="589" y="11"/>
                    <a:pt x="387" y="7"/>
                    <a:pt x="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3"/>
            <p:cNvSpPr/>
            <p:nvPr/>
          </p:nvSpPr>
          <p:spPr>
            <a:xfrm>
              <a:off x="5817430" y="334259"/>
              <a:ext cx="183851" cy="17546"/>
            </a:xfrm>
            <a:custGeom>
              <a:rect b="b" l="l" r="r" t="t"/>
              <a:pathLst>
                <a:path extrusionOk="0" h="433" w="4537">
                  <a:moveTo>
                    <a:pt x="651" y="1"/>
                  </a:moveTo>
                  <a:cubicBezTo>
                    <a:pt x="585" y="1"/>
                    <a:pt x="518" y="4"/>
                    <a:pt x="452" y="4"/>
                  </a:cubicBezTo>
                  <a:lnTo>
                    <a:pt x="181" y="4"/>
                  </a:lnTo>
                  <a:cubicBezTo>
                    <a:pt x="80" y="4"/>
                    <a:pt x="0" y="91"/>
                    <a:pt x="0" y="189"/>
                  </a:cubicBezTo>
                  <a:cubicBezTo>
                    <a:pt x="0" y="289"/>
                    <a:pt x="87" y="366"/>
                    <a:pt x="184" y="366"/>
                  </a:cubicBezTo>
                  <a:cubicBezTo>
                    <a:pt x="217" y="367"/>
                    <a:pt x="249" y="368"/>
                    <a:pt x="282" y="368"/>
                  </a:cubicBezTo>
                  <a:cubicBezTo>
                    <a:pt x="347" y="368"/>
                    <a:pt x="412" y="366"/>
                    <a:pt x="476" y="366"/>
                  </a:cubicBezTo>
                  <a:lnTo>
                    <a:pt x="776" y="366"/>
                  </a:lnTo>
                  <a:cubicBezTo>
                    <a:pt x="968" y="370"/>
                    <a:pt x="1159" y="370"/>
                    <a:pt x="1347" y="370"/>
                  </a:cubicBezTo>
                  <a:cubicBezTo>
                    <a:pt x="1475" y="370"/>
                    <a:pt x="1601" y="368"/>
                    <a:pt x="1727" y="368"/>
                  </a:cubicBezTo>
                  <a:cubicBezTo>
                    <a:pt x="1791" y="368"/>
                    <a:pt x="1854" y="368"/>
                    <a:pt x="1918" y="370"/>
                  </a:cubicBezTo>
                  <a:cubicBezTo>
                    <a:pt x="2113" y="373"/>
                    <a:pt x="2312" y="377"/>
                    <a:pt x="2507" y="384"/>
                  </a:cubicBezTo>
                  <a:cubicBezTo>
                    <a:pt x="2688" y="387"/>
                    <a:pt x="2869" y="394"/>
                    <a:pt x="3050" y="401"/>
                  </a:cubicBezTo>
                  <a:cubicBezTo>
                    <a:pt x="3221" y="408"/>
                    <a:pt x="3388" y="422"/>
                    <a:pt x="3558" y="425"/>
                  </a:cubicBezTo>
                  <a:cubicBezTo>
                    <a:pt x="3719" y="429"/>
                    <a:pt x="3875" y="432"/>
                    <a:pt x="4035" y="432"/>
                  </a:cubicBezTo>
                  <a:cubicBezTo>
                    <a:pt x="4098" y="429"/>
                    <a:pt x="4161" y="429"/>
                    <a:pt x="4223" y="425"/>
                  </a:cubicBezTo>
                  <a:cubicBezTo>
                    <a:pt x="4269" y="425"/>
                    <a:pt x="4310" y="419"/>
                    <a:pt x="4355" y="419"/>
                  </a:cubicBezTo>
                  <a:cubicBezTo>
                    <a:pt x="4453" y="419"/>
                    <a:pt x="4537" y="331"/>
                    <a:pt x="4533" y="234"/>
                  </a:cubicBezTo>
                  <a:cubicBezTo>
                    <a:pt x="4533" y="138"/>
                    <a:pt x="4453" y="56"/>
                    <a:pt x="4358" y="56"/>
                  </a:cubicBezTo>
                  <a:cubicBezTo>
                    <a:pt x="4356" y="56"/>
                    <a:pt x="4354" y="56"/>
                    <a:pt x="4352" y="56"/>
                  </a:cubicBezTo>
                  <a:cubicBezTo>
                    <a:pt x="4304" y="56"/>
                    <a:pt x="4258" y="64"/>
                    <a:pt x="4213" y="64"/>
                  </a:cubicBezTo>
                  <a:cubicBezTo>
                    <a:pt x="4143" y="67"/>
                    <a:pt x="4074" y="67"/>
                    <a:pt x="4000" y="67"/>
                  </a:cubicBezTo>
                  <a:cubicBezTo>
                    <a:pt x="3827" y="67"/>
                    <a:pt x="3649" y="67"/>
                    <a:pt x="3475" y="59"/>
                  </a:cubicBezTo>
                  <a:cubicBezTo>
                    <a:pt x="3290" y="56"/>
                    <a:pt x="3105" y="39"/>
                    <a:pt x="2921" y="32"/>
                  </a:cubicBezTo>
                  <a:cubicBezTo>
                    <a:pt x="2726" y="25"/>
                    <a:pt x="2528" y="22"/>
                    <a:pt x="2332" y="14"/>
                  </a:cubicBezTo>
                  <a:cubicBezTo>
                    <a:pt x="2155" y="11"/>
                    <a:pt x="1977" y="4"/>
                    <a:pt x="1803" y="4"/>
                  </a:cubicBezTo>
                  <a:cubicBezTo>
                    <a:pt x="1630" y="4"/>
                    <a:pt x="1458" y="8"/>
                    <a:pt x="1285" y="8"/>
                  </a:cubicBezTo>
                  <a:cubicBezTo>
                    <a:pt x="1103" y="8"/>
                    <a:pt x="919" y="4"/>
                    <a:pt x="7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3"/>
            <p:cNvSpPr/>
            <p:nvPr/>
          </p:nvSpPr>
          <p:spPr>
            <a:xfrm>
              <a:off x="5586325" y="265410"/>
              <a:ext cx="42468" cy="74399"/>
            </a:xfrm>
            <a:custGeom>
              <a:rect b="b" l="l" r="r" t="t"/>
              <a:pathLst>
                <a:path extrusionOk="0" h="1836" w="1048">
                  <a:moveTo>
                    <a:pt x="863" y="0"/>
                  </a:moveTo>
                  <a:cubicBezTo>
                    <a:pt x="815" y="4"/>
                    <a:pt x="765" y="11"/>
                    <a:pt x="717" y="18"/>
                  </a:cubicBezTo>
                  <a:cubicBezTo>
                    <a:pt x="679" y="21"/>
                    <a:pt x="640" y="29"/>
                    <a:pt x="606" y="35"/>
                  </a:cubicBezTo>
                  <a:cubicBezTo>
                    <a:pt x="557" y="45"/>
                    <a:pt x="515" y="63"/>
                    <a:pt x="470" y="84"/>
                  </a:cubicBezTo>
                  <a:cubicBezTo>
                    <a:pt x="404" y="112"/>
                    <a:pt x="348" y="161"/>
                    <a:pt x="293" y="206"/>
                  </a:cubicBezTo>
                  <a:cubicBezTo>
                    <a:pt x="226" y="259"/>
                    <a:pt x="174" y="325"/>
                    <a:pt x="132" y="397"/>
                  </a:cubicBezTo>
                  <a:cubicBezTo>
                    <a:pt x="79" y="492"/>
                    <a:pt x="52" y="599"/>
                    <a:pt x="34" y="704"/>
                  </a:cubicBezTo>
                  <a:cubicBezTo>
                    <a:pt x="17" y="805"/>
                    <a:pt x="0" y="906"/>
                    <a:pt x="0" y="1006"/>
                  </a:cubicBezTo>
                  <a:cubicBezTo>
                    <a:pt x="0" y="1104"/>
                    <a:pt x="3" y="1199"/>
                    <a:pt x="17" y="1292"/>
                  </a:cubicBezTo>
                  <a:cubicBezTo>
                    <a:pt x="28" y="1358"/>
                    <a:pt x="45" y="1424"/>
                    <a:pt x="87" y="1477"/>
                  </a:cubicBezTo>
                  <a:cubicBezTo>
                    <a:pt x="121" y="1522"/>
                    <a:pt x="153" y="1567"/>
                    <a:pt x="195" y="1606"/>
                  </a:cubicBezTo>
                  <a:cubicBezTo>
                    <a:pt x="233" y="1641"/>
                    <a:pt x="272" y="1675"/>
                    <a:pt x="317" y="1703"/>
                  </a:cubicBezTo>
                  <a:cubicBezTo>
                    <a:pt x="365" y="1734"/>
                    <a:pt x="421" y="1758"/>
                    <a:pt x="476" y="1779"/>
                  </a:cubicBezTo>
                  <a:cubicBezTo>
                    <a:pt x="564" y="1811"/>
                    <a:pt x="658" y="1829"/>
                    <a:pt x="748" y="1835"/>
                  </a:cubicBezTo>
                  <a:cubicBezTo>
                    <a:pt x="751" y="1836"/>
                    <a:pt x="754" y="1836"/>
                    <a:pt x="756" y="1836"/>
                  </a:cubicBezTo>
                  <a:cubicBezTo>
                    <a:pt x="800" y="1836"/>
                    <a:pt x="844" y="1813"/>
                    <a:pt x="873" y="1784"/>
                  </a:cubicBezTo>
                  <a:cubicBezTo>
                    <a:pt x="908" y="1748"/>
                    <a:pt x="926" y="1700"/>
                    <a:pt x="926" y="1651"/>
                  </a:cubicBezTo>
                  <a:cubicBezTo>
                    <a:pt x="926" y="1606"/>
                    <a:pt x="905" y="1560"/>
                    <a:pt x="873" y="1525"/>
                  </a:cubicBezTo>
                  <a:cubicBezTo>
                    <a:pt x="839" y="1491"/>
                    <a:pt x="797" y="1477"/>
                    <a:pt x="748" y="1474"/>
                  </a:cubicBezTo>
                  <a:cubicBezTo>
                    <a:pt x="689" y="1463"/>
                    <a:pt x="630" y="1449"/>
                    <a:pt x="574" y="1432"/>
                  </a:cubicBezTo>
                  <a:cubicBezTo>
                    <a:pt x="543" y="1414"/>
                    <a:pt x="515" y="1397"/>
                    <a:pt x="484" y="1379"/>
                  </a:cubicBezTo>
                  <a:cubicBezTo>
                    <a:pt x="452" y="1352"/>
                    <a:pt x="425" y="1320"/>
                    <a:pt x="397" y="1289"/>
                  </a:cubicBezTo>
                  <a:cubicBezTo>
                    <a:pt x="389" y="1282"/>
                    <a:pt x="386" y="1275"/>
                    <a:pt x="383" y="1265"/>
                  </a:cubicBezTo>
                  <a:cubicBezTo>
                    <a:pt x="376" y="1250"/>
                    <a:pt x="376" y="1236"/>
                    <a:pt x="372" y="1223"/>
                  </a:cubicBezTo>
                  <a:cubicBezTo>
                    <a:pt x="359" y="1108"/>
                    <a:pt x="362" y="993"/>
                    <a:pt x="372" y="881"/>
                  </a:cubicBezTo>
                  <a:cubicBezTo>
                    <a:pt x="386" y="787"/>
                    <a:pt x="404" y="701"/>
                    <a:pt x="431" y="614"/>
                  </a:cubicBezTo>
                  <a:cubicBezTo>
                    <a:pt x="445" y="585"/>
                    <a:pt x="460" y="558"/>
                    <a:pt x="476" y="533"/>
                  </a:cubicBezTo>
                  <a:cubicBezTo>
                    <a:pt x="505" y="502"/>
                    <a:pt x="532" y="477"/>
                    <a:pt x="560" y="453"/>
                  </a:cubicBezTo>
                  <a:cubicBezTo>
                    <a:pt x="588" y="432"/>
                    <a:pt x="616" y="415"/>
                    <a:pt x="648" y="401"/>
                  </a:cubicBezTo>
                  <a:cubicBezTo>
                    <a:pt x="682" y="391"/>
                    <a:pt x="717" y="384"/>
                    <a:pt x="755" y="376"/>
                  </a:cubicBezTo>
                  <a:cubicBezTo>
                    <a:pt x="790" y="370"/>
                    <a:pt x="828" y="366"/>
                    <a:pt x="867" y="363"/>
                  </a:cubicBezTo>
                  <a:cubicBezTo>
                    <a:pt x="915" y="359"/>
                    <a:pt x="957" y="345"/>
                    <a:pt x="992" y="310"/>
                  </a:cubicBezTo>
                  <a:cubicBezTo>
                    <a:pt x="1027" y="275"/>
                    <a:pt x="1048" y="227"/>
                    <a:pt x="1045" y="178"/>
                  </a:cubicBezTo>
                  <a:cubicBezTo>
                    <a:pt x="1045" y="133"/>
                    <a:pt x="1027" y="87"/>
                    <a:pt x="992" y="53"/>
                  </a:cubicBezTo>
                  <a:cubicBezTo>
                    <a:pt x="964" y="25"/>
                    <a:pt x="915" y="0"/>
                    <a:pt x="8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 name="Google Shape;404;p33"/>
          <p:cNvGrpSpPr/>
          <p:nvPr/>
        </p:nvGrpSpPr>
        <p:grpSpPr>
          <a:xfrm>
            <a:off x="2209751" y="3271499"/>
            <a:ext cx="352049" cy="536687"/>
            <a:chOff x="2209751" y="3500099"/>
            <a:chExt cx="352049" cy="536687"/>
          </a:xfrm>
        </p:grpSpPr>
        <p:sp>
          <p:nvSpPr>
            <p:cNvPr id="405" name="Google Shape;405;p33"/>
            <p:cNvSpPr/>
            <p:nvPr/>
          </p:nvSpPr>
          <p:spPr>
            <a:xfrm>
              <a:off x="2223968" y="3505378"/>
              <a:ext cx="325281" cy="524183"/>
            </a:xfrm>
            <a:custGeom>
              <a:rect b="b" l="l" r="r" t="t"/>
              <a:pathLst>
                <a:path extrusionOk="0" h="11319" w="7024">
                  <a:moveTo>
                    <a:pt x="2015" y="1"/>
                  </a:moveTo>
                  <a:cubicBezTo>
                    <a:pt x="1977" y="1"/>
                    <a:pt x="1939" y="7"/>
                    <a:pt x="1901" y="19"/>
                  </a:cubicBezTo>
                  <a:cubicBezTo>
                    <a:pt x="1755" y="61"/>
                    <a:pt x="1640" y="179"/>
                    <a:pt x="1616" y="321"/>
                  </a:cubicBezTo>
                  <a:cubicBezTo>
                    <a:pt x="1571" y="544"/>
                    <a:pt x="1550" y="729"/>
                    <a:pt x="1543" y="903"/>
                  </a:cubicBezTo>
                  <a:lnTo>
                    <a:pt x="1543" y="1070"/>
                  </a:lnTo>
                  <a:cubicBezTo>
                    <a:pt x="1543" y="1144"/>
                    <a:pt x="1540" y="1220"/>
                    <a:pt x="1535" y="1293"/>
                  </a:cubicBezTo>
                  <a:cubicBezTo>
                    <a:pt x="1535" y="1303"/>
                    <a:pt x="1532" y="1314"/>
                    <a:pt x="1532" y="1324"/>
                  </a:cubicBezTo>
                  <a:cubicBezTo>
                    <a:pt x="1515" y="1356"/>
                    <a:pt x="1494" y="1391"/>
                    <a:pt x="1477" y="1422"/>
                  </a:cubicBezTo>
                  <a:lnTo>
                    <a:pt x="1466" y="1436"/>
                  </a:lnTo>
                  <a:lnTo>
                    <a:pt x="1435" y="1491"/>
                  </a:lnTo>
                  <a:cubicBezTo>
                    <a:pt x="1418" y="1516"/>
                    <a:pt x="1403" y="1541"/>
                    <a:pt x="1389" y="1565"/>
                  </a:cubicBezTo>
                  <a:cubicBezTo>
                    <a:pt x="1379" y="1575"/>
                    <a:pt x="1376" y="1579"/>
                    <a:pt x="1373" y="1582"/>
                  </a:cubicBezTo>
                  <a:cubicBezTo>
                    <a:pt x="1251" y="1676"/>
                    <a:pt x="1149" y="1746"/>
                    <a:pt x="1048" y="1795"/>
                  </a:cubicBezTo>
                  <a:cubicBezTo>
                    <a:pt x="979" y="1830"/>
                    <a:pt x="923" y="1861"/>
                    <a:pt x="874" y="1892"/>
                  </a:cubicBezTo>
                  <a:cubicBezTo>
                    <a:pt x="798" y="1944"/>
                    <a:pt x="728" y="2007"/>
                    <a:pt x="662" y="2069"/>
                  </a:cubicBezTo>
                  <a:lnTo>
                    <a:pt x="641" y="2090"/>
                  </a:lnTo>
                  <a:cubicBezTo>
                    <a:pt x="544" y="2177"/>
                    <a:pt x="453" y="2282"/>
                    <a:pt x="366" y="2407"/>
                  </a:cubicBezTo>
                  <a:cubicBezTo>
                    <a:pt x="279" y="2532"/>
                    <a:pt x="185" y="2672"/>
                    <a:pt x="112" y="2818"/>
                  </a:cubicBezTo>
                  <a:cubicBezTo>
                    <a:pt x="21" y="2995"/>
                    <a:pt x="15" y="3191"/>
                    <a:pt x="7" y="3365"/>
                  </a:cubicBezTo>
                  <a:cubicBezTo>
                    <a:pt x="4" y="3493"/>
                    <a:pt x="0" y="3643"/>
                    <a:pt x="15" y="3800"/>
                  </a:cubicBezTo>
                  <a:cubicBezTo>
                    <a:pt x="42" y="4128"/>
                    <a:pt x="73" y="4392"/>
                    <a:pt x="115" y="4636"/>
                  </a:cubicBezTo>
                  <a:cubicBezTo>
                    <a:pt x="136" y="4740"/>
                    <a:pt x="153" y="4845"/>
                    <a:pt x="174" y="4949"/>
                  </a:cubicBezTo>
                  <a:lnTo>
                    <a:pt x="192" y="5043"/>
                  </a:lnTo>
                  <a:lnTo>
                    <a:pt x="213" y="5158"/>
                  </a:lnTo>
                  <a:cubicBezTo>
                    <a:pt x="261" y="5423"/>
                    <a:pt x="314" y="5698"/>
                    <a:pt x="373" y="5966"/>
                  </a:cubicBezTo>
                  <a:cubicBezTo>
                    <a:pt x="442" y="6283"/>
                    <a:pt x="516" y="6599"/>
                    <a:pt x="585" y="6916"/>
                  </a:cubicBezTo>
                  <a:cubicBezTo>
                    <a:pt x="637" y="7143"/>
                    <a:pt x="704" y="7369"/>
                    <a:pt x="767" y="7585"/>
                  </a:cubicBezTo>
                  <a:cubicBezTo>
                    <a:pt x="788" y="7661"/>
                    <a:pt x="808" y="7734"/>
                    <a:pt x="829" y="7808"/>
                  </a:cubicBezTo>
                  <a:lnTo>
                    <a:pt x="850" y="7888"/>
                  </a:lnTo>
                  <a:cubicBezTo>
                    <a:pt x="881" y="8006"/>
                    <a:pt x="916" y="8124"/>
                    <a:pt x="955" y="8239"/>
                  </a:cubicBezTo>
                  <a:cubicBezTo>
                    <a:pt x="986" y="8343"/>
                    <a:pt x="1024" y="8448"/>
                    <a:pt x="1059" y="8549"/>
                  </a:cubicBezTo>
                  <a:lnTo>
                    <a:pt x="1101" y="8671"/>
                  </a:lnTo>
                  <a:cubicBezTo>
                    <a:pt x="1149" y="8814"/>
                    <a:pt x="1195" y="8960"/>
                    <a:pt x="1240" y="9103"/>
                  </a:cubicBezTo>
                  <a:cubicBezTo>
                    <a:pt x="1292" y="9256"/>
                    <a:pt x="1341" y="9420"/>
                    <a:pt x="1397" y="9576"/>
                  </a:cubicBezTo>
                  <a:cubicBezTo>
                    <a:pt x="1421" y="9643"/>
                    <a:pt x="1442" y="9709"/>
                    <a:pt x="1466" y="9775"/>
                  </a:cubicBezTo>
                  <a:cubicBezTo>
                    <a:pt x="1540" y="9990"/>
                    <a:pt x="1616" y="10213"/>
                    <a:pt x="1703" y="10426"/>
                  </a:cubicBezTo>
                  <a:cubicBezTo>
                    <a:pt x="1779" y="10610"/>
                    <a:pt x="1853" y="10763"/>
                    <a:pt x="1964" y="10892"/>
                  </a:cubicBezTo>
                  <a:cubicBezTo>
                    <a:pt x="2062" y="11011"/>
                    <a:pt x="2149" y="11091"/>
                    <a:pt x="2257" y="11160"/>
                  </a:cubicBezTo>
                  <a:cubicBezTo>
                    <a:pt x="2466" y="11293"/>
                    <a:pt x="2692" y="11314"/>
                    <a:pt x="2883" y="11317"/>
                  </a:cubicBezTo>
                  <a:cubicBezTo>
                    <a:pt x="2900" y="11318"/>
                    <a:pt x="2917" y="11318"/>
                    <a:pt x="2934" y="11318"/>
                  </a:cubicBezTo>
                  <a:cubicBezTo>
                    <a:pt x="3163" y="11318"/>
                    <a:pt x="3408" y="11275"/>
                    <a:pt x="3719" y="11181"/>
                  </a:cubicBezTo>
                  <a:cubicBezTo>
                    <a:pt x="3775" y="11168"/>
                    <a:pt x="3830" y="11150"/>
                    <a:pt x="3883" y="11133"/>
                  </a:cubicBezTo>
                  <a:cubicBezTo>
                    <a:pt x="4140" y="11049"/>
                    <a:pt x="4397" y="10959"/>
                    <a:pt x="4645" y="10868"/>
                  </a:cubicBezTo>
                  <a:lnTo>
                    <a:pt x="4743" y="10834"/>
                  </a:lnTo>
                  <a:cubicBezTo>
                    <a:pt x="5074" y="10715"/>
                    <a:pt x="5345" y="10610"/>
                    <a:pt x="5596" y="10495"/>
                  </a:cubicBezTo>
                  <a:cubicBezTo>
                    <a:pt x="5742" y="10432"/>
                    <a:pt x="5888" y="10360"/>
                    <a:pt x="6031" y="10290"/>
                  </a:cubicBezTo>
                  <a:lnTo>
                    <a:pt x="6045" y="10280"/>
                  </a:lnTo>
                  <a:lnTo>
                    <a:pt x="6059" y="10273"/>
                  </a:lnTo>
                  <a:cubicBezTo>
                    <a:pt x="6111" y="10249"/>
                    <a:pt x="6163" y="10220"/>
                    <a:pt x="6215" y="10193"/>
                  </a:cubicBezTo>
                  <a:cubicBezTo>
                    <a:pt x="6330" y="10130"/>
                    <a:pt x="6438" y="10053"/>
                    <a:pt x="6549" y="9949"/>
                  </a:cubicBezTo>
                  <a:cubicBezTo>
                    <a:pt x="6602" y="9900"/>
                    <a:pt x="6644" y="9844"/>
                    <a:pt x="6682" y="9792"/>
                  </a:cubicBezTo>
                  <a:cubicBezTo>
                    <a:pt x="6745" y="9705"/>
                    <a:pt x="6790" y="9625"/>
                    <a:pt x="6832" y="9538"/>
                  </a:cubicBezTo>
                  <a:cubicBezTo>
                    <a:pt x="6898" y="9392"/>
                    <a:pt x="6943" y="9232"/>
                    <a:pt x="6971" y="9040"/>
                  </a:cubicBezTo>
                  <a:cubicBezTo>
                    <a:pt x="7023" y="8703"/>
                    <a:pt x="6988" y="8348"/>
                    <a:pt x="6950" y="8044"/>
                  </a:cubicBezTo>
                  <a:cubicBezTo>
                    <a:pt x="6909" y="7692"/>
                    <a:pt x="6849" y="7348"/>
                    <a:pt x="6790" y="7027"/>
                  </a:cubicBezTo>
                  <a:cubicBezTo>
                    <a:pt x="6751" y="6833"/>
                    <a:pt x="6710" y="6634"/>
                    <a:pt x="6671" y="6442"/>
                  </a:cubicBezTo>
                  <a:cubicBezTo>
                    <a:pt x="6647" y="6324"/>
                    <a:pt x="6623" y="6206"/>
                    <a:pt x="6599" y="6084"/>
                  </a:cubicBezTo>
                  <a:cubicBezTo>
                    <a:pt x="6553" y="5844"/>
                    <a:pt x="6507" y="5603"/>
                    <a:pt x="6462" y="5364"/>
                  </a:cubicBezTo>
                  <a:lnTo>
                    <a:pt x="6414" y="5123"/>
                  </a:lnTo>
                  <a:cubicBezTo>
                    <a:pt x="6337" y="4723"/>
                    <a:pt x="6247" y="4322"/>
                    <a:pt x="6160" y="3932"/>
                  </a:cubicBezTo>
                  <a:cubicBezTo>
                    <a:pt x="6111" y="3720"/>
                    <a:pt x="6062" y="3508"/>
                    <a:pt x="6017" y="3295"/>
                  </a:cubicBezTo>
                  <a:cubicBezTo>
                    <a:pt x="5948" y="2974"/>
                    <a:pt x="5881" y="2686"/>
                    <a:pt x="5784" y="2404"/>
                  </a:cubicBezTo>
                  <a:cubicBezTo>
                    <a:pt x="5763" y="2348"/>
                    <a:pt x="5742" y="2289"/>
                    <a:pt x="5710" y="2222"/>
                  </a:cubicBezTo>
                  <a:cubicBezTo>
                    <a:pt x="5689" y="2174"/>
                    <a:pt x="5662" y="2118"/>
                    <a:pt x="5634" y="2063"/>
                  </a:cubicBezTo>
                  <a:cubicBezTo>
                    <a:pt x="5596" y="1989"/>
                    <a:pt x="5540" y="1927"/>
                    <a:pt x="5484" y="1871"/>
                  </a:cubicBezTo>
                  <a:cubicBezTo>
                    <a:pt x="5421" y="1801"/>
                    <a:pt x="5342" y="1749"/>
                    <a:pt x="5265" y="1700"/>
                  </a:cubicBezTo>
                  <a:lnTo>
                    <a:pt x="5254" y="1693"/>
                  </a:lnTo>
                  <a:cubicBezTo>
                    <a:pt x="5196" y="1652"/>
                    <a:pt x="5136" y="1617"/>
                    <a:pt x="5074" y="1589"/>
                  </a:cubicBezTo>
                  <a:cubicBezTo>
                    <a:pt x="4749" y="1425"/>
                    <a:pt x="4391" y="1412"/>
                    <a:pt x="4042" y="1394"/>
                  </a:cubicBezTo>
                  <a:cubicBezTo>
                    <a:pt x="3966" y="1391"/>
                    <a:pt x="3889" y="1387"/>
                    <a:pt x="3813" y="1383"/>
                  </a:cubicBezTo>
                  <a:cubicBezTo>
                    <a:pt x="3754" y="1377"/>
                    <a:pt x="3681" y="1366"/>
                    <a:pt x="3608" y="1349"/>
                  </a:cubicBezTo>
                  <a:cubicBezTo>
                    <a:pt x="3583" y="1335"/>
                    <a:pt x="3559" y="1324"/>
                    <a:pt x="3538" y="1311"/>
                  </a:cubicBezTo>
                  <a:lnTo>
                    <a:pt x="3503" y="1282"/>
                  </a:lnTo>
                  <a:cubicBezTo>
                    <a:pt x="3441" y="1234"/>
                    <a:pt x="3374" y="1185"/>
                    <a:pt x="3301" y="1144"/>
                  </a:cubicBezTo>
                  <a:cubicBezTo>
                    <a:pt x="3203" y="1091"/>
                    <a:pt x="3089" y="1049"/>
                    <a:pt x="2956" y="1025"/>
                  </a:cubicBezTo>
                  <a:cubicBezTo>
                    <a:pt x="2821" y="997"/>
                    <a:pt x="2681" y="997"/>
                    <a:pt x="2549" y="994"/>
                  </a:cubicBezTo>
                  <a:cubicBezTo>
                    <a:pt x="2486" y="994"/>
                    <a:pt x="2424" y="990"/>
                    <a:pt x="2361" y="986"/>
                  </a:cubicBezTo>
                  <a:cubicBezTo>
                    <a:pt x="2361" y="927"/>
                    <a:pt x="2361" y="869"/>
                    <a:pt x="2364" y="809"/>
                  </a:cubicBezTo>
                  <a:cubicBezTo>
                    <a:pt x="2379" y="705"/>
                    <a:pt x="2396" y="600"/>
                    <a:pt x="2413" y="499"/>
                  </a:cubicBezTo>
                  <a:cubicBezTo>
                    <a:pt x="2459" y="273"/>
                    <a:pt x="2319" y="61"/>
                    <a:pt x="2104" y="12"/>
                  </a:cubicBezTo>
                  <a:cubicBezTo>
                    <a:pt x="2075" y="4"/>
                    <a:pt x="2045" y="1"/>
                    <a:pt x="2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3"/>
            <p:cNvSpPr/>
            <p:nvPr/>
          </p:nvSpPr>
          <p:spPr>
            <a:xfrm>
              <a:off x="2270558" y="3504915"/>
              <a:ext cx="136615" cy="146942"/>
            </a:xfrm>
            <a:custGeom>
              <a:rect b="b" l="l" r="r" t="t"/>
              <a:pathLst>
                <a:path extrusionOk="0" h="3173" w="2950">
                  <a:moveTo>
                    <a:pt x="824" y="0"/>
                  </a:moveTo>
                  <a:cubicBezTo>
                    <a:pt x="816" y="0"/>
                    <a:pt x="807" y="1"/>
                    <a:pt x="798" y="1"/>
                  </a:cubicBezTo>
                  <a:cubicBezTo>
                    <a:pt x="767" y="1"/>
                    <a:pt x="735" y="8"/>
                    <a:pt x="704" y="15"/>
                  </a:cubicBezTo>
                  <a:cubicBezTo>
                    <a:pt x="634" y="36"/>
                    <a:pt x="568" y="77"/>
                    <a:pt x="516" y="133"/>
                  </a:cubicBezTo>
                  <a:cubicBezTo>
                    <a:pt x="453" y="206"/>
                    <a:pt x="394" y="328"/>
                    <a:pt x="412" y="429"/>
                  </a:cubicBezTo>
                  <a:cubicBezTo>
                    <a:pt x="436" y="558"/>
                    <a:pt x="463" y="686"/>
                    <a:pt x="481" y="816"/>
                  </a:cubicBezTo>
                  <a:cubicBezTo>
                    <a:pt x="502" y="955"/>
                    <a:pt x="526" y="1098"/>
                    <a:pt x="526" y="1237"/>
                  </a:cubicBezTo>
                  <a:cubicBezTo>
                    <a:pt x="523" y="1251"/>
                    <a:pt x="519" y="1268"/>
                    <a:pt x="516" y="1282"/>
                  </a:cubicBezTo>
                  <a:cubicBezTo>
                    <a:pt x="505" y="1306"/>
                    <a:pt x="492" y="1327"/>
                    <a:pt x="478" y="1352"/>
                  </a:cubicBezTo>
                  <a:cubicBezTo>
                    <a:pt x="397" y="1456"/>
                    <a:pt x="307" y="1554"/>
                    <a:pt x="224" y="1662"/>
                  </a:cubicBezTo>
                  <a:cubicBezTo>
                    <a:pt x="116" y="1805"/>
                    <a:pt x="57" y="1965"/>
                    <a:pt x="25" y="2139"/>
                  </a:cubicBezTo>
                  <a:cubicBezTo>
                    <a:pt x="11" y="2240"/>
                    <a:pt x="1" y="2344"/>
                    <a:pt x="7" y="2445"/>
                  </a:cubicBezTo>
                  <a:cubicBezTo>
                    <a:pt x="21" y="2595"/>
                    <a:pt x="53" y="2759"/>
                    <a:pt x="150" y="2880"/>
                  </a:cubicBezTo>
                  <a:cubicBezTo>
                    <a:pt x="216" y="2964"/>
                    <a:pt x="290" y="3026"/>
                    <a:pt x="387" y="3076"/>
                  </a:cubicBezTo>
                  <a:cubicBezTo>
                    <a:pt x="443" y="3103"/>
                    <a:pt x="505" y="3124"/>
                    <a:pt x="568" y="3142"/>
                  </a:cubicBezTo>
                  <a:cubicBezTo>
                    <a:pt x="643" y="3164"/>
                    <a:pt x="721" y="3172"/>
                    <a:pt x="800" y="3172"/>
                  </a:cubicBezTo>
                  <a:cubicBezTo>
                    <a:pt x="916" y="3172"/>
                    <a:pt x="1033" y="3155"/>
                    <a:pt x="1143" y="3138"/>
                  </a:cubicBezTo>
                  <a:cubicBezTo>
                    <a:pt x="1317" y="3106"/>
                    <a:pt x="1495" y="3076"/>
                    <a:pt x="1665" y="3023"/>
                  </a:cubicBezTo>
                  <a:cubicBezTo>
                    <a:pt x="1794" y="2984"/>
                    <a:pt x="1919" y="2936"/>
                    <a:pt x="2041" y="2880"/>
                  </a:cubicBezTo>
                  <a:cubicBezTo>
                    <a:pt x="2208" y="2801"/>
                    <a:pt x="2379" y="2724"/>
                    <a:pt x="2553" y="2664"/>
                  </a:cubicBezTo>
                  <a:cubicBezTo>
                    <a:pt x="2573" y="2658"/>
                    <a:pt x="2598" y="2650"/>
                    <a:pt x="2619" y="2644"/>
                  </a:cubicBezTo>
                  <a:cubicBezTo>
                    <a:pt x="2827" y="2567"/>
                    <a:pt x="2949" y="2341"/>
                    <a:pt x="2880" y="2125"/>
                  </a:cubicBezTo>
                  <a:cubicBezTo>
                    <a:pt x="2825" y="1960"/>
                    <a:pt x="2659" y="1845"/>
                    <a:pt x="2488" y="1845"/>
                  </a:cubicBezTo>
                  <a:cubicBezTo>
                    <a:pt x="2446" y="1845"/>
                    <a:pt x="2403" y="1852"/>
                    <a:pt x="2361" y="1867"/>
                  </a:cubicBezTo>
                  <a:cubicBezTo>
                    <a:pt x="2305" y="1888"/>
                    <a:pt x="2250" y="1902"/>
                    <a:pt x="2194" y="1923"/>
                  </a:cubicBezTo>
                  <a:cubicBezTo>
                    <a:pt x="2104" y="1957"/>
                    <a:pt x="2017" y="1996"/>
                    <a:pt x="1926" y="2034"/>
                  </a:cubicBezTo>
                  <a:cubicBezTo>
                    <a:pt x="1794" y="2094"/>
                    <a:pt x="1665" y="2160"/>
                    <a:pt x="1526" y="2208"/>
                  </a:cubicBezTo>
                  <a:cubicBezTo>
                    <a:pt x="1400" y="2253"/>
                    <a:pt x="1268" y="2288"/>
                    <a:pt x="1135" y="2313"/>
                  </a:cubicBezTo>
                  <a:cubicBezTo>
                    <a:pt x="1031" y="2333"/>
                    <a:pt x="931" y="2348"/>
                    <a:pt x="822" y="2351"/>
                  </a:cubicBezTo>
                  <a:lnTo>
                    <a:pt x="822" y="2327"/>
                  </a:lnTo>
                  <a:cubicBezTo>
                    <a:pt x="829" y="2285"/>
                    <a:pt x="836" y="2243"/>
                    <a:pt x="847" y="2201"/>
                  </a:cubicBezTo>
                  <a:cubicBezTo>
                    <a:pt x="854" y="2187"/>
                    <a:pt x="860" y="2177"/>
                    <a:pt x="868" y="2163"/>
                  </a:cubicBezTo>
                  <a:cubicBezTo>
                    <a:pt x="934" y="2083"/>
                    <a:pt x="1000" y="2007"/>
                    <a:pt x="1066" y="1927"/>
                  </a:cubicBezTo>
                  <a:cubicBezTo>
                    <a:pt x="1119" y="1856"/>
                    <a:pt x="1174" y="1787"/>
                    <a:pt x="1216" y="1707"/>
                  </a:cubicBezTo>
                  <a:cubicBezTo>
                    <a:pt x="1251" y="1647"/>
                    <a:pt x="1275" y="1585"/>
                    <a:pt x="1299" y="1519"/>
                  </a:cubicBezTo>
                  <a:cubicBezTo>
                    <a:pt x="1327" y="1432"/>
                    <a:pt x="1334" y="1342"/>
                    <a:pt x="1341" y="1251"/>
                  </a:cubicBezTo>
                  <a:cubicBezTo>
                    <a:pt x="1348" y="1098"/>
                    <a:pt x="1323" y="941"/>
                    <a:pt x="1299" y="791"/>
                  </a:cubicBezTo>
                  <a:cubicBezTo>
                    <a:pt x="1282" y="656"/>
                    <a:pt x="1254" y="524"/>
                    <a:pt x="1230" y="387"/>
                  </a:cubicBezTo>
                  <a:cubicBezTo>
                    <a:pt x="1223" y="352"/>
                    <a:pt x="1216" y="315"/>
                    <a:pt x="1209" y="280"/>
                  </a:cubicBezTo>
                  <a:cubicBezTo>
                    <a:pt x="1185" y="213"/>
                    <a:pt x="1146" y="154"/>
                    <a:pt x="1094" y="106"/>
                  </a:cubicBezTo>
                  <a:cubicBezTo>
                    <a:pt x="1021" y="38"/>
                    <a:pt x="923" y="0"/>
                    <a:pt x="8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3"/>
            <p:cNvSpPr/>
            <p:nvPr/>
          </p:nvSpPr>
          <p:spPr>
            <a:xfrm>
              <a:off x="2219430" y="3607353"/>
              <a:ext cx="265125" cy="416003"/>
            </a:xfrm>
            <a:custGeom>
              <a:rect b="b" l="l" r="r" t="t"/>
              <a:pathLst>
                <a:path extrusionOk="0" h="8983" w="5725">
                  <a:moveTo>
                    <a:pt x="860" y="877"/>
                  </a:moveTo>
                  <a:cubicBezTo>
                    <a:pt x="850" y="891"/>
                    <a:pt x="844" y="905"/>
                    <a:pt x="833" y="923"/>
                  </a:cubicBezTo>
                  <a:cubicBezTo>
                    <a:pt x="840" y="905"/>
                    <a:pt x="850" y="891"/>
                    <a:pt x="860" y="877"/>
                  </a:cubicBezTo>
                  <a:close/>
                  <a:moveTo>
                    <a:pt x="998" y="1"/>
                  </a:moveTo>
                  <a:cubicBezTo>
                    <a:pt x="954" y="1"/>
                    <a:pt x="909" y="8"/>
                    <a:pt x="865" y="20"/>
                  </a:cubicBezTo>
                  <a:cubicBezTo>
                    <a:pt x="850" y="25"/>
                    <a:pt x="833" y="28"/>
                    <a:pt x="819" y="31"/>
                  </a:cubicBezTo>
                  <a:cubicBezTo>
                    <a:pt x="725" y="59"/>
                    <a:pt x="638" y="94"/>
                    <a:pt x="551" y="142"/>
                  </a:cubicBezTo>
                  <a:cubicBezTo>
                    <a:pt x="481" y="181"/>
                    <a:pt x="412" y="226"/>
                    <a:pt x="346" y="279"/>
                  </a:cubicBezTo>
                  <a:cubicBezTo>
                    <a:pt x="301" y="313"/>
                    <a:pt x="255" y="351"/>
                    <a:pt x="217" y="393"/>
                  </a:cubicBezTo>
                  <a:cubicBezTo>
                    <a:pt x="171" y="438"/>
                    <a:pt x="140" y="494"/>
                    <a:pt x="105" y="547"/>
                  </a:cubicBezTo>
                  <a:cubicBezTo>
                    <a:pt x="67" y="602"/>
                    <a:pt x="53" y="676"/>
                    <a:pt x="32" y="735"/>
                  </a:cubicBezTo>
                  <a:cubicBezTo>
                    <a:pt x="8" y="804"/>
                    <a:pt x="12" y="884"/>
                    <a:pt x="8" y="954"/>
                  </a:cubicBezTo>
                  <a:cubicBezTo>
                    <a:pt x="1" y="1107"/>
                    <a:pt x="18" y="1264"/>
                    <a:pt x="29" y="1417"/>
                  </a:cubicBezTo>
                  <a:cubicBezTo>
                    <a:pt x="39" y="1566"/>
                    <a:pt x="50" y="1720"/>
                    <a:pt x="71" y="1870"/>
                  </a:cubicBezTo>
                  <a:cubicBezTo>
                    <a:pt x="92" y="2054"/>
                    <a:pt x="129" y="2239"/>
                    <a:pt x="164" y="2419"/>
                  </a:cubicBezTo>
                  <a:cubicBezTo>
                    <a:pt x="224" y="2705"/>
                    <a:pt x="293" y="2987"/>
                    <a:pt x="359" y="3269"/>
                  </a:cubicBezTo>
                  <a:cubicBezTo>
                    <a:pt x="426" y="3562"/>
                    <a:pt x="492" y="3854"/>
                    <a:pt x="561" y="4147"/>
                  </a:cubicBezTo>
                  <a:cubicBezTo>
                    <a:pt x="635" y="4436"/>
                    <a:pt x="711" y="4721"/>
                    <a:pt x="784" y="5010"/>
                  </a:cubicBezTo>
                  <a:cubicBezTo>
                    <a:pt x="823" y="5164"/>
                    <a:pt x="857" y="5317"/>
                    <a:pt x="899" y="5470"/>
                  </a:cubicBezTo>
                  <a:cubicBezTo>
                    <a:pt x="937" y="5619"/>
                    <a:pt x="986" y="5765"/>
                    <a:pt x="1039" y="5912"/>
                  </a:cubicBezTo>
                  <a:cubicBezTo>
                    <a:pt x="1146" y="6215"/>
                    <a:pt x="1247" y="6517"/>
                    <a:pt x="1345" y="6824"/>
                  </a:cubicBezTo>
                  <a:cubicBezTo>
                    <a:pt x="1439" y="7117"/>
                    <a:pt x="1529" y="7409"/>
                    <a:pt x="1627" y="7698"/>
                  </a:cubicBezTo>
                  <a:cubicBezTo>
                    <a:pt x="1675" y="7844"/>
                    <a:pt x="1742" y="7984"/>
                    <a:pt x="1808" y="8119"/>
                  </a:cubicBezTo>
                  <a:cubicBezTo>
                    <a:pt x="1850" y="8210"/>
                    <a:pt x="1892" y="8297"/>
                    <a:pt x="1937" y="8384"/>
                  </a:cubicBezTo>
                  <a:cubicBezTo>
                    <a:pt x="2003" y="8510"/>
                    <a:pt x="2093" y="8621"/>
                    <a:pt x="2198" y="8718"/>
                  </a:cubicBezTo>
                  <a:cubicBezTo>
                    <a:pt x="2268" y="8781"/>
                    <a:pt x="2355" y="8826"/>
                    <a:pt x="2438" y="8861"/>
                  </a:cubicBezTo>
                  <a:cubicBezTo>
                    <a:pt x="2546" y="8910"/>
                    <a:pt x="2657" y="8937"/>
                    <a:pt x="2776" y="8955"/>
                  </a:cubicBezTo>
                  <a:cubicBezTo>
                    <a:pt x="2884" y="8972"/>
                    <a:pt x="2999" y="8979"/>
                    <a:pt x="3110" y="8983"/>
                  </a:cubicBezTo>
                  <a:cubicBezTo>
                    <a:pt x="3123" y="8983"/>
                    <a:pt x="3135" y="8983"/>
                    <a:pt x="3148" y="8983"/>
                  </a:cubicBezTo>
                  <a:cubicBezTo>
                    <a:pt x="3310" y="8983"/>
                    <a:pt x="3474" y="8958"/>
                    <a:pt x="3629" y="8916"/>
                  </a:cubicBezTo>
                  <a:cubicBezTo>
                    <a:pt x="3775" y="8882"/>
                    <a:pt x="3918" y="8836"/>
                    <a:pt x="4064" y="8802"/>
                  </a:cubicBezTo>
                  <a:cubicBezTo>
                    <a:pt x="4214" y="8764"/>
                    <a:pt x="4363" y="8728"/>
                    <a:pt x="4510" y="8690"/>
                  </a:cubicBezTo>
                  <a:cubicBezTo>
                    <a:pt x="4830" y="8606"/>
                    <a:pt x="5143" y="8478"/>
                    <a:pt x="5436" y="8325"/>
                  </a:cubicBezTo>
                  <a:cubicBezTo>
                    <a:pt x="5453" y="8314"/>
                    <a:pt x="5471" y="8304"/>
                    <a:pt x="5488" y="8293"/>
                  </a:cubicBezTo>
                  <a:cubicBezTo>
                    <a:pt x="5676" y="8175"/>
                    <a:pt x="5725" y="7910"/>
                    <a:pt x="5607" y="7726"/>
                  </a:cubicBezTo>
                  <a:cubicBezTo>
                    <a:pt x="5528" y="7607"/>
                    <a:pt x="5398" y="7546"/>
                    <a:pt x="5266" y="7546"/>
                  </a:cubicBezTo>
                  <a:cubicBezTo>
                    <a:pt x="5187" y="7546"/>
                    <a:pt x="5108" y="7567"/>
                    <a:pt x="5039" y="7611"/>
                  </a:cubicBezTo>
                  <a:cubicBezTo>
                    <a:pt x="5011" y="7625"/>
                    <a:pt x="4987" y="7642"/>
                    <a:pt x="4959" y="7656"/>
                  </a:cubicBezTo>
                  <a:cubicBezTo>
                    <a:pt x="4709" y="7771"/>
                    <a:pt x="4447" y="7862"/>
                    <a:pt x="4179" y="7931"/>
                  </a:cubicBezTo>
                  <a:cubicBezTo>
                    <a:pt x="4026" y="7973"/>
                    <a:pt x="3873" y="8008"/>
                    <a:pt x="3723" y="8047"/>
                  </a:cubicBezTo>
                  <a:cubicBezTo>
                    <a:pt x="3597" y="8078"/>
                    <a:pt x="3472" y="8119"/>
                    <a:pt x="3343" y="8147"/>
                  </a:cubicBezTo>
                  <a:cubicBezTo>
                    <a:pt x="3259" y="8161"/>
                    <a:pt x="3173" y="8166"/>
                    <a:pt x="3087" y="8166"/>
                  </a:cubicBezTo>
                  <a:cubicBezTo>
                    <a:pt x="3062" y="8166"/>
                    <a:pt x="3037" y="8165"/>
                    <a:pt x="3012" y="8164"/>
                  </a:cubicBezTo>
                  <a:cubicBezTo>
                    <a:pt x="2933" y="8154"/>
                    <a:pt x="2853" y="8140"/>
                    <a:pt x="2776" y="8119"/>
                  </a:cubicBezTo>
                  <a:cubicBezTo>
                    <a:pt x="2762" y="8113"/>
                    <a:pt x="2748" y="8105"/>
                    <a:pt x="2734" y="8098"/>
                  </a:cubicBezTo>
                  <a:cubicBezTo>
                    <a:pt x="2724" y="8088"/>
                    <a:pt x="2713" y="8081"/>
                    <a:pt x="2706" y="8074"/>
                  </a:cubicBezTo>
                  <a:cubicBezTo>
                    <a:pt x="2657" y="8005"/>
                    <a:pt x="2615" y="7931"/>
                    <a:pt x="2581" y="7854"/>
                  </a:cubicBezTo>
                  <a:cubicBezTo>
                    <a:pt x="2528" y="7750"/>
                    <a:pt x="2480" y="7642"/>
                    <a:pt x="2438" y="7531"/>
                  </a:cubicBezTo>
                  <a:cubicBezTo>
                    <a:pt x="2382" y="7385"/>
                    <a:pt x="2334" y="7239"/>
                    <a:pt x="2289" y="7089"/>
                  </a:cubicBezTo>
                  <a:cubicBezTo>
                    <a:pt x="2198" y="6800"/>
                    <a:pt x="2107" y="6514"/>
                    <a:pt x="2014" y="6229"/>
                  </a:cubicBezTo>
                  <a:cubicBezTo>
                    <a:pt x="1909" y="5916"/>
                    <a:pt x="1791" y="5609"/>
                    <a:pt x="1696" y="5292"/>
                  </a:cubicBezTo>
                  <a:cubicBezTo>
                    <a:pt x="1651" y="5143"/>
                    <a:pt x="1620" y="4989"/>
                    <a:pt x="1582" y="4839"/>
                  </a:cubicBezTo>
                  <a:cubicBezTo>
                    <a:pt x="1547" y="4693"/>
                    <a:pt x="1508" y="4547"/>
                    <a:pt x="1471" y="4401"/>
                  </a:cubicBezTo>
                  <a:cubicBezTo>
                    <a:pt x="1369" y="4011"/>
                    <a:pt x="1275" y="3621"/>
                    <a:pt x="1185" y="3228"/>
                  </a:cubicBezTo>
                  <a:cubicBezTo>
                    <a:pt x="1094" y="2845"/>
                    <a:pt x="1000" y="2458"/>
                    <a:pt x="923" y="2072"/>
                  </a:cubicBezTo>
                  <a:cubicBezTo>
                    <a:pt x="892" y="1884"/>
                    <a:pt x="868" y="1692"/>
                    <a:pt x="854" y="1500"/>
                  </a:cubicBezTo>
                  <a:cubicBezTo>
                    <a:pt x="840" y="1316"/>
                    <a:pt x="823" y="1128"/>
                    <a:pt x="823" y="940"/>
                  </a:cubicBezTo>
                  <a:cubicBezTo>
                    <a:pt x="826" y="940"/>
                    <a:pt x="830" y="936"/>
                    <a:pt x="833" y="933"/>
                  </a:cubicBezTo>
                  <a:cubicBezTo>
                    <a:pt x="875" y="902"/>
                    <a:pt x="917" y="874"/>
                    <a:pt x="962" y="846"/>
                  </a:cubicBezTo>
                  <a:cubicBezTo>
                    <a:pt x="1014" y="825"/>
                    <a:pt x="1066" y="811"/>
                    <a:pt x="1122" y="798"/>
                  </a:cubicBezTo>
                  <a:cubicBezTo>
                    <a:pt x="1338" y="738"/>
                    <a:pt x="1450" y="480"/>
                    <a:pt x="1383" y="279"/>
                  </a:cubicBezTo>
                  <a:cubicBezTo>
                    <a:pt x="1349" y="177"/>
                    <a:pt x="1275" y="94"/>
                    <a:pt x="1181" y="45"/>
                  </a:cubicBezTo>
                  <a:cubicBezTo>
                    <a:pt x="1122" y="15"/>
                    <a:pt x="1061" y="1"/>
                    <a:pt x="9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3"/>
            <p:cNvSpPr/>
            <p:nvPr/>
          </p:nvSpPr>
          <p:spPr>
            <a:xfrm>
              <a:off x="2285887" y="3740540"/>
              <a:ext cx="175978" cy="160047"/>
            </a:xfrm>
            <a:custGeom>
              <a:rect b="b" l="l" r="r" t="t"/>
              <a:pathLst>
                <a:path extrusionOk="0" h="3456" w="3800">
                  <a:moveTo>
                    <a:pt x="1531" y="1"/>
                  </a:moveTo>
                  <a:cubicBezTo>
                    <a:pt x="1492" y="1"/>
                    <a:pt x="1453" y="6"/>
                    <a:pt x="1414" y="17"/>
                  </a:cubicBezTo>
                  <a:cubicBezTo>
                    <a:pt x="1410" y="17"/>
                    <a:pt x="1407" y="21"/>
                    <a:pt x="1403" y="21"/>
                  </a:cubicBezTo>
                  <a:cubicBezTo>
                    <a:pt x="1268" y="66"/>
                    <a:pt x="1167" y="178"/>
                    <a:pt x="1108" y="303"/>
                  </a:cubicBezTo>
                  <a:cubicBezTo>
                    <a:pt x="1059" y="400"/>
                    <a:pt x="1031" y="512"/>
                    <a:pt x="1010" y="620"/>
                  </a:cubicBezTo>
                  <a:cubicBezTo>
                    <a:pt x="979" y="758"/>
                    <a:pt x="965" y="909"/>
                    <a:pt x="951" y="1051"/>
                  </a:cubicBezTo>
                  <a:cubicBezTo>
                    <a:pt x="944" y="1114"/>
                    <a:pt x="937" y="1180"/>
                    <a:pt x="930" y="1243"/>
                  </a:cubicBezTo>
                  <a:cubicBezTo>
                    <a:pt x="920" y="1333"/>
                    <a:pt x="913" y="1424"/>
                    <a:pt x="895" y="1511"/>
                  </a:cubicBezTo>
                  <a:cubicBezTo>
                    <a:pt x="829" y="1515"/>
                    <a:pt x="767" y="1515"/>
                    <a:pt x="704" y="1518"/>
                  </a:cubicBezTo>
                  <a:cubicBezTo>
                    <a:pt x="603" y="1518"/>
                    <a:pt x="502" y="1521"/>
                    <a:pt x="397" y="1525"/>
                  </a:cubicBezTo>
                  <a:cubicBezTo>
                    <a:pt x="178" y="1531"/>
                    <a:pt x="0" y="1734"/>
                    <a:pt x="10" y="1957"/>
                  </a:cubicBezTo>
                  <a:cubicBezTo>
                    <a:pt x="24" y="2174"/>
                    <a:pt x="208" y="2343"/>
                    <a:pt x="425" y="2343"/>
                  </a:cubicBezTo>
                  <a:cubicBezTo>
                    <a:pt x="430" y="2343"/>
                    <a:pt x="434" y="2343"/>
                    <a:pt x="439" y="2343"/>
                  </a:cubicBezTo>
                  <a:cubicBezTo>
                    <a:pt x="610" y="2336"/>
                    <a:pt x="777" y="2333"/>
                    <a:pt x="944" y="2329"/>
                  </a:cubicBezTo>
                  <a:cubicBezTo>
                    <a:pt x="1034" y="2325"/>
                    <a:pt x="1122" y="2312"/>
                    <a:pt x="1212" y="2288"/>
                  </a:cubicBezTo>
                  <a:cubicBezTo>
                    <a:pt x="1222" y="2283"/>
                    <a:pt x="1236" y="2277"/>
                    <a:pt x="1251" y="2273"/>
                  </a:cubicBezTo>
                  <a:cubicBezTo>
                    <a:pt x="1296" y="2256"/>
                    <a:pt x="1337" y="2232"/>
                    <a:pt x="1379" y="2204"/>
                  </a:cubicBezTo>
                  <a:cubicBezTo>
                    <a:pt x="1428" y="2169"/>
                    <a:pt x="1477" y="2121"/>
                    <a:pt x="1515" y="2071"/>
                  </a:cubicBezTo>
                  <a:cubicBezTo>
                    <a:pt x="1553" y="2023"/>
                    <a:pt x="1588" y="1970"/>
                    <a:pt x="1616" y="1915"/>
                  </a:cubicBezTo>
                  <a:cubicBezTo>
                    <a:pt x="1644" y="1862"/>
                    <a:pt x="1661" y="1803"/>
                    <a:pt x="1678" y="1745"/>
                  </a:cubicBezTo>
                  <a:cubicBezTo>
                    <a:pt x="1699" y="1692"/>
                    <a:pt x="1707" y="1629"/>
                    <a:pt x="1713" y="1570"/>
                  </a:cubicBezTo>
                  <a:cubicBezTo>
                    <a:pt x="1749" y="1653"/>
                    <a:pt x="1783" y="1734"/>
                    <a:pt x="1821" y="1817"/>
                  </a:cubicBezTo>
                  <a:cubicBezTo>
                    <a:pt x="1947" y="2100"/>
                    <a:pt x="2065" y="2388"/>
                    <a:pt x="2194" y="2670"/>
                  </a:cubicBezTo>
                  <a:cubicBezTo>
                    <a:pt x="2239" y="2764"/>
                    <a:pt x="2284" y="2858"/>
                    <a:pt x="2326" y="2949"/>
                  </a:cubicBezTo>
                  <a:cubicBezTo>
                    <a:pt x="2410" y="3116"/>
                    <a:pt x="2493" y="3300"/>
                    <a:pt x="2668" y="3391"/>
                  </a:cubicBezTo>
                  <a:cubicBezTo>
                    <a:pt x="2702" y="3405"/>
                    <a:pt x="2737" y="3416"/>
                    <a:pt x="2768" y="3429"/>
                  </a:cubicBezTo>
                  <a:cubicBezTo>
                    <a:pt x="2807" y="3446"/>
                    <a:pt x="2847" y="3456"/>
                    <a:pt x="2890" y="3456"/>
                  </a:cubicBezTo>
                  <a:cubicBezTo>
                    <a:pt x="2901" y="3456"/>
                    <a:pt x="2913" y="3455"/>
                    <a:pt x="2925" y="3453"/>
                  </a:cubicBezTo>
                  <a:cubicBezTo>
                    <a:pt x="2981" y="3447"/>
                    <a:pt x="3036" y="3443"/>
                    <a:pt x="3086" y="3419"/>
                  </a:cubicBezTo>
                  <a:cubicBezTo>
                    <a:pt x="3155" y="3391"/>
                    <a:pt x="3245" y="3342"/>
                    <a:pt x="3294" y="3280"/>
                  </a:cubicBezTo>
                  <a:cubicBezTo>
                    <a:pt x="3332" y="3228"/>
                    <a:pt x="3367" y="3178"/>
                    <a:pt x="3399" y="3123"/>
                  </a:cubicBezTo>
                  <a:cubicBezTo>
                    <a:pt x="3430" y="3067"/>
                    <a:pt x="3447" y="3005"/>
                    <a:pt x="3465" y="2945"/>
                  </a:cubicBezTo>
                  <a:cubicBezTo>
                    <a:pt x="3486" y="2889"/>
                    <a:pt x="3489" y="2834"/>
                    <a:pt x="3499" y="2778"/>
                  </a:cubicBezTo>
                  <a:cubicBezTo>
                    <a:pt x="3517" y="2650"/>
                    <a:pt x="3520" y="2517"/>
                    <a:pt x="3517" y="2385"/>
                  </a:cubicBezTo>
                  <a:cubicBezTo>
                    <a:pt x="3513" y="2050"/>
                    <a:pt x="3475" y="1716"/>
                    <a:pt x="3468" y="1382"/>
                  </a:cubicBezTo>
                  <a:lnTo>
                    <a:pt x="3468" y="1277"/>
                  </a:lnTo>
                  <a:cubicBezTo>
                    <a:pt x="3478" y="1274"/>
                    <a:pt x="3489" y="1267"/>
                    <a:pt x="3499" y="1264"/>
                  </a:cubicBezTo>
                  <a:cubicBezTo>
                    <a:pt x="3555" y="1236"/>
                    <a:pt x="3600" y="1184"/>
                    <a:pt x="3642" y="1142"/>
                  </a:cubicBezTo>
                  <a:cubicBezTo>
                    <a:pt x="3799" y="982"/>
                    <a:pt x="3775" y="710"/>
                    <a:pt x="3615" y="564"/>
                  </a:cubicBezTo>
                  <a:cubicBezTo>
                    <a:pt x="3540" y="497"/>
                    <a:pt x="3442" y="459"/>
                    <a:pt x="3343" y="459"/>
                  </a:cubicBezTo>
                  <a:cubicBezTo>
                    <a:pt x="3335" y="459"/>
                    <a:pt x="3327" y="459"/>
                    <a:pt x="3319" y="459"/>
                  </a:cubicBezTo>
                  <a:cubicBezTo>
                    <a:pt x="3218" y="463"/>
                    <a:pt x="3127" y="508"/>
                    <a:pt x="3054" y="575"/>
                  </a:cubicBezTo>
                  <a:cubicBezTo>
                    <a:pt x="3019" y="599"/>
                    <a:pt x="2981" y="616"/>
                    <a:pt x="2949" y="641"/>
                  </a:cubicBezTo>
                  <a:cubicBezTo>
                    <a:pt x="2856" y="707"/>
                    <a:pt x="2789" y="790"/>
                    <a:pt x="2734" y="891"/>
                  </a:cubicBezTo>
                  <a:cubicBezTo>
                    <a:pt x="2716" y="940"/>
                    <a:pt x="2699" y="985"/>
                    <a:pt x="2681" y="1030"/>
                  </a:cubicBezTo>
                  <a:cubicBezTo>
                    <a:pt x="2664" y="1100"/>
                    <a:pt x="2660" y="1166"/>
                    <a:pt x="2657" y="1236"/>
                  </a:cubicBezTo>
                  <a:cubicBezTo>
                    <a:pt x="2654" y="1264"/>
                    <a:pt x="2654" y="1295"/>
                    <a:pt x="2654" y="1323"/>
                  </a:cubicBezTo>
                  <a:cubicBezTo>
                    <a:pt x="2650" y="1448"/>
                    <a:pt x="2657" y="1570"/>
                    <a:pt x="2664" y="1695"/>
                  </a:cubicBezTo>
                  <a:lnTo>
                    <a:pt x="2664" y="1716"/>
                  </a:lnTo>
                  <a:cubicBezTo>
                    <a:pt x="2549" y="1452"/>
                    <a:pt x="2430" y="1187"/>
                    <a:pt x="2316" y="919"/>
                  </a:cubicBezTo>
                  <a:cubicBezTo>
                    <a:pt x="2284" y="850"/>
                    <a:pt x="2253" y="776"/>
                    <a:pt x="2222" y="707"/>
                  </a:cubicBezTo>
                  <a:cubicBezTo>
                    <a:pt x="2173" y="591"/>
                    <a:pt x="2117" y="477"/>
                    <a:pt x="2054" y="369"/>
                  </a:cubicBezTo>
                  <a:cubicBezTo>
                    <a:pt x="2003" y="278"/>
                    <a:pt x="1929" y="188"/>
                    <a:pt x="1849" y="122"/>
                  </a:cubicBezTo>
                  <a:cubicBezTo>
                    <a:pt x="1758" y="48"/>
                    <a:pt x="1647" y="1"/>
                    <a:pt x="15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3"/>
            <p:cNvSpPr/>
            <p:nvPr/>
          </p:nvSpPr>
          <p:spPr>
            <a:xfrm>
              <a:off x="2209751" y="3562386"/>
              <a:ext cx="352049" cy="474400"/>
            </a:xfrm>
            <a:custGeom>
              <a:rect b="b" l="l" r="r" t="t"/>
              <a:pathLst>
                <a:path extrusionOk="0" h="10244" w="7602">
                  <a:moveTo>
                    <a:pt x="4825" y="1"/>
                  </a:moveTo>
                  <a:cubicBezTo>
                    <a:pt x="4723" y="1"/>
                    <a:pt x="4621" y="9"/>
                    <a:pt x="4521" y="20"/>
                  </a:cubicBezTo>
                  <a:cubicBezTo>
                    <a:pt x="4343" y="38"/>
                    <a:pt x="4169" y="65"/>
                    <a:pt x="3998" y="107"/>
                  </a:cubicBezTo>
                  <a:cubicBezTo>
                    <a:pt x="3981" y="111"/>
                    <a:pt x="3960" y="114"/>
                    <a:pt x="3942" y="118"/>
                  </a:cubicBezTo>
                  <a:cubicBezTo>
                    <a:pt x="3970" y="236"/>
                    <a:pt x="3994" y="355"/>
                    <a:pt x="4023" y="473"/>
                  </a:cubicBezTo>
                  <a:cubicBezTo>
                    <a:pt x="4148" y="442"/>
                    <a:pt x="4277" y="421"/>
                    <a:pt x="4409" y="400"/>
                  </a:cubicBezTo>
                  <a:cubicBezTo>
                    <a:pt x="4558" y="379"/>
                    <a:pt x="4709" y="365"/>
                    <a:pt x="4862" y="365"/>
                  </a:cubicBezTo>
                  <a:cubicBezTo>
                    <a:pt x="4910" y="369"/>
                    <a:pt x="4955" y="372"/>
                    <a:pt x="5004" y="379"/>
                  </a:cubicBezTo>
                  <a:cubicBezTo>
                    <a:pt x="5046" y="382"/>
                    <a:pt x="5085" y="393"/>
                    <a:pt x="5126" y="403"/>
                  </a:cubicBezTo>
                  <a:cubicBezTo>
                    <a:pt x="5182" y="424"/>
                    <a:pt x="5234" y="448"/>
                    <a:pt x="5286" y="477"/>
                  </a:cubicBezTo>
                  <a:cubicBezTo>
                    <a:pt x="5352" y="522"/>
                    <a:pt x="5415" y="567"/>
                    <a:pt x="5471" y="623"/>
                  </a:cubicBezTo>
                  <a:cubicBezTo>
                    <a:pt x="5492" y="647"/>
                    <a:pt x="5516" y="675"/>
                    <a:pt x="5537" y="699"/>
                  </a:cubicBezTo>
                  <a:cubicBezTo>
                    <a:pt x="5558" y="727"/>
                    <a:pt x="5575" y="758"/>
                    <a:pt x="5593" y="787"/>
                  </a:cubicBezTo>
                  <a:cubicBezTo>
                    <a:pt x="5652" y="904"/>
                    <a:pt x="5701" y="1023"/>
                    <a:pt x="5746" y="1148"/>
                  </a:cubicBezTo>
                  <a:cubicBezTo>
                    <a:pt x="5795" y="1277"/>
                    <a:pt x="5843" y="1406"/>
                    <a:pt x="5892" y="1535"/>
                  </a:cubicBezTo>
                  <a:cubicBezTo>
                    <a:pt x="5986" y="1789"/>
                    <a:pt x="6059" y="2050"/>
                    <a:pt x="6125" y="2312"/>
                  </a:cubicBezTo>
                  <a:cubicBezTo>
                    <a:pt x="6167" y="2479"/>
                    <a:pt x="6205" y="2649"/>
                    <a:pt x="6244" y="2816"/>
                  </a:cubicBezTo>
                  <a:cubicBezTo>
                    <a:pt x="6282" y="2997"/>
                    <a:pt x="6327" y="3178"/>
                    <a:pt x="6366" y="3360"/>
                  </a:cubicBezTo>
                  <a:cubicBezTo>
                    <a:pt x="6408" y="3544"/>
                    <a:pt x="6446" y="3728"/>
                    <a:pt x="6488" y="3913"/>
                  </a:cubicBezTo>
                  <a:cubicBezTo>
                    <a:pt x="6526" y="4094"/>
                    <a:pt x="6568" y="4275"/>
                    <a:pt x="6606" y="4453"/>
                  </a:cubicBezTo>
                  <a:cubicBezTo>
                    <a:pt x="6644" y="4644"/>
                    <a:pt x="6679" y="4832"/>
                    <a:pt x="6718" y="5020"/>
                  </a:cubicBezTo>
                  <a:cubicBezTo>
                    <a:pt x="6759" y="5219"/>
                    <a:pt x="6804" y="5414"/>
                    <a:pt x="6846" y="5608"/>
                  </a:cubicBezTo>
                  <a:cubicBezTo>
                    <a:pt x="6926" y="5981"/>
                    <a:pt x="7031" y="6347"/>
                    <a:pt x="7090" y="6723"/>
                  </a:cubicBezTo>
                  <a:cubicBezTo>
                    <a:pt x="7121" y="6911"/>
                    <a:pt x="7153" y="7099"/>
                    <a:pt x="7180" y="7287"/>
                  </a:cubicBezTo>
                  <a:cubicBezTo>
                    <a:pt x="7205" y="7472"/>
                    <a:pt x="7229" y="7660"/>
                    <a:pt x="7232" y="7848"/>
                  </a:cubicBezTo>
                  <a:cubicBezTo>
                    <a:pt x="7229" y="7882"/>
                    <a:pt x="7229" y="7917"/>
                    <a:pt x="7222" y="7952"/>
                  </a:cubicBezTo>
                  <a:cubicBezTo>
                    <a:pt x="7216" y="7994"/>
                    <a:pt x="7205" y="8036"/>
                    <a:pt x="7195" y="8073"/>
                  </a:cubicBezTo>
                  <a:cubicBezTo>
                    <a:pt x="7177" y="8123"/>
                    <a:pt x="7160" y="8171"/>
                    <a:pt x="7139" y="8220"/>
                  </a:cubicBezTo>
                  <a:cubicBezTo>
                    <a:pt x="7121" y="8258"/>
                    <a:pt x="7100" y="8296"/>
                    <a:pt x="7076" y="8335"/>
                  </a:cubicBezTo>
                  <a:cubicBezTo>
                    <a:pt x="7052" y="8373"/>
                    <a:pt x="7028" y="8415"/>
                    <a:pt x="6999" y="8449"/>
                  </a:cubicBezTo>
                  <a:cubicBezTo>
                    <a:pt x="6965" y="8495"/>
                    <a:pt x="6930" y="8537"/>
                    <a:pt x="6891" y="8575"/>
                  </a:cubicBezTo>
                  <a:cubicBezTo>
                    <a:pt x="6832" y="8627"/>
                    <a:pt x="6769" y="8672"/>
                    <a:pt x="6700" y="8711"/>
                  </a:cubicBezTo>
                  <a:cubicBezTo>
                    <a:pt x="6536" y="8794"/>
                    <a:pt x="6369" y="8864"/>
                    <a:pt x="6195" y="8927"/>
                  </a:cubicBezTo>
                  <a:cubicBezTo>
                    <a:pt x="6017" y="8986"/>
                    <a:pt x="5840" y="9034"/>
                    <a:pt x="5662" y="9090"/>
                  </a:cubicBezTo>
                  <a:cubicBezTo>
                    <a:pt x="5477" y="9146"/>
                    <a:pt x="5297" y="9209"/>
                    <a:pt x="5112" y="9272"/>
                  </a:cubicBezTo>
                  <a:cubicBezTo>
                    <a:pt x="4938" y="9331"/>
                    <a:pt x="4764" y="9397"/>
                    <a:pt x="4587" y="9452"/>
                  </a:cubicBezTo>
                  <a:cubicBezTo>
                    <a:pt x="4420" y="9501"/>
                    <a:pt x="4252" y="9557"/>
                    <a:pt x="4085" y="9613"/>
                  </a:cubicBezTo>
                  <a:cubicBezTo>
                    <a:pt x="3918" y="9669"/>
                    <a:pt x="3744" y="9714"/>
                    <a:pt x="3573" y="9759"/>
                  </a:cubicBezTo>
                  <a:cubicBezTo>
                    <a:pt x="3469" y="9783"/>
                    <a:pt x="3367" y="9807"/>
                    <a:pt x="3263" y="9828"/>
                  </a:cubicBezTo>
                  <a:cubicBezTo>
                    <a:pt x="3124" y="9857"/>
                    <a:pt x="2988" y="9881"/>
                    <a:pt x="2845" y="9884"/>
                  </a:cubicBezTo>
                  <a:cubicBezTo>
                    <a:pt x="2787" y="9881"/>
                    <a:pt x="2731" y="9874"/>
                    <a:pt x="2671" y="9860"/>
                  </a:cubicBezTo>
                  <a:cubicBezTo>
                    <a:pt x="2636" y="9846"/>
                    <a:pt x="2605" y="9836"/>
                    <a:pt x="2570" y="9818"/>
                  </a:cubicBezTo>
                  <a:cubicBezTo>
                    <a:pt x="2539" y="9797"/>
                    <a:pt x="2511" y="9770"/>
                    <a:pt x="2483" y="9745"/>
                  </a:cubicBezTo>
                  <a:cubicBezTo>
                    <a:pt x="2445" y="9703"/>
                    <a:pt x="2417" y="9658"/>
                    <a:pt x="2390" y="9609"/>
                  </a:cubicBezTo>
                  <a:cubicBezTo>
                    <a:pt x="2306" y="9449"/>
                    <a:pt x="2239" y="9282"/>
                    <a:pt x="2181" y="9111"/>
                  </a:cubicBezTo>
                  <a:cubicBezTo>
                    <a:pt x="2114" y="8927"/>
                    <a:pt x="2059" y="8742"/>
                    <a:pt x="2003" y="8558"/>
                  </a:cubicBezTo>
                  <a:cubicBezTo>
                    <a:pt x="1895" y="8185"/>
                    <a:pt x="1794" y="7809"/>
                    <a:pt x="1690" y="7437"/>
                  </a:cubicBezTo>
                  <a:cubicBezTo>
                    <a:pt x="1585" y="7078"/>
                    <a:pt x="1481" y="6720"/>
                    <a:pt x="1380" y="6360"/>
                  </a:cubicBezTo>
                  <a:cubicBezTo>
                    <a:pt x="1272" y="5992"/>
                    <a:pt x="1167" y="5626"/>
                    <a:pt x="1070" y="5253"/>
                  </a:cubicBezTo>
                  <a:cubicBezTo>
                    <a:pt x="1021" y="5058"/>
                    <a:pt x="976" y="4864"/>
                    <a:pt x="927" y="4668"/>
                  </a:cubicBezTo>
                  <a:lnTo>
                    <a:pt x="770" y="4073"/>
                  </a:lnTo>
                  <a:cubicBezTo>
                    <a:pt x="725" y="3889"/>
                    <a:pt x="680" y="3700"/>
                    <a:pt x="631" y="3516"/>
                  </a:cubicBezTo>
                  <a:cubicBezTo>
                    <a:pt x="589" y="3349"/>
                    <a:pt x="544" y="3189"/>
                    <a:pt x="502" y="3022"/>
                  </a:cubicBezTo>
                  <a:cubicBezTo>
                    <a:pt x="468" y="2876"/>
                    <a:pt x="436" y="2725"/>
                    <a:pt x="409" y="2572"/>
                  </a:cubicBezTo>
                  <a:cubicBezTo>
                    <a:pt x="394" y="2496"/>
                    <a:pt x="384" y="2416"/>
                    <a:pt x="373" y="2339"/>
                  </a:cubicBezTo>
                  <a:cubicBezTo>
                    <a:pt x="367" y="2277"/>
                    <a:pt x="363" y="2211"/>
                    <a:pt x="363" y="2148"/>
                  </a:cubicBezTo>
                  <a:cubicBezTo>
                    <a:pt x="370" y="2057"/>
                    <a:pt x="380" y="1967"/>
                    <a:pt x="405" y="1876"/>
                  </a:cubicBezTo>
                  <a:cubicBezTo>
                    <a:pt x="429" y="1803"/>
                    <a:pt x="464" y="1733"/>
                    <a:pt x="502" y="1667"/>
                  </a:cubicBezTo>
                  <a:cubicBezTo>
                    <a:pt x="537" y="1611"/>
                    <a:pt x="576" y="1563"/>
                    <a:pt x="621" y="1514"/>
                  </a:cubicBezTo>
                  <a:cubicBezTo>
                    <a:pt x="669" y="1472"/>
                    <a:pt x="722" y="1434"/>
                    <a:pt x="777" y="1403"/>
                  </a:cubicBezTo>
                  <a:cubicBezTo>
                    <a:pt x="907" y="1333"/>
                    <a:pt x="1049" y="1291"/>
                    <a:pt x="1188" y="1246"/>
                  </a:cubicBezTo>
                  <a:cubicBezTo>
                    <a:pt x="1265" y="1218"/>
                    <a:pt x="1341" y="1190"/>
                    <a:pt x="1418" y="1158"/>
                  </a:cubicBezTo>
                  <a:cubicBezTo>
                    <a:pt x="1411" y="1121"/>
                    <a:pt x="1400" y="1082"/>
                    <a:pt x="1390" y="1044"/>
                  </a:cubicBezTo>
                  <a:cubicBezTo>
                    <a:pt x="1373" y="964"/>
                    <a:pt x="1355" y="884"/>
                    <a:pt x="1338" y="803"/>
                  </a:cubicBezTo>
                  <a:cubicBezTo>
                    <a:pt x="1254" y="832"/>
                    <a:pt x="1171" y="863"/>
                    <a:pt x="1090" y="894"/>
                  </a:cubicBezTo>
                  <a:cubicBezTo>
                    <a:pt x="1004" y="925"/>
                    <a:pt x="917" y="954"/>
                    <a:pt x="830" y="985"/>
                  </a:cubicBezTo>
                  <a:cubicBezTo>
                    <a:pt x="781" y="1002"/>
                    <a:pt x="732" y="1023"/>
                    <a:pt x="683" y="1044"/>
                  </a:cubicBezTo>
                  <a:cubicBezTo>
                    <a:pt x="597" y="1082"/>
                    <a:pt x="516" y="1134"/>
                    <a:pt x="443" y="1190"/>
                  </a:cubicBezTo>
                  <a:cubicBezTo>
                    <a:pt x="335" y="1270"/>
                    <a:pt x="255" y="1378"/>
                    <a:pt x="185" y="1493"/>
                  </a:cubicBezTo>
                  <a:cubicBezTo>
                    <a:pt x="155" y="1545"/>
                    <a:pt x="123" y="1601"/>
                    <a:pt x="99" y="1660"/>
                  </a:cubicBezTo>
                  <a:cubicBezTo>
                    <a:pt x="67" y="1730"/>
                    <a:pt x="46" y="1806"/>
                    <a:pt x="29" y="1883"/>
                  </a:cubicBezTo>
                  <a:cubicBezTo>
                    <a:pt x="4" y="2002"/>
                    <a:pt x="1" y="2124"/>
                    <a:pt x="1" y="2245"/>
                  </a:cubicBezTo>
                  <a:cubicBezTo>
                    <a:pt x="4" y="2367"/>
                    <a:pt x="25" y="2492"/>
                    <a:pt x="46" y="2611"/>
                  </a:cubicBezTo>
                  <a:cubicBezTo>
                    <a:pt x="67" y="2736"/>
                    <a:pt x="92" y="2862"/>
                    <a:pt x="123" y="2987"/>
                  </a:cubicBezTo>
                  <a:cubicBezTo>
                    <a:pt x="182" y="3241"/>
                    <a:pt x="255" y="3492"/>
                    <a:pt x="317" y="3742"/>
                  </a:cubicBezTo>
                  <a:cubicBezTo>
                    <a:pt x="363" y="3927"/>
                    <a:pt x="409" y="4115"/>
                    <a:pt x="457" y="4300"/>
                  </a:cubicBezTo>
                  <a:cubicBezTo>
                    <a:pt x="499" y="4463"/>
                    <a:pt x="541" y="4623"/>
                    <a:pt x="586" y="4787"/>
                  </a:cubicBezTo>
                  <a:cubicBezTo>
                    <a:pt x="627" y="4968"/>
                    <a:pt x="673" y="5149"/>
                    <a:pt x="719" y="5330"/>
                  </a:cubicBezTo>
                  <a:cubicBezTo>
                    <a:pt x="767" y="5529"/>
                    <a:pt x="823" y="5727"/>
                    <a:pt x="878" y="5922"/>
                  </a:cubicBezTo>
                  <a:cubicBezTo>
                    <a:pt x="986" y="6302"/>
                    <a:pt x="1095" y="6681"/>
                    <a:pt x="1202" y="7061"/>
                  </a:cubicBezTo>
                  <a:cubicBezTo>
                    <a:pt x="1310" y="7437"/>
                    <a:pt x="1418" y="7813"/>
                    <a:pt x="1522" y="8189"/>
                  </a:cubicBezTo>
                  <a:cubicBezTo>
                    <a:pt x="1575" y="8373"/>
                    <a:pt x="1627" y="8558"/>
                    <a:pt x="1683" y="8738"/>
                  </a:cubicBezTo>
                  <a:cubicBezTo>
                    <a:pt x="1731" y="8916"/>
                    <a:pt x="1787" y="9094"/>
                    <a:pt x="1850" y="9264"/>
                  </a:cubicBezTo>
                  <a:cubicBezTo>
                    <a:pt x="1881" y="9352"/>
                    <a:pt x="1913" y="9439"/>
                    <a:pt x="1947" y="9522"/>
                  </a:cubicBezTo>
                  <a:cubicBezTo>
                    <a:pt x="1989" y="9623"/>
                    <a:pt x="2038" y="9720"/>
                    <a:pt x="2090" y="9815"/>
                  </a:cubicBezTo>
                  <a:cubicBezTo>
                    <a:pt x="2125" y="9870"/>
                    <a:pt x="2156" y="9923"/>
                    <a:pt x="2202" y="9971"/>
                  </a:cubicBezTo>
                  <a:cubicBezTo>
                    <a:pt x="2229" y="10003"/>
                    <a:pt x="2257" y="10027"/>
                    <a:pt x="2285" y="10055"/>
                  </a:cubicBezTo>
                  <a:cubicBezTo>
                    <a:pt x="2330" y="10096"/>
                    <a:pt x="2382" y="10128"/>
                    <a:pt x="2438" y="10156"/>
                  </a:cubicBezTo>
                  <a:cubicBezTo>
                    <a:pt x="2498" y="10191"/>
                    <a:pt x="2567" y="10204"/>
                    <a:pt x="2633" y="10222"/>
                  </a:cubicBezTo>
                  <a:cubicBezTo>
                    <a:pt x="2682" y="10236"/>
                    <a:pt x="2734" y="10239"/>
                    <a:pt x="2787" y="10243"/>
                  </a:cubicBezTo>
                  <a:cubicBezTo>
                    <a:pt x="2804" y="10243"/>
                    <a:pt x="2821" y="10243"/>
                    <a:pt x="2839" y="10243"/>
                  </a:cubicBezTo>
                  <a:cubicBezTo>
                    <a:pt x="2919" y="10243"/>
                    <a:pt x="3002" y="10238"/>
                    <a:pt x="3083" y="10229"/>
                  </a:cubicBezTo>
                  <a:cubicBezTo>
                    <a:pt x="3176" y="10218"/>
                    <a:pt x="3271" y="10198"/>
                    <a:pt x="3364" y="10177"/>
                  </a:cubicBezTo>
                  <a:cubicBezTo>
                    <a:pt x="3455" y="10159"/>
                    <a:pt x="3545" y="10138"/>
                    <a:pt x="3632" y="10114"/>
                  </a:cubicBezTo>
                  <a:cubicBezTo>
                    <a:pt x="3820" y="10069"/>
                    <a:pt x="4008" y="10020"/>
                    <a:pt x="4193" y="9961"/>
                  </a:cubicBezTo>
                  <a:cubicBezTo>
                    <a:pt x="4364" y="9902"/>
                    <a:pt x="4537" y="9846"/>
                    <a:pt x="4709" y="9791"/>
                  </a:cubicBezTo>
                  <a:cubicBezTo>
                    <a:pt x="4886" y="9738"/>
                    <a:pt x="5060" y="9672"/>
                    <a:pt x="5234" y="9613"/>
                  </a:cubicBezTo>
                  <a:cubicBezTo>
                    <a:pt x="5419" y="9550"/>
                    <a:pt x="5607" y="9487"/>
                    <a:pt x="5795" y="9428"/>
                  </a:cubicBezTo>
                  <a:cubicBezTo>
                    <a:pt x="5861" y="9407"/>
                    <a:pt x="5930" y="9386"/>
                    <a:pt x="5996" y="9365"/>
                  </a:cubicBezTo>
                  <a:cubicBezTo>
                    <a:pt x="6104" y="9334"/>
                    <a:pt x="6213" y="9303"/>
                    <a:pt x="6317" y="9268"/>
                  </a:cubicBezTo>
                  <a:cubicBezTo>
                    <a:pt x="6501" y="9201"/>
                    <a:pt x="6679" y="9132"/>
                    <a:pt x="6850" y="9042"/>
                  </a:cubicBezTo>
                  <a:cubicBezTo>
                    <a:pt x="6898" y="9018"/>
                    <a:pt x="6944" y="8989"/>
                    <a:pt x="6989" y="8958"/>
                  </a:cubicBezTo>
                  <a:cubicBezTo>
                    <a:pt x="7065" y="8909"/>
                    <a:pt x="7132" y="8846"/>
                    <a:pt x="7198" y="8780"/>
                  </a:cubicBezTo>
                  <a:cubicBezTo>
                    <a:pt x="7261" y="8714"/>
                    <a:pt x="7312" y="8637"/>
                    <a:pt x="7362" y="8561"/>
                  </a:cubicBezTo>
                  <a:cubicBezTo>
                    <a:pt x="7417" y="8474"/>
                    <a:pt x="7466" y="8383"/>
                    <a:pt x="7504" y="8290"/>
                  </a:cubicBezTo>
                  <a:cubicBezTo>
                    <a:pt x="7525" y="8237"/>
                    <a:pt x="7539" y="8182"/>
                    <a:pt x="7556" y="8129"/>
                  </a:cubicBezTo>
                  <a:cubicBezTo>
                    <a:pt x="7567" y="8088"/>
                    <a:pt x="7577" y="8042"/>
                    <a:pt x="7581" y="8001"/>
                  </a:cubicBezTo>
                  <a:cubicBezTo>
                    <a:pt x="7602" y="7798"/>
                    <a:pt x="7587" y="7600"/>
                    <a:pt x="7560" y="7401"/>
                  </a:cubicBezTo>
                  <a:cubicBezTo>
                    <a:pt x="7536" y="7210"/>
                    <a:pt x="7508" y="7019"/>
                    <a:pt x="7476" y="6827"/>
                  </a:cubicBezTo>
                  <a:cubicBezTo>
                    <a:pt x="7459" y="6733"/>
                    <a:pt x="7445" y="6639"/>
                    <a:pt x="7428" y="6545"/>
                  </a:cubicBezTo>
                  <a:cubicBezTo>
                    <a:pt x="7407" y="6448"/>
                    <a:pt x="7386" y="6347"/>
                    <a:pt x="7365" y="6249"/>
                  </a:cubicBezTo>
                  <a:cubicBezTo>
                    <a:pt x="7323" y="6068"/>
                    <a:pt x="7282" y="5887"/>
                    <a:pt x="7240" y="5706"/>
                  </a:cubicBezTo>
                  <a:cubicBezTo>
                    <a:pt x="7195" y="5508"/>
                    <a:pt x="7153" y="5309"/>
                    <a:pt x="7107" y="5111"/>
                  </a:cubicBezTo>
                  <a:cubicBezTo>
                    <a:pt x="7065" y="4926"/>
                    <a:pt x="7031" y="4745"/>
                    <a:pt x="6996" y="4560"/>
                  </a:cubicBezTo>
                  <a:cubicBezTo>
                    <a:pt x="6957" y="4369"/>
                    <a:pt x="6916" y="4181"/>
                    <a:pt x="6874" y="3990"/>
                  </a:cubicBezTo>
                  <a:cubicBezTo>
                    <a:pt x="6794" y="3628"/>
                    <a:pt x="6714" y="3265"/>
                    <a:pt x="6631" y="2903"/>
                  </a:cubicBezTo>
                  <a:cubicBezTo>
                    <a:pt x="6592" y="2729"/>
                    <a:pt x="6557" y="2558"/>
                    <a:pt x="6515" y="2388"/>
                  </a:cubicBezTo>
                  <a:cubicBezTo>
                    <a:pt x="6470" y="2196"/>
                    <a:pt x="6418" y="2005"/>
                    <a:pt x="6366" y="1817"/>
                  </a:cubicBezTo>
                  <a:cubicBezTo>
                    <a:pt x="6313" y="1639"/>
                    <a:pt x="6255" y="1465"/>
                    <a:pt x="6188" y="1291"/>
                  </a:cubicBezTo>
                  <a:lnTo>
                    <a:pt x="6094" y="1041"/>
                  </a:lnTo>
                  <a:cubicBezTo>
                    <a:pt x="6059" y="954"/>
                    <a:pt x="6031" y="866"/>
                    <a:pt x="5993" y="782"/>
                  </a:cubicBezTo>
                  <a:cubicBezTo>
                    <a:pt x="5951" y="689"/>
                    <a:pt x="5903" y="602"/>
                    <a:pt x="5850" y="515"/>
                  </a:cubicBezTo>
                  <a:cubicBezTo>
                    <a:pt x="5798" y="432"/>
                    <a:pt x="5721" y="358"/>
                    <a:pt x="5649" y="292"/>
                  </a:cubicBezTo>
                  <a:cubicBezTo>
                    <a:pt x="5569" y="223"/>
                    <a:pt x="5477" y="167"/>
                    <a:pt x="5387" y="118"/>
                  </a:cubicBezTo>
                  <a:cubicBezTo>
                    <a:pt x="5345" y="97"/>
                    <a:pt x="5304" y="83"/>
                    <a:pt x="5259" y="69"/>
                  </a:cubicBezTo>
                  <a:cubicBezTo>
                    <a:pt x="5206" y="48"/>
                    <a:pt x="5151" y="35"/>
                    <a:pt x="5091" y="24"/>
                  </a:cubicBezTo>
                  <a:cubicBezTo>
                    <a:pt x="5004" y="7"/>
                    <a:pt x="4914" y="1"/>
                    <a:pt x="48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3"/>
            <p:cNvSpPr/>
            <p:nvPr/>
          </p:nvSpPr>
          <p:spPr>
            <a:xfrm>
              <a:off x="2260554" y="3500099"/>
              <a:ext cx="148887" cy="155694"/>
            </a:xfrm>
            <a:custGeom>
              <a:rect b="b" l="l" r="r" t="t"/>
              <a:pathLst>
                <a:path extrusionOk="0" h="3362" w="3215">
                  <a:moveTo>
                    <a:pt x="1111" y="363"/>
                  </a:moveTo>
                  <a:cubicBezTo>
                    <a:pt x="1136" y="366"/>
                    <a:pt x="1163" y="369"/>
                    <a:pt x="1188" y="373"/>
                  </a:cubicBezTo>
                  <a:cubicBezTo>
                    <a:pt x="1209" y="384"/>
                    <a:pt x="1226" y="390"/>
                    <a:pt x="1247" y="401"/>
                  </a:cubicBezTo>
                  <a:cubicBezTo>
                    <a:pt x="1268" y="414"/>
                    <a:pt x="1289" y="429"/>
                    <a:pt x="1306" y="446"/>
                  </a:cubicBezTo>
                  <a:cubicBezTo>
                    <a:pt x="1320" y="464"/>
                    <a:pt x="1335" y="481"/>
                    <a:pt x="1345" y="498"/>
                  </a:cubicBezTo>
                  <a:cubicBezTo>
                    <a:pt x="1369" y="544"/>
                    <a:pt x="1386" y="592"/>
                    <a:pt x="1401" y="641"/>
                  </a:cubicBezTo>
                  <a:cubicBezTo>
                    <a:pt x="1428" y="777"/>
                    <a:pt x="1449" y="912"/>
                    <a:pt x="1484" y="1049"/>
                  </a:cubicBezTo>
                  <a:cubicBezTo>
                    <a:pt x="1498" y="1108"/>
                    <a:pt x="1515" y="1171"/>
                    <a:pt x="1543" y="1226"/>
                  </a:cubicBezTo>
                  <a:cubicBezTo>
                    <a:pt x="1581" y="1306"/>
                    <a:pt x="1644" y="1372"/>
                    <a:pt x="1732" y="1404"/>
                  </a:cubicBezTo>
                  <a:cubicBezTo>
                    <a:pt x="1774" y="1421"/>
                    <a:pt x="1821" y="1426"/>
                    <a:pt x="1868" y="1426"/>
                  </a:cubicBezTo>
                  <a:cubicBezTo>
                    <a:pt x="1885" y="1426"/>
                    <a:pt x="1903" y="1426"/>
                    <a:pt x="1920" y="1425"/>
                  </a:cubicBezTo>
                  <a:cubicBezTo>
                    <a:pt x="2052" y="1414"/>
                    <a:pt x="2177" y="1375"/>
                    <a:pt x="2306" y="1348"/>
                  </a:cubicBezTo>
                  <a:cubicBezTo>
                    <a:pt x="2407" y="1324"/>
                    <a:pt x="2508" y="1296"/>
                    <a:pt x="2612" y="1285"/>
                  </a:cubicBezTo>
                  <a:cubicBezTo>
                    <a:pt x="2626" y="1351"/>
                    <a:pt x="2640" y="1417"/>
                    <a:pt x="2654" y="1484"/>
                  </a:cubicBezTo>
                  <a:cubicBezTo>
                    <a:pt x="2675" y="1592"/>
                    <a:pt x="2706" y="1696"/>
                    <a:pt x="2727" y="1804"/>
                  </a:cubicBezTo>
                  <a:cubicBezTo>
                    <a:pt x="2755" y="1919"/>
                    <a:pt x="2779" y="2037"/>
                    <a:pt x="2807" y="2153"/>
                  </a:cubicBezTo>
                  <a:cubicBezTo>
                    <a:pt x="2828" y="2249"/>
                    <a:pt x="2849" y="2351"/>
                    <a:pt x="2849" y="2452"/>
                  </a:cubicBezTo>
                  <a:cubicBezTo>
                    <a:pt x="2800" y="2469"/>
                    <a:pt x="2748" y="2483"/>
                    <a:pt x="2696" y="2497"/>
                  </a:cubicBezTo>
                  <a:lnTo>
                    <a:pt x="2476" y="2559"/>
                  </a:lnTo>
                  <a:cubicBezTo>
                    <a:pt x="2320" y="2605"/>
                    <a:pt x="2163" y="2643"/>
                    <a:pt x="2006" y="2685"/>
                  </a:cubicBezTo>
                  <a:cubicBezTo>
                    <a:pt x="1703" y="2762"/>
                    <a:pt x="1404" y="2859"/>
                    <a:pt x="1101" y="2936"/>
                  </a:cubicBezTo>
                  <a:cubicBezTo>
                    <a:pt x="969" y="2971"/>
                    <a:pt x="837" y="2995"/>
                    <a:pt x="697" y="2998"/>
                  </a:cubicBezTo>
                  <a:cubicBezTo>
                    <a:pt x="673" y="2995"/>
                    <a:pt x="645" y="2995"/>
                    <a:pt x="620" y="2988"/>
                  </a:cubicBezTo>
                  <a:lnTo>
                    <a:pt x="617" y="2984"/>
                  </a:lnTo>
                  <a:cubicBezTo>
                    <a:pt x="603" y="2953"/>
                    <a:pt x="596" y="2921"/>
                    <a:pt x="586" y="2890"/>
                  </a:cubicBezTo>
                  <a:cubicBezTo>
                    <a:pt x="554" y="2751"/>
                    <a:pt x="523" y="2612"/>
                    <a:pt x="491" y="2469"/>
                  </a:cubicBezTo>
                  <a:cubicBezTo>
                    <a:pt x="457" y="2312"/>
                    <a:pt x="422" y="2153"/>
                    <a:pt x="390" y="1992"/>
                  </a:cubicBezTo>
                  <a:cubicBezTo>
                    <a:pt x="398" y="1950"/>
                    <a:pt x="390" y="1909"/>
                    <a:pt x="369" y="1873"/>
                  </a:cubicBezTo>
                  <a:cubicBezTo>
                    <a:pt x="390" y="1867"/>
                    <a:pt x="415" y="1860"/>
                    <a:pt x="436" y="1853"/>
                  </a:cubicBezTo>
                  <a:cubicBezTo>
                    <a:pt x="541" y="1828"/>
                    <a:pt x="652" y="1811"/>
                    <a:pt x="750" y="1769"/>
                  </a:cubicBezTo>
                  <a:cubicBezTo>
                    <a:pt x="927" y="1696"/>
                    <a:pt x="1014" y="1512"/>
                    <a:pt x="1025" y="1330"/>
                  </a:cubicBezTo>
                  <a:cubicBezTo>
                    <a:pt x="1042" y="1094"/>
                    <a:pt x="969" y="861"/>
                    <a:pt x="965" y="623"/>
                  </a:cubicBezTo>
                  <a:cubicBezTo>
                    <a:pt x="972" y="575"/>
                    <a:pt x="979" y="526"/>
                    <a:pt x="989" y="477"/>
                  </a:cubicBezTo>
                  <a:cubicBezTo>
                    <a:pt x="996" y="460"/>
                    <a:pt x="1004" y="446"/>
                    <a:pt x="1010" y="429"/>
                  </a:cubicBezTo>
                  <a:cubicBezTo>
                    <a:pt x="1017" y="419"/>
                    <a:pt x="1025" y="408"/>
                    <a:pt x="1035" y="401"/>
                  </a:cubicBezTo>
                  <a:cubicBezTo>
                    <a:pt x="1045" y="390"/>
                    <a:pt x="1059" y="384"/>
                    <a:pt x="1070" y="373"/>
                  </a:cubicBezTo>
                  <a:cubicBezTo>
                    <a:pt x="1076" y="369"/>
                    <a:pt x="1084" y="369"/>
                    <a:pt x="1091" y="366"/>
                  </a:cubicBezTo>
                  <a:cubicBezTo>
                    <a:pt x="1097" y="366"/>
                    <a:pt x="1105" y="363"/>
                    <a:pt x="1111" y="363"/>
                  </a:cubicBezTo>
                  <a:close/>
                  <a:moveTo>
                    <a:pt x="631" y="2998"/>
                  </a:moveTo>
                  <a:lnTo>
                    <a:pt x="631" y="2998"/>
                  </a:lnTo>
                  <a:cubicBezTo>
                    <a:pt x="634" y="3002"/>
                    <a:pt x="638" y="3002"/>
                    <a:pt x="645" y="3005"/>
                  </a:cubicBezTo>
                  <a:cubicBezTo>
                    <a:pt x="638" y="3005"/>
                    <a:pt x="634" y="3002"/>
                    <a:pt x="631" y="2998"/>
                  </a:cubicBezTo>
                  <a:close/>
                  <a:moveTo>
                    <a:pt x="1087" y="1"/>
                  </a:moveTo>
                  <a:cubicBezTo>
                    <a:pt x="1055" y="4"/>
                    <a:pt x="1021" y="7"/>
                    <a:pt x="989" y="18"/>
                  </a:cubicBezTo>
                  <a:cubicBezTo>
                    <a:pt x="986" y="18"/>
                    <a:pt x="983" y="18"/>
                    <a:pt x="979" y="22"/>
                  </a:cubicBezTo>
                  <a:cubicBezTo>
                    <a:pt x="944" y="32"/>
                    <a:pt x="913" y="49"/>
                    <a:pt x="878" y="70"/>
                  </a:cubicBezTo>
                  <a:cubicBezTo>
                    <a:pt x="624" y="213"/>
                    <a:pt x="583" y="533"/>
                    <a:pt x="613" y="798"/>
                  </a:cubicBezTo>
                  <a:cubicBezTo>
                    <a:pt x="628" y="954"/>
                    <a:pt x="666" y="1108"/>
                    <a:pt x="666" y="1264"/>
                  </a:cubicBezTo>
                  <a:cubicBezTo>
                    <a:pt x="666" y="1299"/>
                    <a:pt x="662" y="1330"/>
                    <a:pt x="655" y="1362"/>
                  </a:cubicBezTo>
                  <a:cubicBezTo>
                    <a:pt x="649" y="1380"/>
                    <a:pt x="641" y="1396"/>
                    <a:pt x="634" y="1410"/>
                  </a:cubicBezTo>
                  <a:cubicBezTo>
                    <a:pt x="631" y="1417"/>
                    <a:pt x="628" y="1421"/>
                    <a:pt x="624" y="1425"/>
                  </a:cubicBezTo>
                  <a:cubicBezTo>
                    <a:pt x="620" y="1428"/>
                    <a:pt x="617" y="1428"/>
                    <a:pt x="617" y="1431"/>
                  </a:cubicBezTo>
                  <a:cubicBezTo>
                    <a:pt x="583" y="1446"/>
                    <a:pt x="547" y="1456"/>
                    <a:pt x="512" y="1463"/>
                  </a:cubicBezTo>
                  <a:cubicBezTo>
                    <a:pt x="464" y="1477"/>
                    <a:pt x="419" y="1487"/>
                    <a:pt x="369" y="1497"/>
                  </a:cubicBezTo>
                  <a:cubicBezTo>
                    <a:pt x="324" y="1508"/>
                    <a:pt x="279" y="1518"/>
                    <a:pt x="234" y="1536"/>
                  </a:cubicBezTo>
                  <a:cubicBezTo>
                    <a:pt x="223" y="1543"/>
                    <a:pt x="210" y="1547"/>
                    <a:pt x="196" y="1553"/>
                  </a:cubicBezTo>
                  <a:cubicBezTo>
                    <a:pt x="147" y="1581"/>
                    <a:pt x="115" y="1605"/>
                    <a:pt x="77" y="1647"/>
                  </a:cubicBezTo>
                  <a:cubicBezTo>
                    <a:pt x="39" y="1689"/>
                    <a:pt x="11" y="1756"/>
                    <a:pt x="4" y="1811"/>
                  </a:cubicBezTo>
                  <a:cubicBezTo>
                    <a:pt x="1" y="1843"/>
                    <a:pt x="1" y="1873"/>
                    <a:pt x="4" y="1905"/>
                  </a:cubicBezTo>
                  <a:cubicBezTo>
                    <a:pt x="8" y="1936"/>
                    <a:pt x="11" y="1968"/>
                    <a:pt x="22" y="1995"/>
                  </a:cubicBezTo>
                  <a:cubicBezTo>
                    <a:pt x="56" y="2173"/>
                    <a:pt x="95" y="2347"/>
                    <a:pt x="133" y="2521"/>
                  </a:cubicBezTo>
                  <a:cubicBezTo>
                    <a:pt x="175" y="2699"/>
                    <a:pt x="206" y="2876"/>
                    <a:pt x="255" y="3047"/>
                  </a:cubicBezTo>
                  <a:cubicBezTo>
                    <a:pt x="279" y="3130"/>
                    <a:pt x="318" y="3210"/>
                    <a:pt x="384" y="3266"/>
                  </a:cubicBezTo>
                  <a:cubicBezTo>
                    <a:pt x="453" y="3326"/>
                    <a:pt x="541" y="3347"/>
                    <a:pt x="631" y="3357"/>
                  </a:cubicBezTo>
                  <a:cubicBezTo>
                    <a:pt x="659" y="3360"/>
                    <a:pt x="687" y="3361"/>
                    <a:pt x="716" y="3361"/>
                  </a:cubicBezTo>
                  <a:cubicBezTo>
                    <a:pt x="791" y="3361"/>
                    <a:pt x="868" y="3352"/>
                    <a:pt x="941" y="3339"/>
                  </a:cubicBezTo>
                  <a:cubicBezTo>
                    <a:pt x="1136" y="3308"/>
                    <a:pt x="1327" y="3252"/>
                    <a:pt x="1518" y="3197"/>
                  </a:cubicBezTo>
                  <a:cubicBezTo>
                    <a:pt x="1696" y="3144"/>
                    <a:pt x="1878" y="3093"/>
                    <a:pt x="2058" y="3043"/>
                  </a:cubicBezTo>
                  <a:cubicBezTo>
                    <a:pt x="2236" y="2995"/>
                    <a:pt x="2417" y="2950"/>
                    <a:pt x="2598" y="2900"/>
                  </a:cubicBezTo>
                  <a:cubicBezTo>
                    <a:pt x="2685" y="2876"/>
                    <a:pt x="2772" y="2852"/>
                    <a:pt x="2860" y="2828"/>
                  </a:cubicBezTo>
                  <a:cubicBezTo>
                    <a:pt x="2897" y="2817"/>
                    <a:pt x="2932" y="2803"/>
                    <a:pt x="2971" y="2793"/>
                  </a:cubicBezTo>
                  <a:cubicBezTo>
                    <a:pt x="2992" y="2786"/>
                    <a:pt x="3013" y="2779"/>
                    <a:pt x="3033" y="2768"/>
                  </a:cubicBezTo>
                  <a:cubicBezTo>
                    <a:pt x="3061" y="2754"/>
                    <a:pt x="3085" y="2741"/>
                    <a:pt x="3106" y="2723"/>
                  </a:cubicBezTo>
                  <a:cubicBezTo>
                    <a:pt x="3141" y="2692"/>
                    <a:pt x="3165" y="2661"/>
                    <a:pt x="3186" y="2619"/>
                  </a:cubicBezTo>
                  <a:cubicBezTo>
                    <a:pt x="3201" y="2591"/>
                    <a:pt x="3204" y="2545"/>
                    <a:pt x="3211" y="2514"/>
                  </a:cubicBezTo>
                  <a:cubicBezTo>
                    <a:pt x="3215" y="2487"/>
                    <a:pt x="3211" y="2455"/>
                    <a:pt x="3211" y="2427"/>
                  </a:cubicBezTo>
                  <a:lnTo>
                    <a:pt x="3211" y="2368"/>
                  </a:lnTo>
                  <a:cubicBezTo>
                    <a:pt x="3207" y="2326"/>
                    <a:pt x="3201" y="2285"/>
                    <a:pt x="3194" y="2243"/>
                  </a:cubicBezTo>
                  <a:cubicBezTo>
                    <a:pt x="3180" y="2163"/>
                    <a:pt x="3162" y="2082"/>
                    <a:pt x="3145" y="2006"/>
                  </a:cubicBezTo>
                  <a:cubicBezTo>
                    <a:pt x="3106" y="1846"/>
                    <a:pt x="3072" y="1682"/>
                    <a:pt x="3033" y="1522"/>
                  </a:cubicBezTo>
                  <a:cubicBezTo>
                    <a:pt x="3016" y="1452"/>
                    <a:pt x="3002" y="1380"/>
                    <a:pt x="2988" y="1306"/>
                  </a:cubicBezTo>
                  <a:cubicBezTo>
                    <a:pt x="2977" y="1268"/>
                    <a:pt x="2971" y="1229"/>
                    <a:pt x="2964" y="1192"/>
                  </a:cubicBezTo>
                  <a:cubicBezTo>
                    <a:pt x="2953" y="1150"/>
                    <a:pt x="2950" y="1108"/>
                    <a:pt x="2932" y="1070"/>
                  </a:cubicBezTo>
                  <a:cubicBezTo>
                    <a:pt x="2911" y="1031"/>
                    <a:pt x="2891" y="1004"/>
                    <a:pt x="2860" y="975"/>
                  </a:cubicBezTo>
                  <a:cubicBezTo>
                    <a:pt x="2818" y="944"/>
                    <a:pt x="2765" y="930"/>
                    <a:pt x="2717" y="923"/>
                  </a:cubicBezTo>
                  <a:cubicBezTo>
                    <a:pt x="2696" y="919"/>
                    <a:pt x="2676" y="918"/>
                    <a:pt x="2655" y="918"/>
                  </a:cubicBezTo>
                  <a:cubicBezTo>
                    <a:pt x="2620" y="918"/>
                    <a:pt x="2585" y="922"/>
                    <a:pt x="2550" y="927"/>
                  </a:cubicBezTo>
                  <a:cubicBezTo>
                    <a:pt x="2469" y="937"/>
                    <a:pt x="2386" y="958"/>
                    <a:pt x="2306" y="975"/>
                  </a:cubicBezTo>
                  <a:cubicBezTo>
                    <a:pt x="2163" y="1010"/>
                    <a:pt x="2016" y="1055"/>
                    <a:pt x="1867" y="1062"/>
                  </a:cubicBezTo>
                  <a:cubicBezTo>
                    <a:pt x="1849" y="1024"/>
                    <a:pt x="1839" y="983"/>
                    <a:pt x="1828" y="941"/>
                  </a:cubicBezTo>
                  <a:cubicBezTo>
                    <a:pt x="1790" y="766"/>
                    <a:pt x="1769" y="592"/>
                    <a:pt x="1711" y="425"/>
                  </a:cubicBezTo>
                  <a:cubicBezTo>
                    <a:pt x="1686" y="359"/>
                    <a:pt x="1648" y="293"/>
                    <a:pt x="1606" y="241"/>
                  </a:cubicBezTo>
                  <a:cubicBezTo>
                    <a:pt x="1571" y="192"/>
                    <a:pt x="1518" y="143"/>
                    <a:pt x="1467" y="112"/>
                  </a:cubicBezTo>
                  <a:cubicBezTo>
                    <a:pt x="1435" y="91"/>
                    <a:pt x="1407" y="73"/>
                    <a:pt x="1376" y="56"/>
                  </a:cubicBezTo>
                  <a:cubicBezTo>
                    <a:pt x="1324" y="32"/>
                    <a:pt x="1264" y="18"/>
                    <a:pt x="1209" y="7"/>
                  </a:cubicBezTo>
                  <a:cubicBezTo>
                    <a:pt x="1171" y="1"/>
                    <a:pt x="1126" y="1"/>
                    <a:pt x="1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3"/>
            <p:cNvSpPr/>
            <p:nvPr/>
          </p:nvSpPr>
          <p:spPr>
            <a:xfrm>
              <a:off x="2239112" y="3590218"/>
              <a:ext cx="291429" cy="413548"/>
            </a:xfrm>
            <a:custGeom>
              <a:rect b="b" l="l" r="r" t="t"/>
              <a:pathLst>
                <a:path extrusionOk="0" h="8930" w="6293">
                  <a:moveTo>
                    <a:pt x="4075" y="1"/>
                  </a:moveTo>
                  <a:cubicBezTo>
                    <a:pt x="3918" y="1"/>
                    <a:pt x="3761" y="39"/>
                    <a:pt x="3608" y="77"/>
                  </a:cubicBezTo>
                  <a:cubicBezTo>
                    <a:pt x="3521" y="81"/>
                    <a:pt x="3440" y="140"/>
                    <a:pt x="3427" y="231"/>
                  </a:cubicBezTo>
                  <a:cubicBezTo>
                    <a:pt x="3413" y="328"/>
                    <a:pt x="3479" y="429"/>
                    <a:pt x="3577" y="440"/>
                  </a:cubicBezTo>
                  <a:cubicBezTo>
                    <a:pt x="3588" y="441"/>
                    <a:pt x="3599" y="442"/>
                    <a:pt x="3609" y="442"/>
                  </a:cubicBezTo>
                  <a:cubicBezTo>
                    <a:pt x="3645" y="442"/>
                    <a:pt x="3674" y="434"/>
                    <a:pt x="3712" y="425"/>
                  </a:cubicBezTo>
                  <a:cubicBezTo>
                    <a:pt x="3726" y="422"/>
                    <a:pt x="3736" y="419"/>
                    <a:pt x="3750" y="415"/>
                  </a:cubicBezTo>
                  <a:cubicBezTo>
                    <a:pt x="3862" y="387"/>
                    <a:pt x="3977" y="366"/>
                    <a:pt x="4091" y="363"/>
                  </a:cubicBezTo>
                  <a:cubicBezTo>
                    <a:pt x="4126" y="366"/>
                    <a:pt x="4158" y="369"/>
                    <a:pt x="4189" y="377"/>
                  </a:cubicBezTo>
                  <a:cubicBezTo>
                    <a:pt x="4224" y="390"/>
                    <a:pt x="4259" y="405"/>
                    <a:pt x="4290" y="422"/>
                  </a:cubicBezTo>
                  <a:cubicBezTo>
                    <a:pt x="4332" y="450"/>
                    <a:pt x="4367" y="481"/>
                    <a:pt x="4401" y="512"/>
                  </a:cubicBezTo>
                  <a:cubicBezTo>
                    <a:pt x="4430" y="544"/>
                    <a:pt x="4451" y="572"/>
                    <a:pt x="4472" y="607"/>
                  </a:cubicBezTo>
                  <a:cubicBezTo>
                    <a:pt x="4541" y="746"/>
                    <a:pt x="4583" y="899"/>
                    <a:pt x="4621" y="1052"/>
                  </a:cubicBezTo>
                  <a:cubicBezTo>
                    <a:pt x="4681" y="1293"/>
                    <a:pt x="4729" y="1536"/>
                    <a:pt x="4781" y="1777"/>
                  </a:cubicBezTo>
                  <a:cubicBezTo>
                    <a:pt x="4840" y="2041"/>
                    <a:pt x="4903" y="2309"/>
                    <a:pt x="4969" y="2574"/>
                  </a:cubicBezTo>
                  <a:cubicBezTo>
                    <a:pt x="4965" y="2560"/>
                    <a:pt x="4962" y="2550"/>
                    <a:pt x="4962" y="2539"/>
                  </a:cubicBezTo>
                  <a:lnTo>
                    <a:pt x="4962" y="2539"/>
                  </a:lnTo>
                  <a:cubicBezTo>
                    <a:pt x="4994" y="2675"/>
                    <a:pt x="5028" y="2810"/>
                    <a:pt x="5063" y="2947"/>
                  </a:cubicBezTo>
                  <a:cubicBezTo>
                    <a:pt x="5240" y="3660"/>
                    <a:pt x="5383" y="4388"/>
                    <a:pt x="5561" y="5105"/>
                  </a:cubicBezTo>
                  <a:cubicBezTo>
                    <a:pt x="5603" y="5279"/>
                    <a:pt x="5648" y="5453"/>
                    <a:pt x="5687" y="5627"/>
                  </a:cubicBezTo>
                  <a:cubicBezTo>
                    <a:pt x="5732" y="5812"/>
                    <a:pt x="5767" y="5997"/>
                    <a:pt x="5801" y="6181"/>
                  </a:cubicBezTo>
                  <a:cubicBezTo>
                    <a:pt x="5836" y="6358"/>
                    <a:pt x="5875" y="6540"/>
                    <a:pt x="5892" y="6717"/>
                  </a:cubicBezTo>
                  <a:cubicBezTo>
                    <a:pt x="5909" y="6887"/>
                    <a:pt x="5923" y="7055"/>
                    <a:pt x="5923" y="7226"/>
                  </a:cubicBezTo>
                  <a:cubicBezTo>
                    <a:pt x="5920" y="7284"/>
                    <a:pt x="5913" y="7340"/>
                    <a:pt x="5902" y="7396"/>
                  </a:cubicBezTo>
                  <a:cubicBezTo>
                    <a:pt x="5896" y="7417"/>
                    <a:pt x="5885" y="7435"/>
                    <a:pt x="5878" y="7451"/>
                  </a:cubicBezTo>
                  <a:cubicBezTo>
                    <a:pt x="5864" y="7469"/>
                    <a:pt x="5854" y="7483"/>
                    <a:pt x="5840" y="7501"/>
                  </a:cubicBezTo>
                  <a:cubicBezTo>
                    <a:pt x="5801" y="7532"/>
                    <a:pt x="5763" y="7560"/>
                    <a:pt x="5721" y="7584"/>
                  </a:cubicBezTo>
                  <a:cubicBezTo>
                    <a:pt x="5575" y="7660"/>
                    <a:pt x="5418" y="7720"/>
                    <a:pt x="5261" y="7776"/>
                  </a:cubicBezTo>
                  <a:cubicBezTo>
                    <a:pt x="5098" y="7832"/>
                    <a:pt x="4941" y="7898"/>
                    <a:pt x="4774" y="7949"/>
                  </a:cubicBezTo>
                  <a:cubicBezTo>
                    <a:pt x="4597" y="8005"/>
                    <a:pt x="4416" y="8057"/>
                    <a:pt x="4238" y="8113"/>
                  </a:cubicBezTo>
                  <a:cubicBezTo>
                    <a:pt x="4060" y="8169"/>
                    <a:pt x="3882" y="8224"/>
                    <a:pt x="3709" y="8280"/>
                  </a:cubicBezTo>
                  <a:cubicBezTo>
                    <a:pt x="3608" y="8312"/>
                    <a:pt x="3511" y="8343"/>
                    <a:pt x="3413" y="8371"/>
                  </a:cubicBezTo>
                  <a:cubicBezTo>
                    <a:pt x="3318" y="8399"/>
                    <a:pt x="3225" y="8423"/>
                    <a:pt x="3130" y="8448"/>
                  </a:cubicBezTo>
                  <a:cubicBezTo>
                    <a:pt x="2911" y="8504"/>
                    <a:pt x="2692" y="8566"/>
                    <a:pt x="2466" y="8566"/>
                  </a:cubicBezTo>
                  <a:cubicBezTo>
                    <a:pt x="2431" y="8566"/>
                    <a:pt x="2396" y="8563"/>
                    <a:pt x="2362" y="8552"/>
                  </a:cubicBezTo>
                  <a:cubicBezTo>
                    <a:pt x="2330" y="8542"/>
                    <a:pt x="2302" y="8528"/>
                    <a:pt x="2278" y="8514"/>
                  </a:cubicBezTo>
                  <a:cubicBezTo>
                    <a:pt x="2246" y="8493"/>
                    <a:pt x="2219" y="8472"/>
                    <a:pt x="2195" y="8448"/>
                  </a:cubicBezTo>
                  <a:cubicBezTo>
                    <a:pt x="2169" y="8423"/>
                    <a:pt x="2149" y="8396"/>
                    <a:pt x="2132" y="8364"/>
                  </a:cubicBezTo>
                  <a:cubicBezTo>
                    <a:pt x="2076" y="8256"/>
                    <a:pt x="2031" y="8137"/>
                    <a:pt x="1996" y="8020"/>
                  </a:cubicBezTo>
                  <a:cubicBezTo>
                    <a:pt x="1951" y="7880"/>
                    <a:pt x="1912" y="7741"/>
                    <a:pt x="1870" y="7598"/>
                  </a:cubicBezTo>
                  <a:cubicBezTo>
                    <a:pt x="1787" y="7316"/>
                    <a:pt x="1710" y="7034"/>
                    <a:pt x="1637" y="6749"/>
                  </a:cubicBezTo>
                  <a:cubicBezTo>
                    <a:pt x="1550" y="6397"/>
                    <a:pt x="1470" y="6045"/>
                    <a:pt x="1393" y="5693"/>
                  </a:cubicBezTo>
                  <a:cubicBezTo>
                    <a:pt x="1351" y="5499"/>
                    <a:pt x="1313" y="5307"/>
                    <a:pt x="1264" y="5116"/>
                  </a:cubicBezTo>
                  <a:cubicBezTo>
                    <a:pt x="1216" y="4928"/>
                    <a:pt x="1167" y="4743"/>
                    <a:pt x="1115" y="4558"/>
                  </a:cubicBezTo>
                  <a:cubicBezTo>
                    <a:pt x="1017" y="4200"/>
                    <a:pt x="909" y="3845"/>
                    <a:pt x="819" y="3482"/>
                  </a:cubicBezTo>
                  <a:cubicBezTo>
                    <a:pt x="760" y="3236"/>
                    <a:pt x="704" y="2988"/>
                    <a:pt x="634" y="2741"/>
                  </a:cubicBezTo>
                  <a:cubicBezTo>
                    <a:pt x="572" y="2521"/>
                    <a:pt x="506" y="2302"/>
                    <a:pt x="450" y="2079"/>
                  </a:cubicBezTo>
                  <a:cubicBezTo>
                    <a:pt x="405" y="1895"/>
                    <a:pt x="373" y="1711"/>
                    <a:pt x="370" y="1523"/>
                  </a:cubicBezTo>
                  <a:cubicBezTo>
                    <a:pt x="373" y="1463"/>
                    <a:pt x="380" y="1404"/>
                    <a:pt x="394" y="1348"/>
                  </a:cubicBezTo>
                  <a:cubicBezTo>
                    <a:pt x="405" y="1324"/>
                    <a:pt x="415" y="1300"/>
                    <a:pt x="425" y="1279"/>
                  </a:cubicBezTo>
                  <a:cubicBezTo>
                    <a:pt x="436" y="1264"/>
                    <a:pt x="443" y="1254"/>
                    <a:pt x="453" y="1244"/>
                  </a:cubicBezTo>
                  <a:cubicBezTo>
                    <a:pt x="481" y="1216"/>
                    <a:pt x="512" y="1195"/>
                    <a:pt x="547" y="1174"/>
                  </a:cubicBezTo>
                  <a:cubicBezTo>
                    <a:pt x="649" y="1122"/>
                    <a:pt x="756" y="1080"/>
                    <a:pt x="864" y="1035"/>
                  </a:cubicBezTo>
                  <a:cubicBezTo>
                    <a:pt x="954" y="996"/>
                    <a:pt x="1004" y="892"/>
                    <a:pt x="965" y="798"/>
                  </a:cubicBezTo>
                  <a:cubicBezTo>
                    <a:pt x="939" y="729"/>
                    <a:pt x="868" y="684"/>
                    <a:pt x="793" y="684"/>
                  </a:cubicBezTo>
                  <a:cubicBezTo>
                    <a:pt x="778" y="684"/>
                    <a:pt x="761" y="686"/>
                    <a:pt x="746" y="690"/>
                  </a:cubicBezTo>
                  <a:cubicBezTo>
                    <a:pt x="742" y="694"/>
                    <a:pt x="736" y="694"/>
                    <a:pt x="728" y="697"/>
                  </a:cubicBezTo>
                  <a:cubicBezTo>
                    <a:pt x="523" y="784"/>
                    <a:pt x="293" y="861"/>
                    <a:pt x="147" y="1042"/>
                  </a:cubicBezTo>
                  <a:cubicBezTo>
                    <a:pt x="88" y="1115"/>
                    <a:pt x="59" y="1205"/>
                    <a:pt x="35" y="1296"/>
                  </a:cubicBezTo>
                  <a:cubicBezTo>
                    <a:pt x="22" y="1341"/>
                    <a:pt x="14" y="1390"/>
                    <a:pt x="11" y="1435"/>
                  </a:cubicBezTo>
                  <a:cubicBezTo>
                    <a:pt x="1" y="1544"/>
                    <a:pt x="8" y="1651"/>
                    <a:pt x="18" y="1759"/>
                  </a:cubicBezTo>
                  <a:cubicBezTo>
                    <a:pt x="39" y="1950"/>
                    <a:pt x="88" y="2139"/>
                    <a:pt x="140" y="2323"/>
                  </a:cubicBezTo>
                  <a:cubicBezTo>
                    <a:pt x="185" y="2497"/>
                    <a:pt x="237" y="2672"/>
                    <a:pt x="289" y="2845"/>
                  </a:cubicBezTo>
                  <a:cubicBezTo>
                    <a:pt x="314" y="2932"/>
                    <a:pt x="339" y="3019"/>
                    <a:pt x="359" y="3106"/>
                  </a:cubicBezTo>
                  <a:cubicBezTo>
                    <a:pt x="405" y="3294"/>
                    <a:pt x="446" y="3479"/>
                    <a:pt x="492" y="3667"/>
                  </a:cubicBezTo>
                  <a:cubicBezTo>
                    <a:pt x="537" y="3834"/>
                    <a:pt x="582" y="4004"/>
                    <a:pt x="631" y="4172"/>
                  </a:cubicBezTo>
                  <a:cubicBezTo>
                    <a:pt x="680" y="4350"/>
                    <a:pt x="736" y="4527"/>
                    <a:pt x="784" y="4708"/>
                  </a:cubicBezTo>
                  <a:cubicBezTo>
                    <a:pt x="832" y="4886"/>
                    <a:pt x="878" y="5060"/>
                    <a:pt x="924" y="5237"/>
                  </a:cubicBezTo>
                  <a:cubicBezTo>
                    <a:pt x="1010" y="5600"/>
                    <a:pt x="1076" y="5962"/>
                    <a:pt x="1163" y="6323"/>
                  </a:cubicBezTo>
                  <a:cubicBezTo>
                    <a:pt x="1254" y="6699"/>
                    <a:pt x="1348" y="7075"/>
                    <a:pt x="1452" y="7448"/>
                  </a:cubicBezTo>
                  <a:cubicBezTo>
                    <a:pt x="1501" y="7626"/>
                    <a:pt x="1554" y="7803"/>
                    <a:pt x="1605" y="7978"/>
                  </a:cubicBezTo>
                  <a:cubicBezTo>
                    <a:pt x="1655" y="8141"/>
                    <a:pt x="1703" y="8308"/>
                    <a:pt x="1777" y="8465"/>
                  </a:cubicBezTo>
                  <a:cubicBezTo>
                    <a:pt x="1825" y="8570"/>
                    <a:pt x="1888" y="8663"/>
                    <a:pt x="1978" y="8743"/>
                  </a:cubicBezTo>
                  <a:cubicBezTo>
                    <a:pt x="2017" y="8778"/>
                    <a:pt x="2062" y="8806"/>
                    <a:pt x="2107" y="8834"/>
                  </a:cubicBezTo>
                  <a:cubicBezTo>
                    <a:pt x="2142" y="8855"/>
                    <a:pt x="2177" y="8872"/>
                    <a:pt x="2211" y="8886"/>
                  </a:cubicBezTo>
                  <a:cubicBezTo>
                    <a:pt x="2261" y="8904"/>
                    <a:pt x="2309" y="8914"/>
                    <a:pt x="2357" y="8921"/>
                  </a:cubicBezTo>
                  <a:cubicBezTo>
                    <a:pt x="2393" y="8928"/>
                    <a:pt x="2428" y="8930"/>
                    <a:pt x="2464" y="8930"/>
                  </a:cubicBezTo>
                  <a:cubicBezTo>
                    <a:pt x="2484" y="8930"/>
                    <a:pt x="2504" y="8929"/>
                    <a:pt x="2525" y="8928"/>
                  </a:cubicBezTo>
                  <a:cubicBezTo>
                    <a:pt x="2612" y="8928"/>
                    <a:pt x="2699" y="8914"/>
                    <a:pt x="2786" y="8900"/>
                  </a:cubicBezTo>
                  <a:cubicBezTo>
                    <a:pt x="2873" y="8886"/>
                    <a:pt x="2960" y="8862"/>
                    <a:pt x="3047" y="8841"/>
                  </a:cubicBezTo>
                  <a:cubicBezTo>
                    <a:pt x="3151" y="8814"/>
                    <a:pt x="3256" y="8788"/>
                    <a:pt x="3360" y="8761"/>
                  </a:cubicBezTo>
                  <a:cubicBezTo>
                    <a:pt x="3552" y="8709"/>
                    <a:pt x="3740" y="8650"/>
                    <a:pt x="3928" y="8590"/>
                  </a:cubicBezTo>
                  <a:cubicBezTo>
                    <a:pt x="4106" y="8534"/>
                    <a:pt x="4276" y="8479"/>
                    <a:pt x="4454" y="8423"/>
                  </a:cubicBezTo>
                  <a:cubicBezTo>
                    <a:pt x="4628" y="8371"/>
                    <a:pt x="4802" y="8322"/>
                    <a:pt x="4976" y="8266"/>
                  </a:cubicBezTo>
                  <a:cubicBezTo>
                    <a:pt x="5143" y="8211"/>
                    <a:pt x="5307" y="8145"/>
                    <a:pt x="5474" y="8082"/>
                  </a:cubicBezTo>
                  <a:cubicBezTo>
                    <a:pt x="5648" y="8020"/>
                    <a:pt x="5822" y="7949"/>
                    <a:pt x="5979" y="7848"/>
                  </a:cubicBezTo>
                  <a:cubicBezTo>
                    <a:pt x="6013" y="7827"/>
                    <a:pt x="6042" y="7803"/>
                    <a:pt x="6073" y="7776"/>
                  </a:cubicBezTo>
                  <a:cubicBezTo>
                    <a:pt x="6094" y="7755"/>
                    <a:pt x="6118" y="7734"/>
                    <a:pt x="6139" y="7710"/>
                  </a:cubicBezTo>
                  <a:cubicBezTo>
                    <a:pt x="6167" y="7678"/>
                    <a:pt x="6191" y="7636"/>
                    <a:pt x="6212" y="7598"/>
                  </a:cubicBezTo>
                  <a:cubicBezTo>
                    <a:pt x="6226" y="7573"/>
                    <a:pt x="6233" y="7546"/>
                    <a:pt x="6240" y="7518"/>
                  </a:cubicBezTo>
                  <a:cubicBezTo>
                    <a:pt x="6251" y="7487"/>
                    <a:pt x="6261" y="7456"/>
                    <a:pt x="6268" y="7424"/>
                  </a:cubicBezTo>
                  <a:cubicBezTo>
                    <a:pt x="6275" y="7375"/>
                    <a:pt x="6278" y="7326"/>
                    <a:pt x="6282" y="7278"/>
                  </a:cubicBezTo>
                  <a:cubicBezTo>
                    <a:pt x="6292" y="7086"/>
                    <a:pt x="6275" y="6895"/>
                    <a:pt x="6254" y="6707"/>
                  </a:cubicBezTo>
                  <a:cubicBezTo>
                    <a:pt x="6236" y="6526"/>
                    <a:pt x="6206" y="6344"/>
                    <a:pt x="6170" y="6167"/>
                  </a:cubicBezTo>
                  <a:cubicBezTo>
                    <a:pt x="6132" y="5982"/>
                    <a:pt x="6097" y="5798"/>
                    <a:pt x="6055" y="5613"/>
                  </a:cubicBezTo>
                  <a:cubicBezTo>
                    <a:pt x="5972" y="5255"/>
                    <a:pt x="5878" y="4896"/>
                    <a:pt x="5798" y="4538"/>
                  </a:cubicBezTo>
                  <a:cubicBezTo>
                    <a:pt x="5728" y="4231"/>
                    <a:pt x="5662" y="3921"/>
                    <a:pt x="5592" y="3618"/>
                  </a:cubicBezTo>
                  <a:cubicBezTo>
                    <a:pt x="5554" y="3458"/>
                    <a:pt x="5523" y="3302"/>
                    <a:pt x="5484" y="3145"/>
                  </a:cubicBezTo>
                  <a:cubicBezTo>
                    <a:pt x="5443" y="2977"/>
                    <a:pt x="5401" y="2814"/>
                    <a:pt x="5359" y="2651"/>
                  </a:cubicBezTo>
                  <a:lnTo>
                    <a:pt x="5359" y="2651"/>
                  </a:lnTo>
                  <a:cubicBezTo>
                    <a:pt x="5362" y="2657"/>
                    <a:pt x="5362" y="2664"/>
                    <a:pt x="5366" y="2672"/>
                  </a:cubicBezTo>
                  <a:cubicBezTo>
                    <a:pt x="5339" y="2564"/>
                    <a:pt x="5310" y="2454"/>
                    <a:pt x="5282" y="2343"/>
                  </a:cubicBezTo>
                  <a:lnTo>
                    <a:pt x="5282" y="2343"/>
                  </a:lnTo>
                  <a:cubicBezTo>
                    <a:pt x="5282" y="2344"/>
                    <a:pt x="5282" y="2344"/>
                    <a:pt x="5282" y="2344"/>
                  </a:cubicBezTo>
                  <a:cubicBezTo>
                    <a:pt x="5281" y="2341"/>
                    <a:pt x="5281" y="2337"/>
                    <a:pt x="5280" y="2334"/>
                  </a:cubicBezTo>
                  <a:lnTo>
                    <a:pt x="5280" y="2334"/>
                  </a:lnTo>
                  <a:cubicBezTo>
                    <a:pt x="5281" y="2337"/>
                    <a:pt x="5281" y="2340"/>
                    <a:pt x="5282" y="2343"/>
                  </a:cubicBezTo>
                  <a:lnTo>
                    <a:pt x="5282" y="2343"/>
                  </a:lnTo>
                  <a:cubicBezTo>
                    <a:pt x="5282" y="2339"/>
                    <a:pt x="5281" y="2336"/>
                    <a:pt x="5280" y="2334"/>
                  </a:cubicBezTo>
                  <a:lnTo>
                    <a:pt x="5280" y="2334"/>
                  </a:lnTo>
                  <a:cubicBezTo>
                    <a:pt x="5280" y="2334"/>
                    <a:pt x="5280" y="2334"/>
                    <a:pt x="5280" y="2334"/>
                  </a:cubicBezTo>
                  <a:lnTo>
                    <a:pt x="5280" y="2334"/>
                  </a:lnTo>
                  <a:cubicBezTo>
                    <a:pt x="5280" y="2334"/>
                    <a:pt x="5280" y="2334"/>
                    <a:pt x="5280" y="2334"/>
                  </a:cubicBezTo>
                  <a:lnTo>
                    <a:pt x="5280" y="2334"/>
                  </a:lnTo>
                  <a:cubicBezTo>
                    <a:pt x="5280" y="2334"/>
                    <a:pt x="5280" y="2334"/>
                    <a:pt x="5280" y="2334"/>
                  </a:cubicBezTo>
                  <a:lnTo>
                    <a:pt x="5280" y="2334"/>
                  </a:lnTo>
                  <a:cubicBezTo>
                    <a:pt x="5239" y="2156"/>
                    <a:pt x="5198" y="1982"/>
                    <a:pt x="5157" y="1804"/>
                  </a:cubicBezTo>
                  <a:cubicBezTo>
                    <a:pt x="5119" y="1627"/>
                    <a:pt x="5084" y="1449"/>
                    <a:pt x="5042" y="1272"/>
                  </a:cubicBezTo>
                  <a:cubicBezTo>
                    <a:pt x="5004" y="1091"/>
                    <a:pt x="4959" y="906"/>
                    <a:pt x="4906" y="729"/>
                  </a:cubicBezTo>
                  <a:cubicBezTo>
                    <a:pt x="4885" y="652"/>
                    <a:pt x="4861" y="575"/>
                    <a:pt x="4827" y="506"/>
                  </a:cubicBezTo>
                  <a:cubicBezTo>
                    <a:pt x="4802" y="453"/>
                    <a:pt x="4774" y="405"/>
                    <a:pt x="4743" y="356"/>
                  </a:cubicBezTo>
                  <a:cubicBezTo>
                    <a:pt x="4711" y="307"/>
                    <a:pt x="4666" y="265"/>
                    <a:pt x="4628" y="227"/>
                  </a:cubicBezTo>
                  <a:cubicBezTo>
                    <a:pt x="4600" y="199"/>
                    <a:pt x="4565" y="171"/>
                    <a:pt x="4534" y="151"/>
                  </a:cubicBezTo>
                  <a:cubicBezTo>
                    <a:pt x="4488" y="119"/>
                    <a:pt x="4440" y="88"/>
                    <a:pt x="4391" y="67"/>
                  </a:cubicBezTo>
                  <a:cubicBezTo>
                    <a:pt x="4342" y="46"/>
                    <a:pt x="4290" y="29"/>
                    <a:pt x="4238" y="19"/>
                  </a:cubicBezTo>
                  <a:cubicBezTo>
                    <a:pt x="4186" y="4"/>
                    <a:pt x="4130" y="1"/>
                    <a:pt x="40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3"/>
            <p:cNvSpPr/>
            <p:nvPr/>
          </p:nvSpPr>
          <p:spPr>
            <a:xfrm>
              <a:off x="2307329" y="3742115"/>
              <a:ext cx="147914" cy="128603"/>
            </a:xfrm>
            <a:custGeom>
              <a:rect b="b" l="l" r="r" t="t"/>
              <a:pathLst>
                <a:path extrusionOk="0" h="2777" w="3194">
                  <a:moveTo>
                    <a:pt x="1208" y="1"/>
                  </a:moveTo>
                  <a:cubicBezTo>
                    <a:pt x="1189" y="1"/>
                    <a:pt x="1170" y="3"/>
                    <a:pt x="1153" y="8"/>
                  </a:cubicBezTo>
                  <a:cubicBezTo>
                    <a:pt x="1118" y="18"/>
                    <a:pt x="1083" y="39"/>
                    <a:pt x="1059" y="70"/>
                  </a:cubicBezTo>
                  <a:cubicBezTo>
                    <a:pt x="1045" y="84"/>
                    <a:pt x="1035" y="102"/>
                    <a:pt x="1024" y="123"/>
                  </a:cubicBezTo>
                  <a:cubicBezTo>
                    <a:pt x="1014" y="144"/>
                    <a:pt x="1006" y="175"/>
                    <a:pt x="1003" y="199"/>
                  </a:cubicBezTo>
                  <a:cubicBezTo>
                    <a:pt x="989" y="262"/>
                    <a:pt x="979" y="324"/>
                    <a:pt x="968" y="387"/>
                  </a:cubicBezTo>
                  <a:cubicBezTo>
                    <a:pt x="951" y="523"/>
                    <a:pt x="940" y="662"/>
                    <a:pt x="926" y="798"/>
                  </a:cubicBezTo>
                  <a:cubicBezTo>
                    <a:pt x="913" y="948"/>
                    <a:pt x="902" y="1097"/>
                    <a:pt x="884" y="1247"/>
                  </a:cubicBezTo>
                  <a:cubicBezTo>
                    <a:pt x="874" y="1376"/>
                    <a:pt x="857" y="1508"/>
                    <a:pt x="829" y="1634"/>
                  </a:cubicBezTo>
                  <a:cubicBezTo>
                    <a:pt x="812" y="1640"/>
                    <a:pt x="794" y="1648"/>
                    <a:pt x="773" y="1651"/>
                  </a:cubicBezTo>
                  <a:cubicBezTo>
                    <a:pt x="579" y="1696"/>
                    <a:pt x="373" y="1724"/>
                    <a:pt x="174" y="1752"/>
                  </a:cubicBezTo>
                  <a:cubicBezTo>
                    <a:pt x="74" y="1769"/>
                    <a:pt x="0" y="1853"/>
                    <a:pt x="15" y="1954"/>
                  </a:cubicBezTo>
                  <a:cubicBezTo>
                    <a:pt x="24" y="2044"/>
                    <a:pt x="102" y="2116"/>
                    <a:pt x="189" y="2116"/>
                  </a:cubicBezTo>
                  <a:cubicBezTo>
                    <a:pt x="197" y="2116"/>
                    <a:pt x="205" y="2115"/>
                    <a:pt x="213" y="2114"/>
                  </a:cubicBezTo>
                  <a:cubicBezTo>
                    <a:pt x="331" y="2097"/>
                    <a:pt x="453" y="2079"/>
                    <a:pt x="571" y="2058"/>
                  </a:cubicBezTo>
                  <a:cubicBezTo>
                    <a:pt x="655" y="2045"/>
                    <a:pt x="738" y="2031"/>
                    <a:pt x="822" y="2013"/>
                  </a:cubicBezTo>
                  <a:cubicBezTo>
                    <a:pt x="874" y="1999"/>
                    <a:pt x="923" y="1989"/>
                    <a:pt x="972" y="1971"/>
                  </a:cubicBezTo>
                  <a:cubicBezTo>
                    <a:pt x="989" y="1965"/>
                    <a:pt x="1003" y="1957"/>
                    <a:pt x="1017" y="1950"/>
                  </a:cubicBezTo>
                  <a:cubicBezTo>
                    <a:pt x="1038" y="1936"/>
                    <a:pt x="1059" y="1926"/>
                    <a:pt x="1080" y="1912"/>
                  </a:cubicBezTo>
                  <a:cubicBezTo>
                    <a:pt x="1114" y="1884"/>
                    <a:pt x="1135" y="1849"/>
                    <a:pt x="1156" y="1807"/>
                  </a:cubicBezTo>
                  <a:cubicBezTo>
                    <a:pt x="1174" y="1773"/>
                    <a:pt x="1177" y="1731"/>
                    <a:pt x="1188" y="1693"/>
                  </a:cubicBezTo>
                  <a:cubicBezTo>
                    <a:pt x="1191" y="1672"/>
                    <a:pt x="1198" y="1651"/>
                    <a:pt x="1202" y="1634"/>
                  </a:cubicBezTo>
                  <a:cubicBezTo>
                    <a:pt x="1209" y="1589"/>
                    <a:pt x="1219" y="1543"/>
                    <a:pt x="1223" y="1497"/>
                  </a:cubicBezTo>
                  <a:cubicBezTo>
                    <a:pt x="1247" y="1303"/>
                    <a:pt x="1265" y="1105"/>
                    <a:pt x="1281" y="909"/>
                  </a:cubicBezTo>
                  <a:cubicBezTo>
                    <a:pt x="1289" y="833"/>
                    <a:pt x="1296" y="760"/>
                    <a:pt x="1302" y="687"/>
                  </a:cubicBezTo>
                  <a:cubicBezTo>
                    <a:pt x="1435" y="951"/>
                    <a:pt x="1564" y="1223"/>
                    <a:pt x="1689" y="1494"/>
                  </a:cubicBezTo>
                  <a:cubicBezTo>
                    <a:pt x="1773" y="1672"/>
                    <a:pt x="1856" y="1846"/>
                    <a:pt x="1947" y="2020"/>
                  </a:cubicBezTo>
                  <a:cubicBezTo>
                    <a:pt x="2041" y="2201"/>
                    <a:pt x="2135" y="2382"/>
                    <a:pt x="2236" y="2556"/>
                  </a:cubicBezTo>
                  <a:cubicBezTo>
                    <a:pt x="2260" y="2598"/>
                    <a:pt x="2284" y="2636"/>
                    <a:pt x="2313" y="2675"/>
                  </a:cubicBezTo>
                  <a:cubicBezTo>
                    <a:pt x="2351" y="2731"/>
                    <a:pt x="2412" y="2776"/>
                    <a:pt x="2478" y="2776"/>
                  </a:cubicBezTo>
                  <a:cubicBezTo>
                    <a:pt x="2490" y="2776"/>
                    <a:pt x="2502" y="2775"/>
                    <a:pt x="2514" y="2772"/>
                  </a:cubicBezTo>
                  <a:cubicBezTo>
                    <a:pt x="2567" y="2762"/>
                    <a:pt x="2605" y="2748"/>
                    <a:pt x="2636" y="2706"/>
                  </a:cubicBezTo>
                  <a:cubicBezTo>
                    <a:pt x="2664" y="2671"/>
                    <a:pt x="2674" y="2633"/>
                    <a:pt x="2689" y="2591"/>
                  </a:cubicBezTo>
                  <a:cubicBezTo>
                    <a:pt x="2706" y="2529"/>
                    <a:pt x="2709" y="2458"/>
                    <a:pt x="2713" y="2392"/>
                  </a:cubicBezTo>
                  <a:cubicBezTo>
                    <a:pt x="2719" y="2337"/>
                    <a:pt x="2723" y="2285"/>
                    <a:pt x="2727" y="2229"/>
                  </a:cubicBezTo>
                  <a:cubicBezTo>
                    <a:pt x="2740" y="2020"/>
                    <a:pt x="2740" y="1811"/>
                    <a:pt x="2744" y="1602"/>
                  </a:cubicBezTo>
                  <a:cubicBezTo>
                    <a:pt x="2748" y="1515"/>
                    <a:pt x="2751" y="1425"/>
                    <a:pt x="2751" y="1338"/>
                  </a:cubicBezTo>
                  <a:lnTo>
                    <a:pt x="2751" y="1219"/>
                  </a:lnTo>
                  <a:cubicBezTo>
                    <a:pt x="2786" y="1205"/>
                    <a:pt x="2821" y="1192"/>
                    <a:pt x="2856" y="1181"/>
                  </a:cubicBezTo>
                  <a:cubicBezTo>
                    <a:pt x="2928" y="1153"/>
                    <a:pt x="3002" y="1132"/>
                    <a:pt x="3075" y="1115"/>
                  </a:cubicBezTo>
                  <a:cubicBezTo>
                    <a:pt x="3120" y="1105"/>
                    <a:pt x="3158" y="1059"/>
                    <a:pt x="3176" y="1021"/>
                  </a:cubicBezTo>
                  <a:cubicBezTo>
                    <a:pt x="3193" y="975"/>
                    <a:pt x="3193" y="923"/>
                    <a:pt x="3176" y="878"/>
                  </a:cubicBezTo>
                  <a:cubicBezTo>
                    <a:pt x="3158" y="833"/>
                    <a:pt x="3124" y="798"/>
                    <a:pt x="3082" y="780"/>
                  </a:cubicBezTo>
                  <a:cubicBezTo>
                    <a:pt x="3068" y="774"/>
                    <a:pt x="3050" y="770"/>
                    <a:pt x="3036" y="766"/>
                  </a:cubicBezTo>
                  <a:cubicBezTo>
                    <a:pt x="3026" y="764"/>
                    <a:pt x="3015" y="763"/>
                    <a:pt x="3005" y="763"/>
                  </a:cubicBezTo>
                  <a:cubicBezTo>
                    <a:pt x="2983" y="763"/>
                    <a:pt x="2960" y="768"/>
                    <a:pt x="2939" y="777"/>
                  </a:cubicBezTo>
                  <a:cubicBezTo>
                    <a:pt x="2806" y="812"/>
                    <a:pt x="2681" y="854"/>
                    <a:pt x="2556" y="909"/>
                  </a:cubicBezTo>
                  <a:cubicBezTo>
                    <a:pt x="2528" y="923"/>
                    <a:pt x="2501" y="938"/>
                    <a:pt x="2472" y="954"/>
                  </a:cubicBezTo>
                  <a:cubicBezTo>
                    <a:pt x="2427" y="986"/>
                    <a:pt x="2406" y="1034"/>
                    <a:pt x="2393" y="1084"/>
                  </a:cubicBezTo>
                  <a:cubicBezTo>
                    <a:pt x="2385" y="1115"/>
                    <a:pt x="2389" y="1150"/>
                    <a:pt x="2389" y="1181"/>
                  </a:cubicBezTo>
                  <a:cubicBezTo>
                    <a:pt x="2389" y="1243"/>
                    <a:pt x="2393" y="1306"/>
                    <a:pt x="2393" y="1369"/>
                  </a:cubicBezTo>
                  <a:cubicBezTo>
                    <a:pt x="2389" y="1533"/>
                    <a:pt x="2385" y="1696"/>
                    <a:pt x="2382" y="1857"/>
                  </a:cubicBezTo>
                  <a:cubicBezTo>
                    <a:pt x="2379" y="1923"/>
                    <a:pt x="2375" y="1989"/>
                    <a:pt x="2372" y="2055"/>
                  </a:cubicBezTo>
                  <a:cubicBezTo>
                    <a:pt x="2326" y="1965"/>
                    <a:pt x="2277" y="1873"/>
                    <a:pt x="2229" y="1780"/>
                  </a:cubicBezTo>
                  <a:cubicBezTo>
                    <a:pt x="2145" y="1616"/>
                    <a:pt x="2069" y="1446"/>
                    <a:pt x="1988" y="1275"/>
                  </a:cubicBezTo>
                  <a:cubicBezTo>
                    <a:pt x="1905" y="1097"/>
                    <a:pt x="1821" y="923"/>
                    <a:pt x="1734" y="745"/>
                  </a:cubicBezTo>
                  <a:cubicBezTo>
                    <a:pt x="1644" y="554"/>
                    <a:pt x="1546" y="363"/>
                    <a:pt x="1442" y="178"/>
                  </a:cubicBezTo>
                  <a:cubicBezTo>
                    <a:pt x="1397" y="102"/>
                    <a:pt x="1337" y="18"/>
                    <a:pt x="1244" y="4"/>
                  </a:cubicBezTo>
                  <a:cubicBezTo>
                    <a:pt x="1232" y="2"/>
                    <a:pt x="1220"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3"/>
            <p:cNvSpPr/>
            <p:nvPr/>
          </p:nvSpPr>
          <p:spPr>
            <a:xfrm>
              <a:off x="2317795" y="3574704"/>
              <a:ext cx="17459" cy="16718"/>
            </a:xfrm>
            <a:custGeom>
              <a:rect b="b" l="l" r="r" t="t"/>
              <a:pathLst>
                <a:path extrusionOk="0" h="361" w="377">
                  <a:moveTo>
                    <a:pt x="193" y="1"/>
                  </a:moveTo>
                  <a:cubicBezTo>
                    <a:pt x="170" y="1"/>
                    <a:pt x="147" y="5"/>
                    <a:pt x="123" y="12"/>
                  </a:cubicBezTo>
                  <a:cubicBezTo>
                    <a:pt x="78" y="26"/>
                    <a:pt x="39" y="68"/>
                    <a:pt x="22" y="106"/>
                  </a:cubicBezTo>
                  <a:cubicBezTo>
                    <a:pt x="4" y="151"/>
                    <a:pt x="1" y="203"/>
                    <a:pt x="18" y="249"/>
                  </a:cubicBezTo>
                  <a:cubicBezTo>
                    <a:pt x="39" y="291"/>
                    <a:pt x="70" y="328"/>
                    <a:pt x="115" y="346"/>
                  </a:cubicBezTo>
                  <a:cubicBezTo>
                    <a:pt x="140" y="356"/>
                    <a:pt x="163" y="361"/>
                    <a:pt x="185" y="361"/>
                  </a:cubicBezTo>
                  <a:cubicBezTo>
                    <a:pt x="208" y="361"/>
                    <a:pt x="231" y="356"/>
                    <a:pt x="255" y="349"/>
                  </a:cubicBezTo>
                  <a:cubicBezTo>
                    <a:pt x="300" y="336"/>
                    <a:pt x="338" y="294"/>
                    <a:pt x="356" y="256"/>
                  </a:cubicBezTo>
                  <a:cubicBezTo>
                    <a:pt x="374" y="211"/>
                    <a:pt x="377" y="158"/>
                    <a:pt x="356" y="113"/>
                  </a:cubicBezTo>
                  <a:cubicBezTo>
                    <a:pt x="338" y="68"/>
                    <a:pt x="303" y="33"/>
                    <a:pt x="262" y="15"/>
                  </a:cubicBezTo>
                  <a:cubicBezTo>
                    <a:pt x="238" y="5"/>
                    <a:pt x="215" y="1"/>
                    <a:pt x="1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417" name="Shape 417"/>
        <p:cNvGrpSpPr/>
        <p:nvPr/>
      </p:nvGrpSpPr>
      <p:grpSpPr>
        <a:xfrm>
          <a:off x="0" y="0"/>
          <a:ext cx="0" cy="0"/>
          <a:chOff x="0" y="0"/>
          <a:chExt cx="0" cy="0"/>
        </a:xfrm>
      </p:grpSpPr>
      <p:sp>
        <p:nvSpPr>
          <p:cNvPr id="418" name="Google Shape;418;p34"/>
          <p:cNvSpPr/>
          <p:nvPr/>
        </p:nvSpPr>
        <p:spPr>
          <a:xfrm>
            <a:off x="710297" y="5766463"/>
            <a:ext cx="78" cy="470"/>
          </a:xfrm>
          <a:custGeom>
            <a:rect b="b" l="l" r="r" t="t"/>
            <a:pathLst>
              <a:path extrusionOk="0" h="6" w="1">
                <a:moveTo>
                  <a:pt x="1" y="5"/>
                </a:move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4"/>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rPr>
              <a:t>Patient </a:t>
            </a:r>
            <a:r>
              <a:rPr lang="en">
                <a:solidFill>
                  <a:schemeClr val="dk1"/>
                </a:solidFill>
              </a:rPr>
              <a:t>Medical History</a:t>
            </a:r>
            <a:endParaRPr>
              <a:solidFill>
                <a:schemeClr val="lt2"/>
              </a:solidFill>
            </a:endParaRPr>
          </a:p>
        </p:txBody>
      </p:sp>
      <p:sp>
        <p:nvSpPr>
          <p:cNvPr id="420" name="Google Shape;420;p34"/>
          <p:cNvSpPr txBox="1"/>
          <p:nvPr>
            <p:ph idx="4294967295" type="ctrTitle"/>
          </p:nvPr>
        </p:nvSpPr>
        <p:spPr>
          <a:xfrm flipH="1">
            <a:off x="5101050" y="1283928"/>
            <a:ext cx="3102300" cy="368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700"/>
              <a:t>2010</a:t>
            </a:r>
            <a:endParaRPr sz="1700"/>
          </a:p>
        </p:txBody>
      </p:sp>
      <p:sp>
        <p:nvSpPr>
          <p:cNvPr id="421" name="Google Shape;421;p34"/>
          <p:cNvSpPr txBox="1"/>
          <p:nvPr>
            <p:ph idx="4294967295" type="subTitle"/>
          </p:nvPr>
        </p:nvSpPr>
        <p:spPr>
          <a:xfrm flipH="1">
            <a:off x="5101200" y="1618975"/>
            <a:ext cx="3322500" cy="564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Despite being red, Mars is actually a cold place. It’s full of iron oxide dust</a:t>
            </a:r>
            <a:endParaRPr sz="1400"/>
          </a:p>
        </p:txBody>
      </p:sp>
      <p:sp>
        <p:nvSpPr>
          <p:cNvPr id="422" name="Google Shape;422;p34"/>
          <p:cNvSpPr txBox="1"/>
          <p:nvPr>
            <p:ph idx="4294967295" type="ctrTitle"/>
          </p:nvPr>
        </p:nvSpPr>
        <p:spPr>
          <a:xfrm flipH="1">
            <a:off x="5101050" y="2499169"/>
            <a:ext cx="3102300" cy="368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700"/>
              <a:t>2015</a:t>
            </a:r>
            <a:endParaRPr sz="1700"/>
          </a:p>
        </p:txBody>
      </p:sp>
      <p:sp>
        <p:nvSpPr>
          <p:cNvPr id="423" name="Google Shape;423;p34"/>
          <p:cNvSpPr txBox="1"/>
          <p:nvPr>
            <p:ph idx="4294967295" type="subTitle"/>
          </p:nvPr>
        </p:nvSpPr>
        <p:spPr>
          <a:xfrm flipH="1">
            <a:off x="5101200" y="2834217"/>
            <a:ext cx="3322500" cy="564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Venus has a beautiful name and is the second planet from the Sun</a:t>
            </a:r>
            <a:endParaRPr sz="1400"/>
          </a:p>
        </p:txBody>
      </p:sp>
      <p:sp>
        <p:nvSpPr>
          <p:cNvPr id="424" name="Google Shape;424;p34"/>
          <p:cNvSpPr txBox="1"/>
          <p:nvPr>
            <p:ph idx="4294967295" type="ctrTitle"/>
          </p:nvPr>
        </p:nvSpPr>
        <p:spPr>
          <a:xfrm flipH="1">
            <a:off x="5101050" y="3799428"/>
            <a:ext cx="3102300" cy="368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700"/>
              <a:t>2020</a:t>
            </a:r>
            <a:endParaRPr sz="1700"/>
          </a:p>
        </p:txBody>
      </p:sp>
      <p:sp>
        <p:nvSpPr>
          <p:cNvPr id="425" name="Google Shape;425;p34"/>
          <p:cNvSpPr txBox="1"/>
          <p:nvPr>
            <p:ph idx="4294967295" type="subTitle"/>
          </p:nvPr>
        </p:nvSpPr>
        <p:spPr>
          <a:xfrm flipH="1">
            <a:off x="5101200" y="4134475"/>
            <a:ext cx="3322500" cy="564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Mercury is the closest planet to the Sun and the smallest one in the Solar System</a:t>
            </a:r>
            <a:endParaRPr sz="1400"/>
          </a:p>
        </p:txBody>
      </p:sp>
      <p:pic>
        <p:nvPicPr>
          <p:cNvPr id="426" name="Google Shape;426;p34"/>
          <p:cNvPicPr preferRelativeResize="0"/>
          <p:nvPr/>
        </p:nvPicPr>
        <p:blipFill rotWithShape="1">
          <a:blip r:embed="rId3">
            <a:alphaModFix/>
          </a:blip>
          <a:srcRect b="0" l="0" r="43055" t="0"/>
          <a:stretch/>
        </p:blipFill>
        <p:spPr>
          <a:xfrm>
            <a:off x="710375" y="1316941"/>
            <a:ext cx="3322500" cy="3282000"/>
          </a:xfrm>
          <a:prstGeom prst="ellipse">
            <a:avLst/>
          </a:prstGeom>
          <a:noFill/>
          <a:ln>
            <a:noFill/>
          </a:ln>
        </p:spPr>
      </p:pic>
      <p:sp>
        <p:nvSpPr>
          <p:cNvPr id="427" name="Google Shape;427;p34"/>
          <p:cNvSpPr/>
          <p:nvPr/>
        </p:nvSpPr>
        <p:spPr>
          <a:xfrm>
            <a:off x="4465250" y="2854531"/>
            <a:ext cx="203572" cy="20684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4"/>
          <p:cNvSpPr/>
          <p:nvPr/>
        </p:nvSpPr>
        <p:spPr>
          <a:xfrm>
            <a:off x="4465250" y="1618981"/>
            <a:ext cx="203572" cy="20684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4"/>
          <p:cNvSpPr/>
          <p:nvPr/>
        </p:nvSpPr>
        <p:spPr>
          <a:xfrm>
            <a:off x="4465250" y="4090081"/>
            <a:ext cx="203572" cy="20684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4"/>
          <p:cNvSpPr/>
          <p:nvPr/>
        </p:nvSpPr>
        <p:spPr>
          <a:xfrm>
            <a:off x="4528038" y="1683400"/>
            <a:ext cx="78000" cy="780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4"/>
          <p:cNvSpPr/>
          <p:nvPr/>
        </p:nvSpPr>
        <p:spPr>
          <a:xfrm>
            <a:off x="4528025" y="2918950"/>
            <a:ext cx="78000" cy="780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4"/>
          <p:cNvSpPr/>
          <p:nvPr/>
        </p:nvSpPr>
        <p:spPr>
          <a:xfrm>
            <a:off x="4528038" y="4154500"/>
            <a:ext cx="78000" cy="780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3" name="Google Shape;433;p34"/>
          <p:cNvCxnSpPr>
            <a:stCxn id="430" idx="4"/>
            <a:endCxn id="431" idx="0"/>
          </p:cNvCxnSpPr>
          <p:nvPr/>
        </p:nvCxnSpPr>
        <p:spPr>
          <a:xfrm>
            <a:off x="4567038" y="1761400"/>
            <a:ext cx="0" cy="1157700"/>
          </a:xfrm>
          <a:prstGeom prst="straightConnector1">
            <a:avLst/>
          </a:prstGeom>
          <a:noFill/>
          <a:ln cap="flat" cmpd="sng" w="9525">
            <a:solidFill>
              <a:schemeClr val="lt2"/>
            </a:solidFill>
            <a:prstDash val="solid"/>
            <a:round/>
            <a:headEnd len="med" w="med" type="none"/>
            <a:tailEnd len="med" w="med" type="none"/>
          </a:ln>
        </p:spPr>
      </p:cxnSp>
      <p:cxnSp>
        <p:nvCxnSpPr>
          <p:cNvPr id="434" name="Google Shape;434;p34"/>
          <p:cNvCxnSpPr>
            <a:stCxn id="431" idx="4"/>
            <a:endCxn id="432" idx="0"/>
          </p:cNvCxnSpPr>
          <p:nvPr/>
        </p:nvCxnSpPr>
        <p:spPr>
          <a:xfrm>
            <a:off x="4567025" y="2996950"/>
            <a:ext cx="0" cy="1157700"/>
          </a:xfrm>
          <a:prstGeom prst="straightConnector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438" name="Shape 438"/>
        <p:cNvGrpSpPr/>
        <p:nvPr/>
      </p:nvGrpSpPr>
      <p:grpSpPr>
        <a:xfrm>
          <a:off x="0" y="0"/>
          <a:ext cx="0" cy="0"/>
          <a:chOff x="0" y="0"/>
          <a:chExt cx="0" cy="0"/>
        </a:xfrm>
      </p:grpSpPr>
      <p:sp>
        <p:nvSpPr>
          <p:cNvPr id="439" name="Google Shape;439;p35"/>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This Is a </a:t>
            </a:r>
            <a:r>
              <a:rPr lang="en">
                <a:solidFill>
                  <a:schemeClr val="lt2"/>
                </a:solidFill>
              </a:rPr>
              <a:t>Table</a:t>
            </a:r>
            <a:endParaRPr>
              <a:solidFill>
                <a:schemeClr val="lt2"/>
              </a:solidFill>
            </a:endParaRPr>
          </a:p>
        </p:txBody>
      </p:sp>
      <p:graphicFrame>
        <p:nvGraphicFramePr>
          <p:cNvPr id="440" name="Google Shape;440;p35"/>
          <p:cNvGraphicFramePr/>
          <p:nvPr/>
        </p:nvGraphicFramePr>
        <p:xfrm>
          <a:off x="720000" y="1474650"/>
          <a:ext cx="3000000" cy="3000000"/>
        </p:xfrm>
        <a:graphic>
          <a:graphicData uri="http://schemas.openxmlformats.org/drawingml/2006/table">
            <a:tbl>
              <a:tblPr>
                <a:noFill/>
                <a:tableStyleId>{EE2CA779-22E4-4A07-9EC0-C93D53F7FE2C}</a:tableStyleId>
              </a:tblPr>
              <a:tblGrid>
                <a:gridCol w="1925925"/>
                <a:gridCol w="1925925"/>
                <a:gridCol w="1925925"/>
                <a:gridCol w="1925925"/>
              </a:tblGrid>
              <a:tr h="782225">
                <a:tc>
                  <a:txBody>
                    <a:bodyPr/>
                    <a:lstStyle/>
                    <a:p>
                      <a:pPr indent="0" lvl="0" marL="0" rtl="0" algn="l">
                        <a:spcBef>
                          <a:spcPts val="0"/>
                        </a:spcBef>
                        <a:spcAft>
                          <a:spcPts val="0"/>
                        </a:spcAft>
                        <a:buNone/>
                      </a:pPr>
                      <a:r>
                        <a:t/>
                      </a:r>
                      <a:endParaRPr>
                        <a:solidFill>
                          <a:schemeClr val="dk1"/>
                        </a:solidFill>
                        <a:latin typeface="Josefin Sans Thin"/>
                        <a:ea typeface="Josefin Sans Thin"/>
                        <a:cs typeface="Josefin Sans Thin"/>
                        <a:sym typeface="Josefin Sans Thin"/>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c>
                  <a:txBody>
                    <a:bodyPr/>
                    <a:lstStyle/>
                    <a:p>
                      <a:pPr indent="0" lvl="0" marL="0" rtl="0" algn="ctr">
                        <a:spcBef>
                          <a:spcPts val="0"/>
                        </a:spcBef>
                        <a:spcAft>
                          <a:spcPts val="0"/>
                        </a:spcAft>
                        <a:buNone/>
                      </a:pPr>
                      <a:r>
                        <a:rPr lang="en" sz="1600">
                          <a:solidFill>
                            <a:schemeClr val="dk1"/>
                          </a:solidFill>
                          <a:latin typeface="Viga"/>
                          <a:ea typeface="Viga"/>
                          <a:cs typeface="Viga"/>
                          <a:sym typeface="Viga"/>
                        </a:rPr>
                        <a:t>Mother</a:t>
                      </a:r>
                      <a:endParaRPr sz="1600">
                        <a:solidFill>
                          <a:schemeClr val="dk1"/>
                        </a:solidFill>
                        <a:latin typeface="Viga"/>
                        <a:ea typeface="Viga"/>
                        <a:cs typeface="Viga"/>
                        <a:sym typeface="Viga"/>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c>
                  <a:txBody>
                    <a:bodyPr/>
                    <a:lstStyle/>
                    <a:p>
                      <a:pPr indent="0" lvl="0" marL="0" rtl="0" algn="ctr">
                        <a:spcBef>
                          <a:spcPts val="0"/>
                        </a:spcBef>
                        <a:spcAft>
                          <a:spcPts val="0"/>
                        </a:spcAft>
                        <a:buNone/>
                      </a:pPr>
                      <a:r>
                        <a:rPr lang="en" sz="1600">
                          <a:solidFill>
                            <a:schemeClr val="dk1"/>
                          </a:solidFill>
                          <a:latin typeface="Viga"/>
                          <a:ea typeface="Viga"/>
                          <a:cs typeface="Viga"/>
                          <a:sym typeface="Viga"/>
                        </a:rPr>
                        <a:t>Father</a:t>
                      </a:r>
                      <a:endParaRPr sz="1600">
                        <a:solidFill>
                          <a:schemeClr val="dk1"/>
                        </a:solidFill>
                        <a:latin typeface="Viga"/>
                        <a:ea typeface="Viga"/>
                        <a:cs typeface="Viga"/>
                        <a:sym typeface="Viga"/>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c>
                  <a:txBody>
                    <a:bodyPr/>
                    <a:lstStyle/>
                    <a:p>
                      <a:pPr indent="0" lvl="0" marL="0" rtl="0" algn="ctr">
                        <a:spcBef>
                          <a:spcPts val="0"/>
                        </a:spcBef>
                        <a:spcAft>
                          <a:spcPts val="0"/>
                        </a:spcAft>
                        <a:buNone/>
                      </a:pPr>
                      <a:r>
                        <a:rPr lang="en" sz="1600">
                          <a:solidFill>
                            <a:schemeClr val="dk1"/>
                          </a:solidFill>
                          <a:latin typeface="Viga"/>
                          <a:ea typeface="Viga"/>
                          <a:cs typeface="Viga"/>
                          <a:sym typeface="Viga"/>
                        </a:rPr>
                        <a:t>Siblings</a:t>
                      </a:r>
                      <a:endParaRPr sz="1600">
                        <a:solidFill>
                          <a:schemeClr val="dk1"/>
                        </a:solidFill>
                        <a:latin typeface="Viga"/>
                        <a:ea typeface="Viga"/>
                        <a:cs typeface="Viga"/>
                        <a:sym typeface="Viga"/>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r>
              <a:tr h="782225">
                <a:tc>
                  <a:txBody>
                    <a:bodyPr/>
                    <a:lstStyle/>
                    <a:p>
                      <a:pPr indent="0" lvl="0" marL="0" rtl="0" algn="ctr">
                        <a:spcBef>
                          <a:spcPts val="0"/>
                        </a:spcBef>
                        <a:spcAft>
                          <a:spcPts val="0"/>
                        </a:spcAft>
                        <a:buNone/>
                      </a:pPr>
                      <a:r>
                        <a:rPr lang="en" sz="1600">
                          <a:solidFill>
                            <a:schemeClr val="dk1"/>
                          </a:solidFill>
                          <a:latin typeface="Viga"/>
                          <a:ea typeface="Viga"/>
                          <a:cs typeface="Viga"/>
                          <a:sym typeface="Viga"/>
                        </a:rPr>
                        <a:t>Disease 1</a:t>
                      </a:r>
                      <a:endParaRPr sz="1600">
                        <a:solidFill>
                          <a:schemeClr val="dk1"/>
                        </a:solidFill>
                        <a:latin typeface="Viga"/>
                        <a:ea typeface="Viga"/>
                        <a:cs typeface="Viga"/>
                        <a:sym typeface="Viga"/>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c>
                  <a:txBody>
                    <a:bodyPr/>
                    <a:lstStyle/>
                    <a:p>
                      <a:pPr indent="0" lvl="0" marL="0" rtl="0" algn="ctr">
                        <a:spcBef>
                          <a:spcPts val="0"/>
                        </a:spcBef>
                        <a:spcAft>
                          <a:spcPts val="0"/>
                        </a:spcAft>
                        <a:buNone/>
                      </a:pPr>
                      <a:r>
                        <a:rPr lang="en">
                          <a:solidFill>
                            <a:schemeClr val="dk1"/>
                          </a:solidFill>
                          <a:latin typeface="Barlow Light"/>
                          <a:ea typeface="Barlow Light"/>
                          <a:cs typeface="Barlow Light"/>
                          <a:sym typeface="Barlow Light"/>
                        </a:rPr>
                        <a:t>Former patient</a:t>
                      </a:r>
                      <a:endParaRPr>
                        <a:solidFill>
                          <a:schemeClr val="dk1"/>
                        </a:solidFill>
                        <a:latin typeface="Barlow Light"/>
                        <a:ea typeface="Barlow Light"/>
                        <a:cs typeface="Barlow Light"/>
                        <a:sym typeface="Barlow Light"/>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c>
                  <a:txBody>
                    <a:bodyPr/>
                    <a:lstStyle/>
                    <a:p>
                      <a:pPr indent="0" lvl="0" marL="0" rtl="0" algn="ctr">
                        <a:spcBef>
                          <a:spcPts val="0"/>
                        </a:spcBef>
                        <a:spcAft>
                          <a:spcPts val="0"/>
                        </a:spcAft>
                        <a:buNone/>
                      </a:pPr>
                      <a:r>
                        <a:rPr lang="en" sz="1600">
                          <a:solidFill>
                            <a:schemeClr val="dk1"/>
                          </a:solidFill>
                          <a:latin typeface="Barlow Light"/>
                          <a:ea typeface="Barlow Light"/>
                          <a:cs typeface="Barlow Light"/>
                          <a:sym typeface="Barlow Light"/>
                        </a:rPr>
                        <a:t>_</a:t>
                      </a:r>
                      <a:endParaRPr sz="1600">
                        <a:solidFill>
                          <a:schemeClr val="dk1"/>
                        </a:solidFill>
                        <a:latin typeface="Barlow Light"/>
                        <a:ea typeface="Barlow Light"/>
                        <a:cs typeface="Barlow Light"/>
                        <a:sym typeface="Barlow Light"/>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c>
                  <a:txBody>
                    <a:bodyPr/>
                    <a:lstStyle/>
                    <a:p>
                      <a:pPr indent="0" lvl="0" marL="0" rtl="0" algn="ctr">
                        <a:spcBef>
                          <a:spcPts val="0"/>
                        </a:spcBef>
                        <a:spcAft>
                          <a:spcPts val="0"/>
                        </a:spcAft>
                        <a:buNone/>
                      </a:pPr>
                      <a:r>
                        <a:rPr lang="en" sz="1600">
                          <a:solidFill>
                            <a:schemeClr val="dk1"/>
                          </a:solidFill>
                          <a:latin typeface="Barlow Light"/>
                          <a:ea typeface="Barlow Light"/>
                          <a:cs typeface="Barlow Light"/>
                          <a:sym typeface="Barlow Light"/>
                        </a:rPr>
                        <a:t>_</a:t>
                      </a:r>
                      <a:endParaRPr sz="1600">
                        <a:solidFill>
                          <a:schemeClr val="dk1"/>
                        </a:solidFill>
                        <a:latin typeface="Barlow Light"/>
                        <a:ea typeface="Barlow Light"/>
                        <a:cs typeface="Barlow Light"/>
                        <a:sym typeface="Barlow Light"/>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r>
              <a:tr h="782225">
                <a:tc>
                  <a:txBody>
                    <a:bodyPr/>
                    <a:lstStyle/>
                    <a:p>
                      <a:pPr indent="0" lvl="0" marL="0" rtl="0" algn="ctr">
                        <a:spcBef>
                          <a:spcPts val="0"/>
                        </a:spcBef>
                        <a:spcAft>
                          <a:spcPts val="0"/>
                        </a:spcAft>
                        <a:buNone/>
                      </a:pPr>
                      <a:r>
                        <a:rPr lang="en" sz="1600">
                          <a:solidFill>
                            <a:schemeClr val="dk1"/>
                          </a:solidFill>
                          <a:latin typeface="Viga"/>
                          <a:ea typeface="Viga"/>
                          <a:cs typeface="Viga"/>
                          <a:sym typeface="Viga"/>
                        </a:rPr>
                        <a:t>Disease 2</a:t>
                      </a:r>
                      <a:endParaRPr sz="1600">
                        <a:solidFill>
                          <a:schemeClr val="dk1"/>
                        </a:solidFill>
                        <a:latin typeface="Viga"/>
                        <a:ea typeface="Viga"/>
                        <a:cs typeface="Viga"/>
                        <a:sym typeface="Viga"/>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c>
                  <a:txBody>
                    <a:bodyPr/>
                    <a:lstStyle/>
                    <a:p>
                      <a:pPr indent="0" lvl="0" marL="0" rtl="0" algn="ctr">
                        <a:spcBef>
                          <a:spcPts val="0"/>
                        </a:spcBef>
                        <a:spcAft>
                          <a:spcPts val="0"/>
                        </a:spcAft>
                        <a:buNone/>
                      </a:pPr>
                      <a:r>
                        <a:rPr lang="en">
                          <a:solidFill>
                            <a:schemeClr val="dk1"/>
                          </a:solidFill>
                          <a:latin typeface="Barlow Light"/>
                          <a:ea typeface="Barlow Light"/>
                          <a:cs typeface="Barlow Light"/>
                          <a:sym typeface="Barlow Light"/>
                        </a:rPr>
                        <a:t>Former patient</a:t>
                      </a:r>
                      <a:endParaRPr sz="1600">
                        <a:solidFill>
                          <a:schemeClr val="dk1"/>
                        </a:solidFill>
                        <a:latin typeface="Barlow Light"/>
                        <a:ea typeface="Barlow Light"/>
                        <a:cs typeface="Barlow Light"/>
                        <a:sym typeface="Barlow Light"/>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c>
                  <a:txBody>
                    <a:bodyPr/>
                    <a:lstStyle/>
                    <a:p>
                      <a:pPr indent="0" lvl="0" marL="0" rtl="0" algn="ctr">
                        <a:spcBef>
                          <a:spcPts val="0"/>
                        </a:spcBef>
                        <a:spcAft>
                          <a:spcPts val="0"/>
                        </a:spcAft>
                        <a:buNone/>
                      </a:pPr>
                      <a:r>
                        <a:rPr lang="en" sz="1600">
                          <a:solidFill>
                            <a:schemeClr val="dk1"/>
                          </a:solidFill>
                          <a:latin typeface="Barlow Light"/>
                          <a:ea typeface="Barlow Light"/>
                          <a:cs typeface="Barlow Light"/>
                          <a:sym typeface="Barlow Light"/>
                        </a:rPr>
                        <a:t>_</a:t>
                      </a:r>
                      <a:endParaRPr sz="1600">
                        <a:solidFill>
                          <a:schemeClr val="dk1"/>
                        </a:solidFill>
                        <a:latin typeface="Barlow Light"/>
                        <a:ea typeface="Barlow Light"/>
                        <a:cs typeface="Barlow Light"/>
                        <a:sym typeface="Barlow Light"/>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c>
                  <a:txBody>
                    <a:bodyPr/>
                    <a:lstStyle/>
                    <a:p>
                      <a:pPr indent="0" lvl="0" marL="0" rtl="0" algn="ctr">
                        <a:spcBef>
                          <a:spcPts val="0"/>
                        </a:spcBef>
                        <a:spcAft>
                          <a:spcPts val="0"/>
                        </a:spcAft>
                        <a:buNone/>
                      </a:pPr>
                      <a:r>
                        <a:rPr lang="en">
                          <a:solidFill>
                            <a:schemeClr val="dk1"/>
                          </a:solidFill>
                          <a:latin typeface="Barlow Light"/>
                          <a:ea typeface="Barlow Light"/>
                          <a:cs typeface="Barlow Light"/>
                          <a:sym typeface="Barlow Light"/>
                        </a:rPr>
                        <a:t>Former patient</a:t>
                      </a:r>
                      <a:endParaRPr sz="1600">
                        <a:solidFill>
                          <a:schemeClr val="dk1"/>
                        </a:solidFill>
                        <a:latin typeface="Barlow Light"/>
                        <a:ea typeface="Barlow Light"/>
                        <a:cs typeface="Barlow Light"/>
                        <a:sym typeface="Barlow Light"/>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r>
              <a:tr h="782225">
                <a:tc>
                  <a:txBody>
                    <a:bodyPr/>
                    <a:lstStyle/>
                    <a:p>
                      <a:pPr indent="0" lvl="0" marL="0" rtl="0" algn="ctr">
                        <a:spcBef>
                          <a:spcPts val="0"/>
                        </a:spcBef>
                        <a:spcAft>
                          <a:spcPts val="0"/>
                        </a:spcAft>
                        <a:buNone/>
                      </a:pPr>
                      <a:r>
                        <a:rPr lang="en" sz="1600">
                          <a:solidFill>
                            <a:schemeClr val="dk1"/>
                          </a:solidFill>
                          <a:latin typeface="Viga"/>
                          <a:ea typeface="Viga"/>
                          <a:cs typeface="Viga"/>
                          <a:sym typeface="Viga"/>
                        </a:rPr>
                        <a:t>Disease 3</a:t>
                      </a:r>
                      <a:endParaRPr sz="1600">
                        <a:solidFill>
                          <a:schemeClr val="dk1"/>
                        </a:solidFill>
                        <a:latin typeface="Viga"/>
                        <a:ea typeface="Viga"/>
                        <a:cs typeface="Viga"/>
                        <a:sym typeface="Viga"/>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c>
                  <a:txBody>
                    <a:bodyPr/>
                    <a:lstStyle/>
                    <a:p>
                      <a:pPr indent="0" lvl="0" marL="0" rtl="0" algn="ctr">
                        <a:spcBef>
                          <a:spcPts val="0"/>
                        </a:spcBef>
                        <a:spcAft>
                          <a:spcPts val="0"/>
                        </a:spcAft>
                        <a:buNone/>
                      </a:pPr>
                      <a:r>
                        <a:rPr lang="en" sz="1600">
                          <a:solidFill>
                            <a:schemeClr val="dk1"/>
                          </a:solidFill>
                          <a:latin typeface="Barlow Light"/>
                          <a:ea typeface="Barlow Light"/>
                          <a:cs typeface="Barlow Light"/>
                          <a:sym typeface="Barlow Light"/>
                        </a:rPr>
                        <a:t>_</a:t>
                      </a:r>
                      <a:endParaRPr sz="1600">
                        <a:solidFill>
                          <a:schemeClr val="dk1"/>
                        </a:solidFill>
                        <a:latin typeface="Barlow Light"/>
                        <a:ea typeface="Barlow Light"/>
                        <a:cs typeface="Barlow Light"/>
                        <a:sym typeface="Barlow Light"/>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c>
                  <a:txBody>
                    <a:bodyPr/>
                    <a:lstStyle/>
                    <a:p>
                      <a:pPr indent="0" lvl="0" marL="0" rtl="0" algn="ctr">
                        <a:spcBef>
                          <a:spcPts val="0"/>
                        </a:spcBef>
                        <a:spcAft>
                          <a:spcPts val="0"/>
                        </a:spcAft>
                        <a:buNone/>
                      </a:pPr>
                      <a:r>
                        <a:rPr lang="en">
                          <a:solidFill>
                            <a:schemeClr val="dk1"/>
                          </a:solidFill>
                          <a:latin typeface="Barlow Light"/>
                          <a:ea typeface="Barlow Light"/>
                          <a:cs typeface="Barlow Light"/>
                          <a:sym typeface="Barlow Light"/>
                        </a:rPr>
                        <a:t>Former patient</a:t>
                      </a:r>
                      <a:endParaRPr sz="1600">
                        <a:solidFill>
                          <a:schemeClr val="dk1"/>
                        </a:solidFill>
                        <a:latin typeface="Barlow Light"/>
                        <a:ea typeface="Barlow Light"/>
                        <a:cs typeface="Barlow Light"/>
                        <a:sym typeface="Barlow Light"/>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c>
                  <a:txBody>
                    <a:bodyPr/>
                    <a:lstStyle/>
                    <a:p>
                      <a:pPr indent="0" lvl="0" marL="0" rtl="0" algn="ctr">
                        <a:spcBef>
                          <a:spcPts val="0"/>
                        </a:spcBef>
                        <a:spcAft>
                          <a:spcPts val="0"/>
                        </a:spcAft>
                        <a:buNone/>
                      </a:pPr>
                      <a:r>
                        <a:rPr lang="en" sz="1600">
                          <a:solidFill>
                            <a:schemeClr val="dk1"/>
                          </a:solidFill>
                          <a:latin typeface="Barlow Light"/>
                          <a:ea typeface="Barlow Light"/>
                          <a:cs typeface="Barlow Light"/>
                          <a:sym typeface="Barlow Light"/>
                        </a:rPr>
                        <a:t>_</a:t>
                      </a:r>
                      <a:endParaRPr sz="1600">
                        <a:solidFill>
                          <a:schemeClr val="dk1"/>
                        </a:solidFill>
                        <a:latin typeface="Barlow Light"/>
                        <a:ea typeface="Barlow Light"/>
                        <a:cs typeface="Barlow Light"/>
                        <a:sym typeface="Barlow Light"/>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rgbClr val="444377">
                        <a:alpha val="66070"/>
                      </a:srgbClr>
                    </a:solidFill>
                  </a:tcPr>
                </a:tc>
              </a:tr>
            </a:tbl>
          </a:graphicData>
        </a:graphic>
      </p:graphicFrame>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444" name="Shape 444"/>
        <p:cNvGrpSpPr/>
        <p:nvPr/>
      </p:nvGrpSpPr>
      <p:grpSpPr>
        <a:xfrm>
          <a:off x="0" y="0"/>
          <a:ext cx="0" cy="0"/>
          <a:chOff x="0" y="0"/>
          <a:chExt cx="0" cy="0"/>
        </a:xfrm>
      </p:grpSpPr>
      <p:sp>
        <p:nvSpPr>
          <p:cNvPr id="445" name="Google Shape;445;p36"/>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 of </a:t>
            </a:r>
            <a:r>
              <a:rPr lang="en">
                <a:solidFill>
                  <a:schemeClr val="lt2"/>
                </a:solidFill>
              </a:rPr>
              <a:t>Systems</a:t>
            </a:r>
            <a:endParaRPr>
              <a:solidFill>
                <a:schemeClr val="lt2"/>
              </a:solidFill>
            </a:endParaRPr>
          </a:p>
        </p:txBody>
      </p:sp>
      <p:sp>
        <p:nvSpPr>
          <p:cNvPr id="446" name="Google Shape;446;p36"/>
          <p:cNvSpPr txBox="1"/>
          <p:nvPr>
            <p:ph idx="4294967295" type="subTitle"/>
          </p:nvPr>
        </p:nvSpPr>
        <p:spPr>
          <a:xfrm>
            <a:off x="1438496" y="1632291"/>
            <a:ext cx="24462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600">
                <a:solidFill>
                  <a:srgbClr val="F3F3F3"/>
                </a:solidFill>
              </a:rPr>
              <a:t>Despite being red, Mars is a cold place</a:t>
            </a:r>
            <a:endParaRPr sz="1600">
              <a:solidFill>
                <a:srgbClr val="F3F3F3"/>
              </a:solidFill>
            </a:endParaRPr>
          </a:p>
        </p:txBody>
      </p:sp>
      <p:sp>
        <p:nvSpPr>
          <p:cNvPr id="447" name="Google Shape;447;p36"/>
          <p:cNvSpPr/>
          <p:nvPr/>
        </p:nvSpPr>
        <p:spPr>
          <a:xfrm>
            <a:off x="720009" y="1632300"/>
            <a:ext cx="523103" cy="531522"/>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6"/>
          <p:cNvSpPr/>
          <p:nvPr/>
        </p:nvSpPr>
        <p:spPr>
          <a:xfrm>
            <a:off x="720009" y="2628050"/>
            <a:ext cx="523103" cy="531522"/>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4443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6"/>
          <p:cNvSpPr/>
          <p:nvPr/>
        </p:nvSpPr>
        <p:spPr>
          <a:xfrm>
            <a:off x="720009" y="3581337"/>
            <a:ext cx="523103" cy="531522"/>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6"/>
          <p:cNvSpPr txBox="1"/>
          <p:nvPr>
            <p:ph idx="4294967295" type="subTitle"/>
          </p:nvPr>
        </p:nvSpPr>
        <p:spPr>
          <a:xfrm>
            <a:off x="1438496" y="2584378"/>
            <a:ext cx="24462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600">
                <a:solidFill>
                  <a:srgbClr val="F3F3F3"/>
                </a:solidFill>
              </a:rPr>
              <a:t>Mercury was named after a Roman god</a:t>
            </a:r>
            <a:endParaRPr sz="1600">
              <a:solidFill>
                <a:srgbClr val="F3F3F3"/>
              </a:solidFill>
            </a:endParaRPr>
          </a:p>
        </p:txBody>
      </p:sp>
      <p:sp>
        <p:nvSpPr>
          <p:cNvPr id="451" name="Google Shape;451;p36"/>
          <p:cNvSpPr txBox="1"/>
          <p:nvPr>
            <p:ph idx="4294967295" type="subTitle"/>
          </p:nvPr>
        </p:nvSpPr>
        <p:spPr>
          <a:xfrm>
            <a:off x="1438496" y="3537653"/>
            <a:ext cx="24462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600">
                <a:solidFill>
                  <a:srgbClr val="F3F3F3"/>
                </a:solidFill>
              </a:rPr>
              <a:t>Venus has a beautiful name, but it’s hot</a:t>
            </a:r>
            <a:endParaRPr sz="1600">
              <a:solidFill>
                <a:srgbClr val="F3F3F3"/>
              </a:solidFill>
            </a:endParaRPr>
          </a:p>
        </p:txBody>
      </p:sp>
      <p:sp>
        <p:nvSpPr>
          <p:cNvPr id="452" name="Google Shape;452;p36"/>
          <p:cNvSpPr txBox="1"/>
          <p:nvPr>
            <p:ph idx="4294967295" type="subTitle"/>
          </p:nvPr>
        </p:nvSpPr>
        <p:spPr>
          <a:xfrm>
            <a:off x="5977571" y="1642578"/>
            <a:ext cx="24462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600">
                <a:solidFill>
                  <a:srgbClr val="F3F3F3"/>
                </a:solidFill>
              </a:rPr>
              <a:t>Jupiter is the biggest planet and a gas giant</a:t>
            </a:r>
            <a:endParaRPr sz="1600">
              <a:solidFill>
                <a:srgbClr val="F3F3F3"/>
              </a:solidFill>
            </a:endParaRPr>
          </a:p>
        </p:txBody>
      </p:sp>
      <p:sp>
        <p:nvSpPr>
          <p:cNvPr id="453" name="Google Shape;453;p36"/>
          <p:cNvSpPr/>
          <p:nvPr/>
        </p:nvSpPr>
        <p:spPr>
          <a:xfrm>
            <a:off x="5259084" y="1642587"/>
            <a:ext cx="523103" cy="531522"/>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4443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6"/>
          <p:cNvSpPr/>
          <p:nvPr/>
        </p:nvSpPr>
        <p:spPr>
          <a:xfrm>
            <a:off x="5259084" y="2638337"/>
            <a:ext cx="523103" cy="531522"/>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6"/>
          <p:cNvSpPr/>
          <p:nvPr/>
        </p:nvSpPr>
        <p:spPr>
          <a:xfrm>
            <a:off x="5259084" y="3591625"/>
            <a:ext cx="523103" cy="531522"/>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6"/>
          <p:cNvSpPr txBox="1"/>
          <p:nvPr>
            <p:ph idx="4294967295" type="subTitle"/>
          </p:nvPr>
        </p:nvSpPr>
        <p:spPr>
          <a:xfrm>
            <a:off x="5977571" y="2594666"/>
            <a:ext cx="24462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600">
                <a:solidFill>
                  <a:srgbClr val="F3F3F3"/>
                </a:solidFill>
              </a:rPr>
              <a:t>Saturn is a gas giant and has several rings</a:t>
            </a:r>
            <a:endParaRPr sz="1600">
              <a:solidFill>
                <a:srgbClr val="F3F3F3"/>
              </a:solidFill>
            </a:endParaRPr>
          </a:p>
        </p:txBody>
      </p:sp>
      <p:sp>
        <p:nvSpPr>
          <p:cNvPr id="457" name="Google Shape;457;p36"/>
          <p:cNvSpPr txBox="1"/>
          <p:nvPr>
            <p:ph idx="4294967295" type="subTitle"/>
          </p:nvPr>
        </p:nvSpPr>
        <p:spPr>
          <a:xfrm>
            <a:off x="5977571" y="3547941"/>
            <a:ext cx="24462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600">
                <a:solidFill>
                  <a:srgbClr val="F3F3F3"/>
                </a:solidFill>
              </a:rPr>
              <a:t>Neptune is the farthest planet from the Sun</a:t>
            </a:r>
            <a:endParaRPr sz="1600">
              <a:solidFill>
                <a:srgbClr val="F3F3F3"/>
              </a:solidFill>
            </a:endParaRPr>
          </a:p>
        </p:txBody>
      </p:sp>
      <p:grpSp>
        <p:nvGrpSpPr>
          <p:cNvPr id="458" name="Google Shape;458;p36"/>
          <p:cNvGrpSpPr/>
          <p:nvPr/>
        </p:nvGrpSpPr>
        <p:grpSpPr>
          <a:xfrm>
            <a:off x="862903" y="1775372"/>
            <a:ext cx="248550" cy="245308"/>
            <a:chOff x="4393000" y="1086150"/>
            <a:chExt cx="729100" cy="607650"/>
          </a:xfrm>
        </p:grpSpPr>
        <p:sp>
          <p:nvSpPr>
            <p:cNvPr id="459" name="Google Shape;459;p36"/>
            <p:cNvSpPr/>
            <p:nvPr/>
          </p:nvSpPr>
          <p:spPr>
            <a:xfrm>
              <a:off x="4393000" y="1086150"/>
              <a:ext cx="729100" cy="607650"/>
            </a:xfrm>
            <a:custGeom>
              <a:rect b="b" l="l" r="r" t="t"/>
              <a:pathLst>
                <a:path extrusionOk="0" h="24306" w="29164">
                  <a:moveTo>
                    <a:pt x="0" y="9809"/>
                  </a:moveTo>
                  <a:cubicBezTo>
                    <a:pt x="1802" y="9187"/>
                    <a:pt x="3533" y="8588"/>
                    <a:pt x="5328" y="7970"/>
                  </a:cubicBezTo>
                  <a:cubicBezTo>
                    <a:pt x="6034" y="8578"/>
                    <a:pt x="6342" y="9458"/>
                    <a:pt x="6711" y="10302"/>
                  </a:cubicBezTo>
                  <a:cubicBezTo>
                    <a:pt x="7066" y="11109"/>
                    <a:pt x="7462" y="11896"/>
                    <a:pt x="7855" y="12719"/>
                  </a:cubicBezTo>
                  <a:cubicBezTo>
                    <a:pt x="13888" y="8453"/>
                    <a:pt x="19862" y="4228"/>
                    <a:pt x="25846" y="0"/>
                  </a:cubicBezTo>
                  <a:cubicBezTo>
                    <a:pt x="27168" y="911"/>
                    <a:pt x="27908" y="2114"/>
                    <a:pt x="28785" y="3178"/>
                  </a:cubicBezTo>
                  <a:cubicBezTo>
                    <a:pt x="29164" y="3634"/>
                    <a:pt x="28921" y="4499"/>
                    <a:pt x="28281" y="4865"/>
                  </a:cubicBezTo>
                  <a:cubicBezTo>
                    <a:pt x="25252" y="6575"/>
                    <a:pt x="23235" y="9381"/>
                    <a:pt x="20812" y="11735"/>
                  </a:cubicBezTo>
                  <a:cubicBezTo>
                    <a:pt x="19250" y="13255"/>
                    <a:pt x="17918" y="15014"/>
                    <a:pt x="16454" y="16635"/>
                  </a:cubicBezTo>
                  <a:cubicBezTo>
                    <a:pt x="15238" y="17980"/>
                    <a:pt x="13954" y="19264"/>
                    <a:pt x="12741" y="20609"/>
                  </a:cubicBezTo>
                  <a:cubicBezTo>
                    <a:pt x="11930" y="21503"/>
                    <a:pt x="11162" y="22438"/>
                    <a:pt x="10425" y="23395"/>
                  </a:cubicBezTo>
                  <a:cubicBezTo>
                    <a:pt x="9924" y="24041"/>
                    <a:pt x="9396" y="24306"/>
                    <a:pt x="8530" y="24191"/>
                  </a:cubicBezTo>
                  <a:cubicBezTo>
                    <a:pt x="7480" y="24048"/>
                    <a:pt x="6395" y="24131"/>
                    <a:pt x="5328" y="24163"/>
                  </a:cubicBezTo>
                  <a:cubicBezTo>
                    <a:pt x="4214" y="24194"/>
                    <a:pt x="3836" y="24035"/>
                    <a:pt x="3593" y="22995"/>
                  </a:cubicBezTo>
                  <a:cubicBezTo>
                    <a:pt x="2726" y="19284"/>
                    <a:pt x="1294" y="15717"/>
                    <a:pt x="762" y="11916"/>
                  </a:cubicBezTo>
                  <a:cubicBezTo>
                    <a:pt x="668" y="11255"/>
                    <a:pt x="306" y="10630"/>
                    <a:pt x="0" y="9809"/>
                  </a:cubicBezTo>
                  <a:close/>
                  <a:moveTo>
                    <a:pt x="25791" y="1592"/>
                  </a:moveTo>
                  <a:cubicBezTo>
                    <a:pt x="23527" y="3125"/>
                    <a:pt x="21399" y="4527"/>
                    <a:pt x="19313" y="5995"/>
                  </a:cubicBezTo>
                  <a:cubicBezTo>
                    <a:pt x="16615" y="7890"/>
                    <a:pt x="13941" y="9819"/>
                    <a:pt x="11284" y="11774"/>
                  </a:cubicBezTo>
                  <a:cubicBezTo>
                    <a:pt x="10272" y="12514"/>
                    <a:pt x="9354" y="13380"/>
                    <a:pt x="8370" y="14159"/>
                  </a:cubicBezTo>
                  <a:cubicBezTo>
                    <a:pt x="7727" y="14670"/>
                    <a:pt x="7331" y="14545"/>
                    <a:pt x="7007" y="13780"/>
                  </a:cubicBezTo>
                  <a:cubicBezTo>
                    <a:pt x="6569" y="12754"/>
                    <a:pt x="6151" y="11721"/>
                    <a:pt x="5700" y="10703"/>
                  </a:cubicBezTo>
                  <a:cubicBezTo>
                    <a:pt x="5519" y="10292"/>
                    <a:pt x="5272" y="9914"/>
                    <a:pt x="5011" y="9444"/>
                  </a:cubicBezTo>
                  <a:cubicBezTo>
                    <a:pt x="3829" y="9896"/>
                    <a:pt x="2765" y="10302"/>
                    <a:pt x="1548" y="10772"/>
                  </a:cubicBezTo>
                  <a:cubicBezTo>
                    <a:pt x="2035" y="12970"/>
                    <a:pt x="2441" y="15063"/>
                    <a:pt x="2973" y="17125"/>
                  </a:cubicBezTo>
                  <a:cubicBezTo>
                    <a:pt x="3391" y="18742"/>
                    <a:pt x="3964" y="20321"/>
                    <a:pt x="4469" y="21917"/>
                  </a:cubicBezTo>
                  <a:cubicBezTo>
                    <a:pt x="4643" y="22470"/>
                    <a:pt x="4970" y="22751"/>
                    <a:pt x="5591" y="22730"/>
                  </a:cubicBezTo>
                  <a:cubicBezTo>
                    <a:pt x="6423" y="22703"/>
                    <a:pt x="7257" y="22716"/>
                    <a:pt x="8088" y="22783"/>
                  </a:cubicBezTo>
                  <a:cubicBezTo>
                    <a:pt x="8648" y="22828"/>
                    <a:pt x="9055" y="22682"/>
                    <a:pt x="9448" y="22271"/>
                  </a:cubicBezTo>
                  <a:cubicBezTo>
                    <a:pt x="11325" y="20331"/>
                    <a:pt x="13280" y="18460"/>
                    <a:pt x="15113" y="16478"/>
                  </a:cubicBezTo>
                  <a:cubicBezTo>
                    <a:pt x="17891" y="13474"/>
                    <a:pt x="20540" y="10348"/>
                    <a:pt x="23458" y="7465"/>
                  </a:cubicBezTo>
                  <a:cubicBezTo>
                    <a:pt x="24720" y="6221"/>
                    <a:pt x="25944" y="4961"/>
                    <a:pt x="27422" y="3977"/>
                  </a:cubicBezTo>
                  <a:cubicBezTo>
                    <a:pt x="27484" y="3936"/>
                    <a:pt x="27494" y="3821"/>
                    <a:pt x="27575" y="3637"/>
                  </a:cubicBezTo>
                  <a:cubicBezTo>
                    <a:pt x="27035" y="3018"/>
                    <a:pt x="26462" y="2361"/>
                    <a:pt x="25791" y="1592"/>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6"/>
            <p:cNvSpPr/>
            <p:nvPr/>
          </p:nvSpPr>
          <p:spPr>
            <a:xfrm>
              <a:off x="4431700" y="1125950"/>
              <a:ext cx="650675" cy="530900"/>
            </a:xfrm>
            <a:custGeom>
              <a:rect b="b" l="l" r="r" t="t"/>
              <a:pathLst>
                <a:path extrusionOk="0" h="21236" w="26027">
                  <a:moveTo>
                    <a:pt x="24243" y="0"/>
                  </a:moveTo>
                  <a:cubicBezTo>
                    <a:pt x="24914" y="769"/>
                    <a:pt x="25487" y="1426"/>
                    <a:pt x="26027" y="2045"/>
                  </a:cubicBezTo>
                  <a:cubicBezTo>
                    <a:pt x="25946" y="2229"/>
                    <a:pt x="25936" y="2344"/>
                    <a:pt x="25874" y="2385"/>
                  </a:cubicBezTo>
                  <a:cubicBezTo>
                    <a:pt x="24396" y="3369"/>
                    <a:pt x="23172" y="4629"/>
                    <a:pt x="21910" y="5873"/>
                  </a:cubicBezTo>
                  <a:cubicBezTo>
                    <a:pt x="18992" y="8756"/>
                    <a:pt x="16343" y="11882"/>
                    <a:pt x="13565" y="14886"/>
                  </a:cubicBezTo>
                  <a:cubicBezTo>
                    <a:pt x="11732" y="16868"/>
                    <a:pt x="9777" y="18739"/>
                    <a:pt x="7900" y="20679"/>
                  </a:cubicBezTo>
                  <a:cubicBezTo>
                    <a:pt x="7507" y="21090"/>
                    <a:pt x="7100" y="21236"/>
                    <a:pt x="6540" y="21191"/>
                  </a:cubicBezTo>
                  <a:cubicBezTo>
                    <a:pt x="5709" y="21124"/>
                    <a:pt x="4875" y="21111"/>
                    <a:pt x="4043" y="21138"/>
                  </a:cubicBezTo>
                  <a:cubicBezTo>
                    <a:pt x="3422" y="21159"/>
                    <a:pt x="3095" y="20878"/>
                    <a:pt x="2921" y="20325"/>
                  </a:cubicBezTo>
                  <a:cubicBezTo>
                    <a:pt x="2416" y="18729"/>
                    <a:pt x="1843" y="17150"/>
                    <a:pt x="1425" y="15533"/>
                  </a:cubicBezTo>
                  <a:cubicBezTo>
                    <a:pt x="893" y="13471"/>
                    <a:pt x="487" y="11378"/>
                    <a:pt x="0" y="9180"/>
                  </a:cubicBezTo>
                  <a:cubicBezTo>
                    <a:pt x="1217" y="8710"/>
                    <a:pt x="2281" y="8304"/>
                    <a:pt x="3463" y="7852"/>
                  </a:cubicBezTo>
                  <a:cubicBezTo>
                    <a:pt x="3724" y="8322"/>
                    <a:pt x="3971" y="8700"/>
                    <a:pt x="4152" y="9111"/>
                  </a:cubicBezTo>
                  <a:cubicBezTo>
                    <a:pt x="4603" y="10129"/>
                    <a:pt x="5021" y="11162"/>
                    <a:pt x="5459" y="12188"/>
                  </a:cubicBezTo>
                  <a:cubicBezTo>
                    <a:pt x="5783" y="12953"/>
                    <a:pt x="6179" y="13078"/>
                    <a:pt x="6822" y="12567"/>
                  </a:cubicBezTo>
                  <a:cubicBezTo>
                    <a:pt x="7806" y="11788"/>
                    <a:pt x="8724" y="10922"/>
                    <a:pt x="9736" y="10182"/>
                  </a:cubicBezTo>
                  <a:cubicBezTo>
                    <a:pt x="12393" y="8227"/>
                    <a:pt x="15067" y="6298"/>
                    <a:pt x="17765" y="4403"/>
                  </a:cubicBezTo>
                  <a:cubicBezTo>
                    <a:pt x="19851" y="2935"/>
                    <a:pt x="21979" y="1533"/>
                    <a:pt x="2424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 name="Google Shape;461;p36"/>
          <p:cNvGrpSpPr/>
          <p:nvPr/>
        </p:nvGrpSpPr>
        <p:grpSpPr>
          <a:xfrm>
            <a:off x="5409842" y="2781419"/>
            <a:ext cx="248550" cy="245308"/>
            <a:chOff x="4393000" y="1086150"/>
            <a:chExt cx="729100" cy="607650"/>
          </a:xfrm>
        </p:grpSpPr>
        <p:sp>
          <p:nvSpPr>
            <p:cNvPr id="462" name="Google Shape;462;p36"/>
            <p:cNvSpPr/>
            <p:nvPr/>
          </p:nvSpPr>
          <p:spPr>
            <a:xfrm>
              <a:off x="4393000" y="1086150"/>
              <a:ext cx="729100" cy="607650"/>
            </a:xfrm>
            <a:custGeom>
              <a:rect b="b" l="l" r="r" t="t"/>
              <a:pathLst>
                <a:path extrusionOk="0" h="24306" w="29164">
                  <a:moveTo>
                    <a:pt x="0" y="9809"/>
                  </a:moveTo>
                  <a:cubicBezTo>
                    <a:pt x="1802" y="9187"/>
                    <a:pt x="3533" y="8588"/>
                    <a:pt x="5328" y="7970"/>
                  </a:cubicBezTo>
                  <a:cubicBezTo>
                    <a:pt x="6034" y="8578"/>
                    <a:pt x="6342" y="9458"/>
                    <a:pt x="6711" y="10302"/>
                  </a:cubicBezTo>
                  <a:cubicBezTo>
                    <a:pt x="7066" y="11109"/>
                    <a:pt x="7462" y="11896"/>
                    <a:pt x="7855" y="12719"/>
                  </a:cubicBezTo>
                  <a:cubicBezTo>
                    <a:pt x="13888" y="8453"/>
                    <a:pt x="19862" y="4228"/>
                    <a:pt x="25846" y="0"/>
                  </a:cubicBezTo>
                  <a:cubicBezTo>
                    <a:pt x="27168" y="911"/>
                    <a:pt x="27908" y="2114"/>
                    <a:pt x="28785" y="3178"/>
                  </a:cubicBezTo>
                  <a:cubicBezTo>
                    <a:pt x="29164" y="3634"/>
                    <a:pt x="28921" y="4499"/>
                    <a:pt x="28281" y="4865"/>
                  </a:cubicBezTo>
                  <a:cubicBezTo>
                    <a:pt x="25252" y="6575"/>
                    <a:pt x="23235" y="9381"/>
                    <a:pt x="20812" y="11735"/>
                  </a:cubicBezTo>
                  <a:cubicBezTo>
                    <a:pt x="19250" y="13255"/>
                    <a:pt x="17918" y="15014"/>
                    <a:pt x="16454" y="16635"/>
                  </a:cubicBezTo>
                  <a:cubicBezTo>
                    <a:pt x="15238" y="17980"/>
                    <a:pt x="13954" y="19264"/>
                    <a:pt x="12741" y="20609"/>
                  </a:cubicBezTo>
                  <a:cubicBezTo>
                    <a:pt x="11930" y="21503"/>
                    <a:pt x="11162" y="22438"/>
                    <a:pt x="10425" y="23395"/>
                  </a:cubicBezTo>
                  <a:cubicBezTo>
                    <a:pt x="9924" y="24041"/>
                    <a:pt x="9396" y="24306"/>
                    <a:pt x="8530" y="24191"/>
                  </a:cubicBezTo>
                  <a:cubicBezTo>
                    <a:pt x="7480" y="24048"/>
                    <a:pt x="6395" y="24131"/>
                    <a:pt x="5328" y="24163"/>
                  </a:cubicBezTo>
                  <a:cubicBezTo>
                    <a:pt x="4214" y="24194"/>
                    <a:pt x="3836" y="24035"/>
                    <a:pt x="3593" y="22995"/>
                  </a:cubicBezTo>
                  <a:cubicBezTo>
                    <a:pt x="2726" y="19284"/>
                    <a:pt x="1294" y="15717"/>
                    <a:pt x="762" y="11916"/>
                  </a:cubicBezTo>
                  <a:cubicBezTo>
                    <a:pt x="668" y="11255"/>
                    <a:pt x="306" y="10630"/>
                    <a:pt x="0" y="9809"/>
                  </a:cubicBezTo>
                  <a:close/>
                  <a:moveTo>
                    <a:pt x="25791" y="1592"/>
                  </a:moveTo>
                  <a:cubicBezTo>
                    <a:pt x="23527" y="3125"/>
                    <a:pt x="21399" y="4527"/>
                    <a:pt x="19313" y="5995"/>
                  </a:cubicBezTo>
                  <a:cubicBezTo>
                    <a:pt x="16615" y="7890"/>
                    <a:pt x="13941" y="9819"/>
                    <a:pt x="11284" y="11774"/>
                  </a:cubicBezTo>
                  <a:cubicBezTo>
                    <a:pt x="10272" y="12514"/>
                    <a:pt x="9354" y="13380"/>
                    <a:pt x="8370" y="14159"/>
                  </a:cubicBezTo>
                  <a:cubicBezTo>
                    <a:pt x="7727" y="14670"/>
                    <a:pt x="7331" y="14545"/>
                    <a:pt x="7007" y="13780"/>
                  </a:cubicBezTo>
                  <a:cubicBezTo>
                    <a:pt x="6569" y="12754"/>
                    <a:pt x="6151" y="11721"/>
                    <a:pt x="5700" y="10703"/>
                  </a:cubicBezTo>
                  <a:cubicBezTo>
                    <a:pt x="5519" y="10292"/>
                    <a:pt x="5272" y="9914"/>
                    <a:pt x="5011" y="9444"/>
                  </a:cubicBezTo>
                  <a:cubicBezTo>
                    <a:pt x="3829" y="9896"/>
                    <a:pt x="2765" y="10302"/>
                    <a:pt x="1548" y="10772"/>
                  </a:cubicBezTo>
                  <a:cubicBezTo>
                    <a:pt x="2035" y="12970"/>
                    <a:pt x="2441" y="15063"/>
                    <a:pt x="2973" y="17125"/>
                  </a:cubicBezTo>
                  <a:cubicBezTo>
                    <a:pt x="3391" y="18742"/>
                    <a:pt x="3964" y="20321"/>
                    <a:pt x="4469" y="21917"/>
                  </a:cubicBezTo>
                  <a:cubicBezTo>
                    <a:pt x="4643" y="22470"/>
                    <a:pt x="4970" y="22751"/>
                    <a:pt x="5591" y="22730"/>
                  </a:cubicBezTo>
                  <a:cubicBezTo>
                    <a:pt x="6423" y="22703"/>
                    <a:pt x="7257" y="22716"/>
                    <a:pt x="8088" y="22783"/>
                  </a:cubicBezTo>
                  <a:cubicBezTo>
                    <a:pt x="8648" y="22828"/>
                    <a:pt x="9055" y="22682"/>
                    <a:pt x="9448" y="22271"/>
                  </a:cubicBezTo>
                  <a:cubicBezTo>
                    <a:pt x="11325" y="20331"/>
                    <a:pt x="13280" y="18460"/>
                    <a:pt x="15113" y="16478"/>
                  </a:cubicBezTo>
                  <a:cubicBezTo>
                    <a:pt x="17891" y="13474"/>
                    <a:pt x="20540" y="10348"/>
                    <a:pt x="23458" y="7465"/>
                  </a:cubicBezTo>
                  <a:cubicBezTo>
                    <a:pt x="24720" y="6221"/>
                    <a:pt x="25944" y="4961"/>
                    <a:pt x="27422" y="3977"/>
                  </a:cubicBezTo>
                  <a:cubicBezTo>
                    <a:pt x="27484" y="3936"/>
                    <a:pt x="27494" y="3821"/>
                    <a:pt x="27575" y="3637"/>
                  </a:cubicBezTo>
                  <a:cubicBezTo>
                    <a:pt x="27035" y="3018"/>
                    <a:pt x="26462" y="2361"/>
                    <a:pt x="25791" y="1592"/>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6"/>
            <p:cNvSpPr/>
            <p:nvPr/>
          </p:nvSpPr>
          <p:spPr>
            <a:xfrm>
              <a:off x="4431700" y="1125950"/>
              <a:ext cx="650675" cy="530900"/>
            </a:xfrm>
            <a:custGeom>
              <a:rect b="b" l="l" r="r" t="t"/>
              <a:pathLst>
                <a:path extrusionOk="0" h="21236" w="26027">
                  <a:moveTo>
                    <a:pt x="24243" y="0"/>
                  </a:moveTo>
                  <a:cubicBezTo>
                    <a:pt x="24914" y="769"/>
                    <a:pt x="25487" y="1426"/>
                    <a:pt x="26027" y="2045"/>
                  </a:cubicBezTo>
                  <a:cubicBezTo>
                    <a:pt x="25946" y="2229"/>
                    <a:pt x="25936" y="2344"/>
                    <a:pt x="25874" y="2385"/>
                  </a:cubicBezTo>
                  <a:cubicBezTo>
                    <a:pt x="24396" y="3369"/>
                    <a:pt x="23172" y="4629"/>
                    <a:pt x="21910" y="5873"/>
                  </a:cubicBezTo>
                  <a:cubicBezTo>
                    <a:pt x="18992" y="8756"/>
                    <a:pt x="16343" y="11882"/>
                    <a:pt x="13565" y="14886"/>
                  </a:cubicBezTo>
                  <a:cubicBezTo>
                    <a:pt x="11732" y="16868"/>
                    <a:pt x="9777" y="18739"/>
                    <a:pt x="7900" y="20679"/>
                  </a:cubicBezTo>
                  <a:cubicBezTo>
                    <a:pt x="7507" y="21090"/>
                    <a:pt x="7100" y="21236"/>
                    <a:pt x="6540" y="21191"/>
                  </a:cubicBezTo>
                  <a:cubicBezTo>
                    <a:pt x="5709" y="21124"/>
                    <a:pt x="4875" y="21111"/>
                    <a:pt x="4043" y="21138"/>
                  </a:cubicBezTo>
                  <a:cubicBezTo>
                    <a:pt x="3422" y="21159"/>
                    <a:pt x="3095" y="20878"/>
                    <a:pt x="2921" y="20325"/>
                  </a:cubicBezTo>
                  <a:cubicBezTo>
                    <a:pt x="2416" y="18729"/>
                    <a:pt x="1843" y="17150"/>
                    <a:pt x="1425" y="15533"/>
                  </a:cubicBezTo>
                  <a:cubicBezTo>
                    <a:pt x="893" y="13471"/>
                    <a:pt x="487" y="11378"/>
                    <a:pt x="0" y="9180"/>
                  </a:cubicBezTo>
                  <a:cubicBezTo>
                    <a:pt x="1217" y="8710"/>
                    <a:pt x="2281" y="8304"/>
                    <a:pt x="3463" y="7852"/>
                  </a:cubicBezTo>
                  <a:cubicBezTo>
                    <a:pt x="3724" y="8322"/>
                    <a:pt x="3971" y="8700"/>
                    <a:pt x="4152" y="9111"/>
                  </a:cubicBezTo>
                  <a:cubicBezTo>
                    <a:pt x="4603" y="10129"/>
                    <a:pt x="5021" y="11162"/>
                    <a:pt x="5459" y="12188"/>
                  </a:cubicBezTo>
                  <a:cubicBezTo>
                    <a:pt x="5783" y="12953"/>
                    <a:pt x="6179" y="13078"/>
                    <a:pt x="6822" y="12567"/>
                  </a:cubicBezTo>
                  <a:cubicBezTo>
                    <a:pt x="7806" y="11788"/>
                    <a:pt x="8724" y="10922"/>
                    <a:pt x="9736" y="10182"/>
                  </a:cubicBezTo>
                  <a:cubicBezTo>
                    <a:pt x="12393" y="8227"/>
                    <a:pt x="15067" y="6298"/>
                    <a:pt x="17765" y="4403"/>
                  </a:cubicBezTo>
                  <a:cubicBezTo>
                    <a:pt x="19851" y="2935"/>
                    <a:pt x="21979" y="1533"/>
                    <a:pt x="2424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 name="Google Shape;464;p36"/>
          <p:cNvGrpSpPr/>
          <p:nvPr/>
        </p:nvGrpSpPr>
        <p:grpSpPr>
          <a:xfrm>
            <a:off x="5409842" y="3734732"/>
            <a:ext cx="248550" cy="245308"/>
            <a:chOff x="4393000" y="1086150"/>
            <a:chExt cx="729100" cy="607650"/>
          </a:xfrm>
        </p:grpSpPr>
        <p:sp>
          <p:nvSpPr>
            <p:cNvPr id="465" name="Google Shape;465;p36"/>
            <p:cNvSpPr/>
            <p:nvPr/>
          </p:nvSpPr>
          <p:spPr>
            <a:xfrm>
              <a:off x="4393000" y="1086150"/>
              <a:ext cx="729100" cy="607650"/>
            </a:xfrm>
            <a:custGeom>
              <a:rect b="b" l="l" r="r" t="t"/>
              <a:pathLst>
                <a:path extrusionOk="0" h="24306" w="29164">
                  <a:moveTo>
                    <a:pt x="0" y="9809"/>
                  </a:moveTo>
                  <a:cubicBezTo>
                    <a:pt x="1802" y="9187"/>
                    <a:pt x="3533" y="8588"/>
                    <a:pt x="5328" y="7970"/>
                  </a:cubicBezTo>
                  <a:cubicBezTo>
                    <a:pt x="6034" y="8578"/>
                    <a:pt x="6342" y="9458"/>
                    <a:pt x="6711" y="10302"/>
                  </a:cubicBezTo>
                  <a:cubicBezTo>
                    <a:pt x="7066" y="11109"/>
                    <a:pt x="7462" y="11896"/>
                    <a:pt x="7855" y="12719"/>
                  </a:cubicBezTo>
                  <a:cubicBezTo>
                    <a:pt x="13888" y="8453"/>
                    <a:pt x="19862" y="4228"/>
                    <a:pt x="25846" y="0"/>
                  </a:cubicBezTo>
                  <a:cubicBezTo>
                    <a:pt x="27168" y="911"/>
                    <a:pt x="27908" y="2114"/>
                    <a:pt x="28785" y="3178"/>
                  </a:cubicBezTo>
                  <a:cubicBezTo>
                    <a:pt x="29164" y="3634"/>
                    <a:pt x="28921" y="4499"/>
                    <a:pt x="28281" y="4865"/>
                  </a:cubicBezTo>
                  <a:cubicBezTo>
                    <a:pt x="25252" y="6575"/>
                    <a:pt x="23235" y="9381"/>
                    <a:pt x="20812" y="11735"/>
                  </a:cubicBezTo>
                  <a:cubicBezTo>
                    <a:pt x="19250" y="13255"/>
                    <a:pt x="17918" y="15014"/>
                    <a:pt x="16454" y="16635"/>
                  </a:cubicBezTo>
                  <a:cubicBezTo>
                    <a:pt x="15238" y="17980"/>
                    <a:pt x="13954" y="19264"/>
                    <a:pt x="12741" y="20609"/>
                  </a:cubicBezTo>
                  <a:cubicBezTo>
                    <a:pt x="11930" y="21503"/>
                    <a:pt x="11162" y="22438"/>
                    <a:pt x="10425" y="23395"/>
                  </a:cubicBezTo>
                  <a:cubicBezTo>
                    <a:pt x="9924" y="24041"/>
                    <a:pt x="9396" y="24306"/>
                    <a:pt x="8530" y="24191"/>
                  </a:cubicBezTo>
                  <a:cubicBezTo>
                    <a:pt x="7480" y="24048"/>
                    <a:pt x="6395" y="24131"/>
                    <a:pt x="5328" y="24163"/>
                  </a:cubicBezTo>
                  <a:cubicBezTo>
                    <a:pt x="4214" y="24194"/>
                    <a:pt x="3836" y="24035"/>
                    <a:pt x="3593" y="22995"/>
                  </a:cubicBezTo>
                  <a:cubicBezTo>
                    <a:pt x="2726" y="19284"/>
                    <a:pt x="1294" y="15717"/>
                    <a:pt x="762" y="11916"/>
                  </a:cubicBezTo>
                  <a:cubicBezTo>
                    <a:pt x="668" y="11255"/>
                    <a:pt x="306" y="10630"/>
                    <a:pt x="0" y="9809"/>
                  </a:cubicBezTo>
                  <a:close/>
                  <a:moveTo>
                    <a:pt x="25791" y="1592"/>
                  </a:moveTo>
                  <a:cubicBezTo>
                    <a:pt x="23527" y="3125"/>
                    <a:pt x="21399" y="4527"/>
                    <a:pt x="19313" y="5995"/>
                  </a:cubicBezTo>
                  <a:cubicBezTo>
                    <a:pt x="16615" y="7890"/>
                    <a:pt x="13941" y="9819"/>
                    <a:pt x="11284" y="11774"/>
                  </a:cubicBezTo>
                  <a:cubicBezTo>
                    <a:pt x="10272" y="12514"/>
                    <a:pt x="9354" y="13380"/>
                    <a:pt x="8370" y="14159"/>
                  </a:cubicBezTo>
                  <a:cubicBezTo>
                    <a:pt x="7727" y="14670"/>
                    <a:pt x="7331" y="14545"/>
                    <a:pt x="7007" y="13780"/>
                  </a:cubicBezTo>
                  <a:cubicBezTo>
                    <a:pt x="6569" y="12754"/>
                    <a:pt x="6151" y="11721"/>
                    <a:pt x="5700" y="10703"/>
                  </a:cubicBezTo>
                  <a:cubicBezTo>
                    <a:pt x="5519" y="10292"/>
                    <a:pt x="5272" y="9914"/>
                    <a:pt x="5011" y="9444"/>
                  </a:cubicBezTo>
                  <a:cubicBezTo>
                    <a:pt x="3829" y="9896"/>
                    <a:pt x="2765" y="10302"/>
                    <a:pt x="1548" y="10772"/>
                  </a:cubicBezTo>
                  <a:cubicBezTo>
                    <a:pt x="2035" y="12970"/>
                    <a:pt x="2441" y="15063"/>
                    <a:pt x="2973" y="17125"/>
                  </a:cubicBezTo>
                  <a:cubicBezTo>
                    <a:pt x="3391" y="18742"/>
                    <a:pt x="3964" y="20321"/>
                    <a:pt x="4469" y="21917"/>
                  </a:cubicBezTo>
                  <a:cubicBezTo>
                    <a:pt x="4643" y="22470"/>
                    <a:pt x="4970" y="22751"/>
                    <a:pt x="5591" y="22730"/>
                  </a:cubicBezTo>
                  <a:cubicBezTo>
                    <a:pt x="6423" y="22703"/>
                    <a:pt x="7257" y="22716"/>
                    <a:pt x="8088" y="22783"/>
                  </a:cubicBezTo>
                  <a:cubicBezTo>
                    <a:pt x="8648" y="22828"/>
                    <a:pt x="9055" y="22682"/>
                    <a:pt x="9448" y="22271"/>
                  </a:cubicBezTo>
                  <a:cubicBezTo>
                    <a:pt x="11325" y="20331"/>
                    <a:pt x="13280" y="18460"/>
                    <a:pt x="15113" y="16478"/>
                  </a:cubicBezTo>
                  <a:cubicBezTo>
                    <a:pt x="17891" y="13474"/>
                    <a:pt x="20540" y="10348"/>
                    <a:pt x="23458" y="7465"/>
                  </a:cubicBezTo>
                  <a:cubicBezTo>
                    <a:pt x="24720" y="6221"/>
                    <a:pt x="25944" y="4961"/>
                    <a:pt x="27422" y="3977"/>
                  </a:cubicBezTo>
                  <a:cubicBezTo>
                    <a:pt x="27484" y="3936"/>
                    <a:pt x="27494" y="3821"/>
                    <a:pt x="27575" y="3637"/>
                  </a:cubicBezTo>
                  <a:cubicBezTo>
                    <a:pt x="27035" y="3018"/>
                    <a:pt x="26462" y="2361"/>
                    <a:pt x="25791" y="1592"/>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6"/>
            <p:cNvSpPr/>
            <p:nvPr/>
          </p:nvSpPr>
          <p:spPr>
            <a:xfrm>
              <a:off x="4431700" y="1125950"/>
              <a:ext cx="650675" cy="530900"/>
            </a:xfrm>
            <a:custGeom>
              <a:rect b="b" l="l" r="r" t="t"/>
              <a:pathLst>
                <a:path extrusionOk="0" h="21236" w="26027">
                  <a:moveTo>
                    <a:pt x="24243" y="0"/>
                  </a:moveTo>
                  <a:cubicBezTo>
                    <a:pt x="24914" y="769"/>
                    <a:pt x="25487" y="1426"/>
                    <a:pt x="26027" y="2045"/>
                  </a:cubicBezTo>
                  <a:cubicBezTo>
                    <a:pt x="25946" y="2229"/>
                    <a:pt x="25936" y="2344"/>
                    <a:pt x="25874" y="2385"/>
                  </a:cubicBezTo>
                  <a:cubicBezTo>
                    <a:pt x="24396" y="3369"/>
                    <a:pt x="23172" y="4629"/>
                    <a:pt x="21910" y="5873"/>
                  </a:cubicBezTo>
                  <a:cubicBezTo>
                    <a:pt x="18992" y="8756"/>
                    <a:pt x="16343" y="11882"/>
                    <a:pt x="13565" y="14886"/>
                  </a:cubicBezTo>
                  <a:cubicBezTo>
                    <a:pt x="11732" y="16868"/>
                    <a:pt x="9777" y="18739"/>
                    <a:pt x="7900" y="20679"/>
                  </a:cubicBezTo>
                  <a:cubicBezTo>
                    <a:pt x="7507" y="21090"/>
                    <a:pt x="7100" y="21236"/>
                    <a:pt x="6540" y="21191"/>
                  </a:cubicBezTo>
                  <a:cubicBezTo>
                    <a:pt x="5709" y="21124"/>
                    <a:pt x="4875" y="21111"/>
                    <a:pt x="4043" y="21138"/>
                  </a:cubicBezTo>
                  <a:cubicBezTo>
                    <a:pt x="3422" y="21159"/>
                    <a:pt x="3095" y="20878"/>
                    <a:pt x="2921" y="20325"/>
                  </a:cubicBezTo>
                  <a:cubicBezTo>
                    <a:pt x="2416" y="18729"/>
                    <a:pt x="1843" y="17150"/>
                    <a:pt x="1425" y="15533"/>
                  </a:cubicBezTo>
                  <a:cubicBezTo>
                    <a:pt x="893" y="13471"/>
                    <a:pt x="487" y="11378"/>
                    <a:pt x="0" y="9180"/>
                  </a:cubicBezTo>
                  <a:cubicBezTo>
                    <a:pt x="1217" y="8710"/>
                    <a:pt x="2281" y="8304"/>
                    <a:pt x="3463" y="7852"/>
                  </a:cubicBezTo>
                  <a:cubicBezTo>
                    <a:pt x="3724" y="8322"/>
                    <a:pt x="3971" y="8700"/>
                    <a:pt x="4152" y="9111"/>
                  </a:cubicBezTo>
                  <a:cubicBezTo>
                    <a:pt x="4603" y="10129"/>
                    <a:pt x="5021" y="11162"/>
                    <a:pt x="5459" y="12188"/>
                  </a:cubicBezTo>
                  <a:cubicBezTo>
                    <a:pt x="5783" y="12953"/>
                    <a:pt x="6179" y="13078"/>
                    <a:pt x="6822" y="12567"/>
                  </a:cubicBezTo>
                  <a:cubicBezTo>
                    <a:pt x="7806" y="11788"/>
                    <a:pt x="8724" y="10922"/>
                    <a:pt x="9736" y="10182"/>
                  </a:cubicBezTo>
                  <a:cubicBezTo>
                    <a:pt x="12393" y="8227"/>
                    <a:pt x="15067" y="6298"/>
                    <a:pt x="17765" y="4403"/>
                  </a:cubicBezTo>
                  <a:cubicBezTo>
                    <a:pt x="19851" y="2935"/>
                    <a:pt x="21979" y="1533"/>
                    <a:pt x="2424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36"/>
          <p:cNvGrpSpPr/>
          <p:nvPr/>
        </p:nvGrpSpPr>
        <p:grpSpPr>
          <a:xfrm>
            <a:off x="862903" y="3734737"/>
            <a:ext cx="248550" cy="245308"/>
            <a:chOff x="4393000" y="1086150"/>
            <a:chExt cx="729100" cy="607650"/>
          </a:xfrm>
        </p:grpSpPr>
        <p:sp>
          <p:nvSpPr>
            <p:cNvPr id="468" name="Google Shape;468;p36"/>
            <p:cNvSpPr/>
            <p:nvPr/>
          </p:nvSpPr>
          <p:spPr>
            <a:xfrm>
              <a:off x="4393000" y="1086150"/>
              <a:ext cx="729100" cy="607650"/>
            </a:xfrm>
            <a:custGeom>
              <a:rect b="b" l="l" r="r" t="t"/>
              <a:pathLst>
                <a:path extrusionOk="0" h="24306" w="29164">
                  <a:moveTo>
                    <a:pt x="0" y="9809"/>
                  </a:moveTo>
                  <a:cubicBezTo>
                    <a:pt x="1802" y="9187"/>
                    <a:pt x="3533" y="8588"/>
                    <a:pt x="5328" y="7970"/>
                  </a:cubicBezTo>
                  <a:cubicBezTo>
                    <a:pt x="6034" y="8578"/>
                    <a:pt x="6342" y="9458"/>
                    <a:pt x="6711" y="10302"/>
                  </a:cubicBezTo>
                  <a:cubicBezTo>
                    <a:pt x="7066" y="11109"/>
                    <a:pt x="7462" y="11896"/>
                    <a:pt x="7855" y="12719"/>
                  </a:cubicBezTo>
                  <a:cubicBezTo>
                    <a:pt x="13888" y="8453"/>
                    <a:pt x="19862" y="4228"/>
                    <a:pt x="25846" y="0"/>
                  </a:cubicBezTo>
                  <a:cubicBezTo>
                    <a:pt x="27168" y="911"/>
                    <a:pt x="27908" y="2114"/>
                    <a:pt x="28785" y="3178"/>
                  </a:cubicBezTo>
                  <a:cubicBezTo>
                    <a:pt x="29164" y="3634"/>
                    <a:pt x="28921" y="4499"/>
                    <a:pt x="28281" y="4865"/>
                  </a:cubicBezTo>
                  <a:cubicBezTo>
                    <a:pt x="25252" y="6575"/>
                    <a:pt x="23235" y="9381"/>
                    <a:pt x="20812" y="11735"/>
                  </a:cubicBezTo>
                  <a:cubicBezTo>
                    <a:pt x="19250" y="13255"/>
                    <a:pt x="17918" y="15014"/>
                    <a:pt x="16454" y="16635"/>
                  </a:cubicBezTo>
                  <a:cubicBezTo>
                    <a:pt x="15238" y="17980"/>
                    <a:pt x="13954" y="19264"/>
                    <a:pt x="12741" y="20609"/>
                  </a:cubicBezTo>
                  <a:cubicBezTo>
                    <a:pt x="11930" y="21503"/>
                    <a:pt x="11162" y="22438"/>
                    <a:pt x="10425" y="23395"/>
                  </a:cubicBezTo>
                  <a:cubicBezTo>
                    <a:pt x="9924" y="24041"/>
                    <a:pt x="9396" y="24306"/>
                    <a:pt x="8530" y="24191"/>
                  </a:cubicBezTo>
                  <a:cubicBezTo>
                    <a:pt x="7480" y="24048"/>
                    <a:pt x="6395" y="24131"/>
                    <a:pt x="5328" y="24163"/>
                  </a:cubicBezTo>
                  <a:cubicBezTo>
                    <a:pt x="4214" y="24194"/>
                    <a:pt x="3836" y="24035"/>
                    <a:pt x="3593" y="22995"/>
                  </a:cubicBezTo>
                  <a:cubicBezTo>
                    <a:pt x="2726" y="19284"/>
                    <a:pt x="1294" y="15717"/>
                    <a:pt x="762" y="11916"/>
                  </a:cubicBezTo>
                  <a:cubicBezTo>
                    <a:pt x="668" y="11255"/>
                    <a:pt x="306" y="10630"/>
                    <a:pt x="0" y="9809"/>
                  </a:cubicBezTo>
                  <a:close/>
                  <a:moveTo>
                    <a:pt x="25791" y="1592"/>
                  </a:moveTo>
                  <a:cubicBezTo>
                    <a:pt x="23527" y="3125"/>
                    <a:pt x="21399" y="4527"/>
                    <a:pt x="19313" y="5995"/>
                  </a:cubicBezTo>
                  <a:cubicBezTo>
                    <a:pt x="16615" y="7890"/>
                    <a:pt x="13941" y="9819"/>
                    <a:pt x="11284" y="11774"/>
                  </a:cubicBezTo>
                  <a:cubicBezTo>
                    <a:pt x="10272" y="12514"/>
                    <a:pt x="9354" y="13380"/>
                    <a:pt x="8370" y="14159"/>
                  </a:cubicBezTo>
                  <a:cubicBezTo>
                    <a:pt x="7727" y="14670"/>
                    <a:pt x="7331" y="14545"/>
                    <a:pt x="7007" y="13780"/>
                  </a:cubicBezTo>
                  <a:cubicBezTo>
                    <a:pt x="6569" y="12754"/>
                    <a:pt x="6151" y="11721"/>
                    <a:pt x="5700" y="10703"/>
                  </a:cubicBezTo>
                  <a:cubicBezTo>
                    <a:pt x="5519" y="10292"/>
                    <a:pt x="5272" y="9914"/>
                    <a:pt x="5011" y="9444"/>
                  </a:cubicBezTo>
                  <a:cubicBezTo>
                    <a:pt x="3829" y="9896"/>
                    <a:pt x="2765" y="10302"/>
                    <a:pt x="1548" y="10772"/>
                  </a:cubicBezTo>
                  <a:cubicBezTo>
                    <a:pt x="2035" y="12970"/>
                    <a:pt x="2441" y="15063"/>
                    <a:pt x="2973" y="17125"/>
                  </a:cubicBezTo>
                  <a:cubicBezTo>
                    <a:pt x="3391" y="18742"/>
                    <a:pt x="3964" y="20321"/>
                    <a:pt x="4469" y="21917"/>
                  </a:cubicBezTo>
                  <a:cubicBezTo>
                    <a:pt x="4643" y="22470"/>
                    <a:pt x="4970" y="22751"/>
                    <a:pt x="5591" y="22730"/>
                  </a:cubicBezTo>
                  <a:cubicBezTo>
                    <a:pt x="6423" y="22703"/>
                    <a:pt x="7257" y="22716"/>
                    <a:pt x="8088" y="22783"/>
                  </a:cubicBezTo>
                  <a:cubicBezTo>
                    <a:pt x="8648" y="22828"/>
                    <a:pt x="9055" y="22682"/>
                    <a:pt x="9448" y="22271"/>
                  </a:cubicBezTo>
                  <a:cubicBezTo>
                    <a:pt x="11325" y="20331"/>
                    <a:pt x="13280" y="18460"/>
                    <a:pt x="15113" y="16478"/>
                  </a:cubicBezTo>
                  <a:cubicBezTo>
                    <a:pt x="17891" y="13474"/>
                    <a:pt x="20540" y="10348"/>
                    <a:pt x="23458" y="7465"/>
                  </a:cubicBezTo>
                  <a:cubicBezTo>
                    <a:pt x="24720" y="6221"/>
                    <a:pt x="25944" y="4961"/>
                    <a:pt x="27422" y="3977"/>
                  </a:cubicBezTo>
                  <a:cubicBezTo>
                    <a:pt x="27484" y="3936"/>
                    <a:pt x="27494" y="3821"/>
                    <a:pt x="27575" y="3637"/>
                  </a:cubicBezTo>
                  <a:cubicBezTo>
                    <a:pt x="27035" y="3018"/>
                    <a:pt x="26462" y="2361"/>
                    <a:pt x="25791" y="1592"/>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6"/>
            <p:cNvSpPr/>
            <p:nvPr/>
          </p:nvSpPr>
          <p:spPr>
            <a:xfrm>
              <a:off x="4431700" y="1125950"/>
              <a:ext cx="650675" cy="530900"/>
            </a:xfrm>
            <a:custGeom>
              <a:rect b="b" l="l" r="r" t="t"/>
              <a:pathLst>
                <a:path extrusionOk="0" h="21236" w="26027">
                  <a:moveTo>
                    <a:pt x="24243" y="0"/>
                  </a:moveTo>
                  <a:cubicBezTo>
                    <a:pt x="24914" y="769"/>
                    <a:pt x="25487" y="1426"/>
                    <a:pt x="26027" y="2045"/>
                  </a:cubicBezTo>
                  <a:cubicBezTo>
                    <a:pt x="25946" y="2229"/>
                    <a:pt x="25936" y="2344"/>
                    <a:pt x="25874" y="2385"/>
                  </a:cubicBezTo>
                  <a:cubicBezTo>
                    <a:pt x="24396" y="3369"/>
                    <a:pt x="23172" y="4629"/>
                    <a:pt x="21910" y="5873"/>
                  </a:cubicBezTo>
                  <a:cubicBezTo>
                    <a:pt x="18992" y="8756"/>
                    <a:pt x="16343" y="11882"/>
                    <a:pt x="13565" y="14886"/>
                  </a:cubicBezTo>
                  <a:cubicBezTo>
                    <a:pt x="11732" y="16868"/>
                    <a:pt x="9777" y="18739"/>
                    <a:pt x="7900" y="20679"/>
                  </a:cubicBezTo>
                  <a:cubicBezTo>
                    <a:pt x="7507" y="21090"/>
                    <a:pt x="7100" y="21236"/>
                    <a:pt x="6540" y="21191"/>
                  </a:cubicBezTo>
                  <a:cubicBezTo>
                    <a:pt x="5709" y="21124"/>
                    <a:pt x="4875" y="21111"/>
                    <a:pt x="4043" y="21138"/>
                  </a:cubicBezTo>
                  <a:cubicBezTo>
                    <a:pt x="3422" y="21159"/>
                    <a:pt x="3095" y="20878"/>
                    <a:pt x="2921" y="20325"/>
                  </a:cubicBezTo>
                  <a:cubicBezTo>
                    <a:pt x="2416" y="18729"/>
                    <a:pt x="1843" y="17150"/>
                    <a:pt x="1425" y="15533"/>
                  </a:cubicBezTo>
                  <a:cubicBezTo>
                    <a:pt x="893" y="13471"/>
                    <a:pt x="487" y="11378"/>
                    <a:pt x="0" y="9180"/>
                  </a:cubicBezTo>
                  <a:cubicBezTo>
                    <a:pt x="1217" y="8710"/>
                    <a:pt x="2281" y="8304"/>
                    <a:pt x="3463" y="7852"/>
                  </a:cubicBezTo>
                  <a:cubicBezTo>
                    <a:pt x="3724" y="8322"/>
                    <a:pt x="3971" y="8700"/>
                    <a:pt x="4152" y="9111"/>
                  </a:cubicBezTo>
                  <a:cubicBezTo>
                    <a:pt x="4603" y="10129"/>
                    <a:pt x="5021" y="11162"/>
                    <a:pt x="5459" y="12188"/>
                  </a:cubicBezTo>
                  <a:cubicBezTo>
                    <a:pt x="5783" y="12953"/>
                    <a:pt x="6179" y="13078"/>
                    <a:pt x="6822" y="12567"/>
                  </a:cubicBezTo>
                  <a:cubicBezTo>
                    <a:pt x="7806" y="11788"/>
                    <a:pt x="8724" y="10922"/>
                    <a:pt x="9736" y="10182"/>
                  </a:cubicBezTo>
                  <a:cubicBezTo>
                    <a:pt x="12393" y="8227"/>
                    <a:pt x="15067" y="6298"/>
                    <a:pt x="17765" y="4403"/>
                  </a:cubicBezTo>
                  <a:cubicBezTo>
                    <a:pt x="19851" y="2935"/>
                    <a:pt x="21979" y="1533"/>
                    <a:pt x="2424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473" name="Shape 473"/>
        <p:cNvGrpSpPr/>
        <p:nvPr/>
      </p:nvGrpSpPr>
      <p:grpSpPr>
        <a:xfrm>
          <a:off x="0" y="0"/>
          <a:ext cx="0" cy="0"/>
          <a:chOff x="0" y="0"/>
          <a:chExt cx="0" cy="0"/>
        </a:xfrm>
      </p:grpSpPr>
      <p:sp>
        <p:nvSpPr>
          <p:cNvPr id="474" name="Google Shape;474;p37"/>
          <p:cNvSpPr txBox="1"/>
          <p:nvPr>
            <p:ph type="title"/>
          </p:nvPr>
        </p:nvSpPr>
        <p:spPr>
          <a:xfrm>
            <a:off x="720000" y="603950"/>
            <a:ext cx="3912600" cy="393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A </a:t>
            </a:r>
            <a:r>
              <a:rPr lang="en">
                <a:solidFill>
                  <a:schemeClr val="dk2"/>
                </a:solidFill>
              </a:rPr>
              <a:t>PICTURE </a:t>
            </a:r>
            <a:r>
              <a:rPr lang="en">
                <a:solidFill>
                  <a:schemeClr val="lt1"/>
                </a:solidFill>
              </a:rPr>
              <a:t>IS WORTH A THOUSAND WORDS</a:t>
            </a:r>
            <a:endParaRPr>
              <a:solidFill>
                <a:schemeClr val="lt1"/>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478" name="Shape 478"/>
        <p:cNvGrpSpPr/>
        <p:nvPr/>
      </p:nvGrpSpPr>
      <p:grpSpPr>
        <a:xfrm>
          <a:off x="0" y="0"/>
          <a:ext cx="0" cy="0"/>
          <a:chOff x="0" y="0"/>
          <a:chExt cx="0" cy="0"/>
        </a:xfrm>
      </p:grpSpPr>
      <p:sp>
        <p:nvSpPr>
          <p:cNvPr id="479" name="Google Shape;479;p38"/>
          <p:cNvSpPr txBox="1"/>
          <p:nvPr>
            <p:ph idx="4"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Physical </a:t>
            </a:r>
            <a:r>
              <a:rPr lang="en">
                <a:solidFill>
                  <a:schemeClr val="lt2"/>
                </a:solidFill>
              </a:rPr>
              <a:t>Examination</a:t>
            </a:r>
            <a:endParaRPr>
              <a:solidFill>
                <a:schemeClr val="lt2"/>
              </a:solidFill>
            </a:endParaRPr>
          </a:p>
        </p:txBody>
      </p:sp>
      <p:sp>
        <p:nvSpPr>
          <p:cNvPr id="480" name="Google Shape;480;p38"/>
          <p:cNvSpPr txBox="1"/>
          <p:nvPr>
            <p:ph type="ctrTitle"/>
          </p:nvPr>
        </p:nvSpPr>
        <p:spPr>
          <a:xfrm>
            <a:off x="718900" y="2876400"/>
            <a:ext cx="3433200" cy="6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81" name="Google Shape;481;p38"/>
          <p:cNvSpPr txBox="1"/>
          <p:nvPr>
            <p:ph idx="1" type="subTitle"/>
          </p:nvPr>
        </p:nvSpPr>
        <p:spPr>
          <a:xfrm>
            <a:off x="718925" y="3524100"/>
            <a:ext cx="3433200" cy="107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sp>
        <p:nvSpPr>
          <p:cNvPr id="482" name="Google Shape;482;p38"/>
          <p:cNvSpPr txBox="1"/>
          <p:nvPr>
            <p:ph idx="2" type="ctrTitle"/>
          </p:nvPr>
        </p:nvSpPr>
        <p:spPr>
          <a:xfrm>
            <a:off x="4989450" y="2876400"/>
            <a:ext cx="3433200" cy="6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83" name="Google Shape;483;p38"/>
          <p:cNvSpPr txBox="1"/>
          <p:nvPr>
            <p:ph idx="3" type="subTitle"/>
          </p:nvPr>
        </p:nvSpPr>
        <p:spPr>
          <a:xfrm>
            <a:off x="4989452" y="3524100"/>
            <a:ext cx="3433200" cy="107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484" name="Google Shape;484;p38"/>
          <p:cNvSpPr/>
          <p:nvPr/>
        </p:nvSpPr>
        <p:spPr>
          <a:xfrm rot="4746166">
            <a:off x="1888379" y="1572651"/>
            <a:ext cx="1094294" cy="111192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8"/>
          <p:cNvSpPr/>
          <p:nvPr/>
        </p:nvSpPr>
        <p:spPr>
          <a:xfrm flipH="1" rot="-4746166">
            <a:off x="6158904" y="1572651"/>
            <a:ext cx="1094294" cy="111192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8"/>
          <p:cNvSpPr txBox="1"/>
          <p:nvPr>
            <p:ph type="ctrTitle"/>
          </p:nvPr>
        </p:nvSpPr>
        <p:spPr>
          <a:xfrm>
            <a:off x="2044200" y="1782725"/>
            <a:ext cx="782700" cy="6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600">
                <a:solidFill>
                  <a:schemeClr val="dk2"/>
                </a:solidFill>
              </a:rPr>
              <a:t>01</a:t>
            </a:r>
            <a:endParaRPr sz="3600">
              <a:solidFill>
                <a:schemeClr val="dk2"/>
              </a:solidFill>
            </a:endParaRPr>
          </a:p>
        </p:txBody>
      </p:sp>
      <p:sp>
        <p:nvSpPr>
          <p:cNvPr id="487" name="Google Shape;487;p38"/>
          <p:cNvSpPr txBox="1"/>
          <p:nvPr>
            <p:ph idx="2" type="ctrTitle"/>
          </p:nvPr>
        </p:nvSpPr>
        <p:spPr>
          <a:xfrm>
            <a:off x="6314700" y="1782725"/>
            <a:ext cx="782700" cy="6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600">
                <a:solidFill>
                  <a:schemeClr val="lt2"/>
                </a:solidFill>
              </a:rPr>
              <a:t>02</a:t>
            </a:r>
            <a:endParaRPr sz="3600">
              <a:solidFill>
                <a:schemeClr val="lt2"/>
              </a:solidFill>
            </a:endParaRPr>
          </a:p>
        </p:txBody>
      </p:sp>
      <p:sp>
        <p:nvSpPr>
          <p:cNvPr id="488" name="Google Shape;488;p38"/>
          <p:cNvSpPr/>
          <p:nvPr/>
        </p:nvSpPr>
        <p:spPr>
          <a:xfrm rot="1800006">
            <a:off x="2353331" y="2800739"/>
            <a:ext cx="164451" cy="169745"/>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8"/>
          <p:cNvSpPr/>
          <p:nvPr/>
        </p:nvSpPr>
        <p:spPr>
          <a:xfrm rot="1800006">
            <a:off x="6623831" y="2800739"/>
            <a:ext cx="164451" cy="169745"/>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493" name="Shape 493"/>
        <p:cNvGrpSpPr/>
        <p:nvPr/>
      </p:nvGrpSpPr>
      <p:grpSpPr>
        <a:xfrm>
          <a:off x="0" y="0"/>
          <a:ext cx="0" cy="0"/>
          <a:chOff x="0" y="0"/>
          <a:chExt cx="0" cy="0"/>
        </a:xfrm>
      </p:grpSpPr>
      <p:sp>
        <p:nvSpPr>
          <p:cNvPr id="494" name="Google Shape;494;p39"/>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Findings</a:t>
            </a:r>
            <a:endParaRPr>
              <a:solidFill>
                <a:schemeClr val="lt2"/>
              </a:solidFill>
            </a:endParaRPr>
          </a:p>
        </p:txBody>
      </p:sp>
      <p:pic>
        <p:nvPicPr>
          <p:cNvPr id="495" name="Google Shape;495;p39" title="Gráfico">
            <a:hlinkClick r:id="rId3"/>
          </p:cNvPr>
          <p:cNvPicPr preferRelativeResize="0"/>
          <p:nvPr/>
        </p:nvPicPr>
        <p:blipFill rotWithShape="1">
          <a:blip r:embed="rId4">
            <a:alphaModFix/>
          </a:blip>
          <a:srcRect b="7944" l="22590" r="19066" t="0"/>
          <a:stretch/>
        </p:blipFill>
        <p:spPr>
          <a:xfrm>
            <a:off x="4813008" y="1316950"/>
            <a:ext cx="3324790" cy="3286549"/>
          </a:xfrm>
          <a:prstGeom prst="rect">
            <a:avLst/>
          </a:prstGeom>
          <a:noFill/>
          <a:ln>
            <a:noFill/>
          </a:ln>
        </p:spPr>
      </p:pic>
      <p:sp>
        <p:nvSpPr>
          <p:cNvPr id="496" name="Google Shape;496;p39"/>
          <p:cNvSpPr txBox="1"/>
          <p:nvPr>
            <p:ph idx="4294967295" type="subTitle"/>
          </p:nvPr>
        </p:nvSpPr>
        <p:spPr>
          <a:xfrm flipH="1">
            <a:off x="1166332" y="2236398"/>
            <a:ext cx="3279900" cy="577800"/>
          </a:xfrm>
          <a:prstGeom prst="rect">
            <a:avLst/>
          </a:prstGeom>
        </p:spPr>
        <p:txBody>
          <a:bodyPr anchorCtr="0" anchor="ctr" bIns="0" lIns="91425" spcFirstLastPara="1" rIns="91425" wrap="square" tIns="180000">
            <a:noAutofit/>
          </a:bodyPr>
          <a:lstStyle/>
          <a:p>
            <a:pPr indent="0" lvl="0" marL="0" rtl="0" algn="l">
              <a:lnSpc>
                <a:spcPct val="100000"/>
              </a:lnSpc>
              <a:spcBef>
                <a:spcPts val="0"/>
              </a:spcBef>
              <a:spcAft>
                <a:spcPts val="1600"/>
              </a:spcAft>
              <a:buNone/>
            </a:pPr>
            <a:r>
              <a:rPr lang="en" sz="1600"/>
              <a:t>To modify this graph, click on it, follow the link, change the data and paste the new graph here</a:t>
            </a:r>
            <a:endParaRPr sz="1600"/>
          </a:p>
        </p:txBody>
      </p:sp>
      <p:sp>
        <p:nvSpPr>
          <p:cNvPr id="497" name="Google Shape;497;p39"/>
          <p:cNvSpPr txBox="1"/>
          <p:nvPr>
            <p:ph idx="4294967295" type="subTitle"/>
          </p:nvPr>
        </p:nvSpPr>
        <p:spPr>
          <a:xfrm flipH="1">
            <a:off x="1166402" y="3275001"/>
            <a:ext cx="3279900" cy="577800"/>
          </a:xfrm>
          <a:prstGeom prst="rect">
            <a:avLst/>
          </a:prstGeom>
        </p:spPr>
        <p:txBody>
          <a:bodyPr anchorCtr="0" anchor="ctr" bIns="0" lIns="91425" spcFirstLastPara="1" rIns="91425" wrap="square" tIns="180000">
            <a:noAutofit/>
          </a:bodyPr>
          <a:lstStyle/>
          <a:p>
            <a:pPr indent="0" lvl="0" marL="0" rtl="0" algn="l">
              <a:lnSpc>
                <a:spcPct val="100000"/>
              </a:lnSpc>
              <a:spcBef>
                <a:spcPts val="0"/>
              </a:spcBef>
              <a:spcAft>
                <a:spcPts val="1600"/>
              </a:spcAft>
              <a:buNone/>
            </a:pPr>
            <a:r>
              <a:rPr lang="en" sz="1600"/>
              <a:t>Jupiter is a gas giant and the biggest planet in the Solar System</a:t>
            </a:r>
            <a:endParaRPr sz="1600"/>
          </a:p>
        </p:txBody>
      </p:sp>
      <p:sp>
        <p:nvSpPr>
          <p:cNvPr id="498" name="Google Shape;498;p39"/>
          <p:cNvSpPr/>
          <p:nvPr/>
        </p:nvSpPr>
        <p:spPr>
          <a:xfrm rot="-3647258">
            <a:off x="625114" y="2327657"/>
            <a:ext cx="395706" cy="408445"/>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9"/>
          <p:cNvSpPr/>
          <p:nvPr/>
        </p:nvSpPr>
        <p:spPr>
          <a:xfrm rot="-3647258">
            <a:off x="625114" y="3376207"/>
            <a:ext cx="395706" cy="408445"/>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9"/>
          <p:cNvSpPr txBox="1"/>
          <p:nvPr/>
        </p:nvSpPr>
        <p:spPr>
          <a:xfrm flipH="1">
            <a:off x="6327274" y="3148025"/>
            <a:ext cx="1308900" cy="77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4500">
                <a:solidFill>
                  <a:schemeClr val="lt1"/>
                </a:solidFill>
                <a:latin typeface="Roboto"/>
                <a:ea typeface="Roboto"/>
                <a:cs typeface="Roboto"/>
                <a:sym typeface="Roboto"/>
              </a:rPr>
              <a:t>70%</a:t>
            </a:r>
            <a:endParaRPr b="1" sz="4500">
              <a:solidFill>
                <a:schemeClr val="lt1"/>
              </a:solidFill>
              <a:latin typeface="Roboto"/>
              <a:ea typeface="Roboto"/>
              <a:cs typeface="Roboto"/>
              <a:sym typeface="Roboto"/>
            </a:endParaRPr>
          </a:p>
        </p:txBody>
      </p:sp>
      <p:sp>
        <p:nvSpPr>
          <p:cNvPr id="501" name="Google Shape;501;p39"/>
          <p:cNvSpPr txBox="1"/>
          <p:nvPr/>
        </p:nvSpPr>
        <p:spPr>
          <a:xfrm flipH="1">
            <a:off x="5286106" y="2054525"/>
            <a:ext cx="1046100" cy="77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600">
                <a:solidFill>
                  <a:schemeClr val="lt1"/>
                </a:solidFill>
                <a:latin typeface="Roboto"/>
                <a:ea typeface="Roboto"/>
                <a:cs typeface="Roboto"/>
                <a:sym typeface="Roboto"/>
              </a:rPr>
              <a:t>30%</a:t>
            </a:r>
            <a:endParaRPr b="1" sz="3600">
              <a:solidFill>
                <a:schemeClr val="lt1"/>
              </a:solidFill>
              <a:latin typeface="Roboto"/>
              <a:ea typeface="Roboto"/>
              <a:cs typeface="Roboto"/>
              <a:sym typeface="Roboto"/>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505" name="Shape 505"/>
        <p:cNvGrpSpPr/>
        <p:nvPr/>
      </p:nvGrpSpPr>
      <p:grpSpPr>
        <a:xfrm>
          <a:off x="0" y="0"/>
          <a:ext cx="0" cy="0"/>
          <a:chOff x="0" y="0"/>
          <a:chExt cx="0" cy="0"/>
        </a:xfrm>
      </p:grpSpPr>
      <p:grpSp>
        <p:nvGrpSpPr>
          <p:cNvPr id="506" name="Google Shape;506;p40"/>
          <p:cNvGrpSpPr/>
          <p:nvPr/>
        </p:nvGrpSpPr>
        <p:grpSpPr>
          <a:xfrm>
            <a:off x="311700" y="260400"/>
            <a:ext cx="8647963" cy="4631326"/>
            <a:chOff x="311700" y="260400"/>
            <a:chExt cx="8647963" cy="4631326"/>
          </a:xfrm>
        </p:grpSpPr>
        <p:sp>
          <p:nvSpPr>
            <p:cNvPr id="507" name="Google Shape;507;p40"/>
            <p:cNvSpPr/>
            <p:nvPr/>
          </p:nvSpPr>
          <p:spPr>
            <a:xfrm rot="8415547">
              <a:off x="8759958" y="2530762"/>
              <a:ext cx="164444" cy="169738"/>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0"/>
            <p:cNvSpPr/>
            <p:nvPr/>
          </p:nvSpPr>
          <p:spPr>
            <a:xfrm>
              <a:off x="311700" y="4750774"/>
              <a:ext cx="93774" cy="9528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0"/>
            <p:cNvSpPr/>
            <p:nvPr/>
          </p:nvSpPr>
          <p:spPr>
            <a:xfrm>
              <a:off x="6836725" y="260400"/>
              <a:ext cx="63776" cy="6480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0"/>
            <p:cNvSpPr/>
            <p:nvPr/>
          </p:nvSpPr>
          <p:spPr>
            <a:xfrm>
              <a:off x="8532771" y="4750773"/>
              <a:ext cx="138701" cy="14095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0"/>
            <p:cNvSpPr/>
            <p:nvPr/>
          </p:nvSpPr>
          <p:spPr>
            <a:xfrm rot="-1166159">
              <a:off x="429027" y="282928"/>
              <a:ext cx="164458" cy="169752"/>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 name="Google Shape;512;p40"/>
          <p:cNvSpPr txBox="1"/>
          <p:nvPr>
            <p:ph type="title"/>
          </p:nvPr>
        </p:nvSpPr>
        <p:spPr>
          <a:xfrm>
            <a:off x="720000" y="1316950"/>
            <a:ext cx="7704000" cy="17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5,000,000</a:t>
            </a:r>
            <a:endParaRPr/>
          </a:p>
        </p:txBody>
      </p:sp>
      <p:sp>
        <p:nvSpPr>
          <p:cNvPr id="513" name="Google Shape;513;p40"/>
          <p:cNvSpPr txBox="1"/>
          <p:nvPr>
            <p:ph idx="1" type="body"/>
          </p:nvPr>
        </p:nvSpPr>
        <p:spPr>
          <a:xfrm>
            <a:off x="720000" y="3152225"/>
            <a:ext cx="3540900" cy="482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a gas giant, composed mostly of hydrogen and helium</a:t>
            </a:r>
            <a:endParaRPr/>
          </a:p>
        </p:txBody>
      </p:sp>
      <p:sp>
        <p:nvSpPr>
          <p:cNvPr id="514" name="Google Shape;514;p40"/>
          <p:cNvSpPr/>
          <p:nvPr/>
        </p:nvSpPr>
        <p:spPr>
          <a:xfrm rot="2964392">
            <a:off x="7804811" y="-595468"/>
            <a:ext cx="3538264" cy="3896407"/>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518" name="Shape 518"/>
        <p:cNvGrpSpPr/>
        <p:nvPr/>
      </p:nvGrpSpPr>
      <p:grpSpPr>
        <a:xfrm>
          <a:off x="0" y="0"/>
          <a:ext cx="0" cy="0"/>
          <a:chOff x="0" y="0"/>
          <a:chExt cx="0" cy="0"/>
        </a:xfrm>
      </p:grpSpPr>
      <p:sp>
        <p:nvSpPr>
          <p:cNvPr id="519" name="Google Shape;519;p41"/>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a:t>
            </a:r>
            <a:r>
              <a:rPr lang="en">
                <a:solidFill>
                  <a:schemeClr val="lt2"/>
                </a:solidFill>
              </a:rPr>
              <a:t>M</a:t>
            </a:r>
            <a:r>
              <a:rPr lang="en">
                <a:solidFill>
                  <a:schemeClr val="lt2"/>
                </a:solidFill>
              </a:rPr>
              <a:t>ap</a:t>
            </a:r>
            <a:endParaRPr>
              <a:solidFill>
                <a:schemeClr val="lt2"/>
              </a:solidFill>
            </a:endParaRPr>
          </a:p>
        </p:txBody>
      </p:sp>
      <p:grpSp>
        <p:nvGrpSpPr>
          <p:cNvPr id="520" name="Google Shape;520;p41"/>
          <p:cNvGrpSpPr/>
          <p:nvPr/>
        </p:nvGrpSpPr>
        <p:grpSpPr>
          <a:xfrm>
            <a:off x="592471" y="1628572"/>
            <a:ext cx="4159460" cy="2680939"/>
            <a:chOff x="232350" y="552725"/>
            <a:chExt cx="7150525" cy="4608800"/>
          </a:xfrm>
        </p:grpSpPr>
        <p:sp>
          <p:nvSpPr>
            <p:cNvPr id="521" name="Google Shape;521;p41"/>
            <p:cNvSpPr/>
            <p:nvPr/>
          </p:nvSpPr>
          <p:spPr>
            <a:xfrm>
              <a:off x="6333825" y="5149150"/>
              <a:ext cx="425" cy="1500"/>
            </a:xfrm>
            <a:custGeom>
              <a:rect b="b" l="l" r="r" t="t"/>
              <a:pathLst>
                <a:path extrusionOk="0" h="60" w="17">
                  <a:moveTo>
                    <a:pt x="16" y="1"/>
                  </a:moveTo>
                  <a:cubicBezTo>
                    <a:pt x="15" y="2"/>
                    <a:pt x="14" y="4"/>
                    <a:pt x="13" y="6"/>
                  </a:cubicBezTo>
                  <a:lnTo>
                    <a:pt x="13" y="6"/>
                  </a:lnTo>
                  <a:cubicBezTo>
                    <a:pt x="15" y="5"/>
                    <a:pt x="16" y="3"/>
                    <a:pt x="16" y="1"/>
                  </a:cubicBezTo>
                  <a:close/>
                  <a:moveTo>
                    <a:pt x="13" y="6"/>
                  </a:moveTo>
                  <a:cubicBezTo>
                    <a:pt x="12" y="7"/>
                    <a:pt x="11" y="9"/>
                    <a:pt x="11" y="11"/>
                  </a:cubicBezTo>
                  <a:cubicBezTo>
                    <a:pt x="11" y="12"/>
                    <a:pt x="11" y="12"/>
                    <a:pt x="10" y="13"/>
                  </a:cubicBezTo>
                  <a:lnTo>
                    <a:pt x="10" y="13"/>
                  </a:lnTo>
                  <a:cubicBezTo>
                    <a:pt x="11" y="11"/>
                    <a:pt x="12" y="8"/>
                    <a:pt x="13" y="6"/>
                  </a:cubicBezTo>
                  <a:close/>
                  <a:moveTo>
                    <a:pt x="10" y="13"/>
                  </a:moveTo>
                  <a:lnTo>
                    <a:pt x="10" y="13"/>
                  </a:lnTo>
                  <a:cubicBezTo>
                    <a:pt x="6" y="27"/>
                    <a:pt x="5" y="43"/>
                    <a:pt x="1" y="60"/>
                  </a:cubicBezTo>
                  <a:cubicBezTo>
                    <a:pt x="6" y="44"/>
                    <a:pt x="6" y="29"/>
                    <a:pt x="10" y="13"/>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1"/>
            <p:cNvSpPr/>
            <p:nvPr/>
          </p:nvSpPr>
          <p:spPr>
            <a:xfrm>
              <a:off x="6345125" y="5154125"/>
              <a:ext cx="6300" cy="7400"/>
            </a:xfrm>
            <a:custGeom>
              <a:rect b="b" l="l" r="r" t="t"/>
              <a:pathLst>
                <a:path extrusionOk="0" h="296" w="252">
                  <a:moveTo>
                    <a:pt x="43" y="0"/>
                  </a:moveTo>
                  <a:cubicBezTo>
                    <a:pt x="26" y="97"/>
                    <a:pt x="16" y="199"/>
                    <a:pt x="0" y="295"/>
                  </a:cubicBezTo>
                  <a:cubicBezTo>
                    <a:pt x="85" y="258"/>
                    <a:pt x="166" y="221"/>
                    <a:pt x="251" y="183"/>
                  </a:cubicBezTo>
                  <a:cubicBezTo>
                    <a:pt x="182" y="124"/>
                    <a:pt x="112" y="59"/>
                    <a:pt x="43"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1"/>
            <p:cNvSpPr/>
            <p:nvPr/>
          </p:nvSpPr>
          <p:spPr>
            <a:xfrm>
              <a:off x="3057850" y="2490725"/>
              <a:ext cx="1012675" cy="560075"/>
            </a:xfrm>
            <a:custGeom>
              <a:rect b="b" l="l" r="r" t="t"/>
              <a:pathLst>
                <a:path extrusionOk="0" h="22403" w="40507">
                  <a:moveTo>
                    <a:pt x="38358" y="3616"/>
                  </a:moveTo>
                  <a:lnTo>
                    <a:pt x="38348" y="3632"/>
                  </a:lnTo>
                  <a:lnTo>
                    <a:pt x="38348" y="3632"/>
                  </a:lnTo>
                  <a:cubicBezTo>
                    <a:pt x="38352" y="3627"/>
                    <a:pt x="38355" y="3622"/>
                    <a:pt x="38358" y="3616"/>
                  </a:cubicBezTo>
                  <a:close/>
                  <a:moveTo>
                    <a:pt x="38348" y="3632"/>
                  </a:moveTo>
                  <a:cubicBezTo>
                    <a:pt x="38347" y="3635"/>
                    <a:pt x="38345" y="3637"/>
                    <a:pt x="38343" y="3640"/>
                  </a:cubicBezTo>
                  <a:lnTo>
                    <a:pt x="38343" y="3640"/>
                  </a:lnTo>
                  <a:cubicBezTo>
                    <a:pt x="38343" y="3641"/>
                    <a:pt x="38342" y="3642"/>
                    <a:pt x="38342" y="3643"/>
                  </a:cubicBezTo>
                  <a:lnTo>
                    <a:pt x="38348" y="3632"/>
                  </a:lnTo>
                  <a:close/>
                  <a:moveTo>
                    <a:pt x="2026" y="1"/>
                  </a:moveTo>
                  <a:cubicBezTo>
                    <a:pt x="1993" y="11"/>
                    <a:pt x="1961" y="22"/>
                    <a:pt x="1929" y="33"/>
                  </a:cubicBezTo>
                  <a:cubicBezTo>
                    <a:pt x="1671" y="130"/>
                    <a:pt x="1483" y="307"/>
                    <a:pt x="1366" y="559"/>
                  </a:cubicBezTo>
                  <a:cubicBezTo>
                    <a:pt x="1064" y="5351"/>
                    <a:pt x="785" y="10149"/>
                    <a:pt x="506" y="14946"/>
                  </a:cubicBezTo>
                  <a:cubicBezTo>
                    <a:pt x="495" y="15155"/>
                    <a:pt x="392" y="15430"/>
                    <a:pt x="457" y="15639"/>
                  </a:cubicBezTo>
                  <a:cubicBezTo>
                    <a:pt x="451" y="16053"/>
                    <a:pt x="441" y="16467"/>
                    <a:pt x="409" y="16880"/>
                  </a:cubicBezTo>
                  <a:cubicBezTo>
                    <a:pt x="371" y="17359"/>
                    <a:pt x="290" y="17798"/>
                    <a:pt x="323" y="18266"/>
                  </a:cubicBezTo>
                  <a:cubicBezTo>
                    <a:pt x="275" y="18981"/>
                    <a:pt x="199" y="19700"/>
                    <a:pt x="205" y="20414"/>
                  </a:cubicBezTo>
                  <a:cubicBezTo>
                    <a:pt x="205" y="20759"/>
                    <a:pt x="161" y="20995"/>
                    <a:pt x="0" y="21118"/>
                  </a:cubicBezTo>
                  <a:cubicBezTo>
                    <a:pt x="38" y="21227"/>
                    <a:pt x="92" y="21329"/>
                    <a:pt x="173" y="21420"/>
                  </a:cubicBezTo>
                  <a:cubicBezTo>
                    <a:pt x="199" y="21446"/>
                    <a:pt x="226" y="21468"/>
                    <a:pt x="253" y="21495"/>
                  </a:cubicBezTo>
                  <a:cubicBezTo>
                    <a:pt x="2284" y="21554"/>
                    <a:pt x="4319" y="21614"/>
                    <a:pt x="6355" y="21672"/>
                  </a:cubicBezTo>
                  <a:cubicBezTo>
                    <a:pt x="6657" y="21736"/>
                    <a:pt x="6963" y="21775"/>
                    <a:pt x="7269" y="21800"/>
                  </a:cubicBezTo>
                  <a:lnTo>
                    <a:pt x="7946" y="21800"/>
                  </a:lnTo>
                  <a:lnTo>
                    <a:pt x="8891" y="21833"/>
                  </a:lnTo>
                  <a:cubicBezTo>
                    <a:pt x="9359" y="21817"/>
                    <a:pt x="9826" y="21795"/>
                    <a:pt x="10294" y="21780"/>
                  </a:cubicBezTo>
                  <a:cubicBezTo>
                    <a:pt x="20066" y="21956"/>
                    <a:pt x="29833" y="22145"/>
                    <a:pt x="39604" y="22296"/>
                  </a:cubicBezTo>
                  <a:cubicBezTo>
                    <a:pt x="39867" y="22301"/>
                    <a:pt x="40066" y="22333"/>
                    <a:pt x="40212" y="22403"/>
                  </a:cubicBezTo>
                  <a:lnTo>
                    <a:pt x="40212" y="21936"/>
                  </a:lnTo>
                  <a:cubicBezTo>
                    <a:pt x="40415" y="21822"/>
                    <a:pt x="40507" y="21586"/>
                    <a:pt x="40507" y="21135"/>
                  </a:cubicBezTo>
                  <a:cubicBezTo>
                    <a:pt x="40470" y="16826"/>
                    <a:pt x="40480" y="12512"/>
                    <a:pt x="40502" y="8205"/>
                  </a:cubicBezTo>
                  <a:cubicBezTo>
                    <a:pt x="40502" y="8000"/>
                    <a:pt x="40464" y="7818"/>
                    <a:pt x="40405" y="7645"/>
                  </a:cubicBezTo>
                  <a:lnTo>
                    <a:pt x="40405" y="7640"/>
                  </a:lnTo>
                  <a:lnTo>
                    <a:pt x="40405" y="7630"/>
                  </a:lnTo>
                  <a:cubicBezTo>
                    <a:pt x="40346" y="7452"/>
                    <a:pt x="40276" y="7285"/>
                    <a:pt x="40212" y="7114"/>
                  </a:cubicBezTo>
                  <a:cubicBezTo>
                    <a:pt x="40203" y="7116"/>
                    <a:pt x="40195" y="7116"/>
                    <a:pt x="40187" y="7116"/>
                  </a:cubicBezTo>
                  <a:cubicBezTo>
                    <a:pt x="40179" y="7116"/>
                    <a:pt x="40171" y="7116"/>
                    <a:pt x="40163" y="7119"/>
                  </a:cubicBezTo>
                  <a:cubicBezTo>
                    <a:pt x="39486" y="6001"/>
                    <a:pt x="38154" y="5319"/>
                    <a:pt x="38320" y="3794"/>
                  </a:cubicBezTo>
                  <a:cubicBezTo>
                    <a:pt x="38325" y="3750"/>
                    <a:pt x="38315" y="3718"/>
                    <a:pt x="38320" y="3675"/>
                  </a:cubicBezTo>
                  <a:cubicBezTo>
                    <a:pt x="38326" y="3662"/>
                    <a:pt x="38335" y="3651"/>
                    <a:pt x="38343" y="3640"/>
                  </a:cubicBezTo>
                  <a:lnTo>
                    <a:pt x="38343" y="3640"/>
                  </a:lnTo>
                  <a:cubicBezTo>
                    <a:pt x="38433" y="3254"/>
                    <a:pt x="38362" y="2906"/>
                    <a:pt x="38105" y="2606"/>
                  </a:cubicBezTo>
                  <a:cubicBezTo>
                    <a:pt x="37767" y="1989"/>
                    <a:pt x="37095" y="1597"/>
                    <a:pt x="36429" y="1107"/>
                  </a:cubicBezTo>
                  <a:cubicBezTo>
                    <a:pt x="36371" y="1066"/>
                    <a:pt x="36312" y="1049"/>
                    <a:pt x="36258" y="1049"/>
                  </a:cubicBezTo>
                  <a:cubicBezTo>
                    <a:pt x="36197" y="1049"/>
                    <a:pt x="36142" y="1070"/>
                    <a:pt x="36096" y="1107"/>
                  </a:cubicBezTo>
                  <a:lnTo>
                    <a:pt x="36096" y="1032"/>
                  </a:lnTo>
                  <a:cubicBezTo>
                    <a:pt x="35936" y="1192"/>
                    <a:pt x="35665" y="1225"/>
                    <a:pt x="35357" y="1225"/>
                  </a:cubicBezTo>
                  <a:cubicBezTo>
                    <a:pt x="35232" y="1225"/>
                    <a:pt x="35100" y="1220"/>
                    <a:pt x="34968" y="1215"/>
                  </a:cubicBezTo>
                  <a:cubicBezTo>
                    <a:pt x="24256" y="866"/>
                    <a:pt x="13538" y="506"/>
                    <a:pt x="2826" y="199"/>
                  </a:cubicBezTo>
                  <a:cubicBezTo>
                    <a:pt x="2440" y="189"/>
                    <a:pt x="2187" y="124"/>
                    <a:pt x="2026"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1"/>
            <p:cNvSpPr/>
            <p:nvPr/>
          </p:nvSpPr>
          <p:spPr>
            <a:xfrm>
              <a:off x="4470075" y="2044725"/>
              <a:ext cx="549300" cy="968625"/>
            </a:xfrm>
            <a:custGeom>
              <a:rect b="b" l="l" r="r" t="t"/>
              <a:pathLst>
                <a:path extrusionOk="0" h="38745" w="21972">
                  <a:moveTo>
                    <a:pt x="4013" y="8123"/>
                  </a:moveTo>
                  <a:lnTo>
                    <a:pt x="4013" y="8123"/>
                  </a:lnTo>
                  <a:cubicBezTo>
                    <a:pt x="4008" y="8123"/>
                    <a:pt x="4008" y="8128"/>
                    <a:pt x="4003" y="8128"/>
                  </a:cubicBezTo>
                  <a:lnTo>
                    <a:pt x="4003" y="8128"/>
                  </a:lnTo>
                  <a:cubicBezTo>
                    <a:pt x="4004" y="8128"/>
                    <a:pt x="4005" y="8128"/>
                    <a:pt x="4006" y="8128"/>
                  </a:cubicBezTo>
                  <a:lnTo>
                    <a:pt x="4006" y="8128"/>
                  </a:lnTo>
                  <a:cubicBezTo>
                    <a:pt x="4008" y="8126"/>
                    <a:pt x="4011" y="8125"/>
                    <a:pt x="4013" y="8123"/>
                  </a:cubicBezTo>
                  <a:close/>
                  <a:moveTo>
                    <a:pt x="4003" y="8128"/>
                  </a:moveTo>
                  <a:cubicBezTo>
                    <a:pt x="4003" y="8128"/>
                    <a:pt x="4003" y="8128"/>
                    <a:pt x="4003" y="8128"/>
                  </a:cubicBezTo>
                  <a:cubicBezTo>
                    <a:pt x="4003" y="8128"/>
                    <a:pt x="4003" y="8128"/>
                    <a:pt x="4003" y="8128"/>
                  </a:cubicBezTo>
                  <a:close/>
                  <a:moveTo>
                    <a:pt x="18024" y="0"/>
                  </a:moveTo>
                  <a:cubicBezTo>
                    <a:pt x="17981" y="65"/>
                    <a:pt x="17933" y="129"/>
                    <a:pt x="17878" y="187"/>
                  </a:cubicBezTo>
                  <a:cubicBezTo>
                    <a:pt x="17804" y="268"/>
                    <a:pt x="17717" y="338"/>
                    <a:pt x="17620" y="397"/>
                  </a:cubicBezTo>
                  <a:cubicBezTo>
                    <a:pt x="17582" y="389"/>
                    <a:pt x="17540" y="387"/>
                    <a:pt x="17497" y="387"/>
                  </a:cubicBezTo>
                  <a:cubicBezTo>
                    <a:pt x="17390" y="387"/>
                    <a:pt x="17276" y="404"/>
                    <a:pt x="17181" y="408"/>
                  </a:cubicBezTo>
                  <a:cubicBezTo>
                    <a:pt x="13103" y="650"/>
                    <a:pt x="9026" y="908"/>
                    <a:pt x="4948" y="1139"/>
                  </a:cubicBezTo>
                  <a:cubicBezTo>
                    <a:pt x="4701" y="1154"/>
                    <a:pt x="4523" y="1203"/>
                    <a:pt x="4416" y="1322"/>
                  </a:cubicBezTo>
                  <a:cubicBezTo>
                    <a:pt x="4340" y="1407"/>
                    <a:pt x="4298" y="1531"/>
                    <a:pt x="4298" y="1709"/>
                  </a:cubicBezTo>
                  <a:cubicBezTo>
                    <a:pt x="4355" y="1691"/>
                    <a:pt x="4407" y="1683"/>
                    <a:pt x="4455" y="1683"/>
                  </a:cubicBezTo>
                  <a:cubicBezTo>
                    <a:pt x="4629" y="1683"/>
                    <a:pt x="4747" y="1794"/>
                    <a:pt x="4819" y="1987"/>
                  </a:cubicBezTo>
                  <a:cubicBezTo>
                    <a:pt x="5200" y="2148"/>
                    <a:pt x="5114" y="2476"/>
                    <a:pt x="5093" y="2783"/>
                  </a:cubicBezTo>
                  <a:cubicBezTo>
                    <a:pt x="5137" y="2779"/>
                    <a:pt x="5179" y="2777"/>
                    <a:pt x="5220" y="2777"/>
                  </a:cubicBezTo>
                  <a:cubicBezTo>
                    <a:pt x="5566" y="2777"/>
                    <a:pt x="5826" y="2907"/>
                    <a:pt x="5894" y="3325"/>
                  </a:cubicBezTo>
                  <a:cubicBezTo>
                    <a:pt x="6812" y="3830"/>
                    <a:pt x="6877" y="4265"/>
                    <a:pt x="6157" y="5168"/>
                  </a:cubicBezTo>
                  <a:cubicBezTo>
                    <a:pt x="6205" y="5426"/>
                    <a:pt x="6145" y="5624"/>
                    <a:pt x="5888" y="5721"/>
                  </a:cubicBezTo>
                  <a:cubicBezTo>
                    <a:pt x="5888" y="5892"/>
                    <a:pt x="5781" y="5979"/>
                    <a:pt x="5630" y="6028"/>
                  </a:cubicBezTo>
                  <a:cubicBezTo>
                    <a:pt x="5572" y="6382"/>
                    <a:pt x="5518" y="6742"/>
                    <a:pt x="5458" y="7097"/>
                  </a:cubicBezTo>
                  <a:cubicBezTo>
                    <a:pt x="5145" y="7375"/>
                    <a:pt x="4975" y="7880"/>
                    <a:pt x="4482" y="7880"/>
                  </a:cubicBezTo>
                  <a:cubicBezTo>
                    <a:pt x="4425" y="7880"/>
                    <a:pt x="4364" y="7873"/>
                    <a:pt x="4298" y="7859"/>
                  </a:cubicBezTo>
                  <a:lnTo>
                    <a:pt x="4298" y="7859"/>
                  </a:lnTo>
                  <a:cubicBezTo>
                    <a:pt x="4379" y="8131"/>
                    <a:pt x="4188" y="8123"/>
                    <a:pt x="4006" y="8128"/>
                  </a:cubicBezTo>
                  <a:lnTo>
                    <a:pt x="4006" y="8128"/>
                  </a:lnTo>
                  <a:cubicBezTo>
                    <a:pt x="3471" y="8535"/>
                    <a:pt x="2854" y="8659"/>
                    <a:pt x="2200" y="8659"/>
                  </a:cubicBezTo>
                  <a:cubicBezTo>
                    <a:pt x="2187" y="8659"/>
                    <a:pt x="2174" y="8659"/>
                    <a:pt x="2160" y="8659"/>
                  </a:cubicBezTo>
                  <a:lnTo>
                    <a:pt x="2160" y="8659"/>
                  </a:lnTo>
                  <a:cubicBezTo>
                    <a:pt x="2187" y="8841"/>
                    <a:pt x="2142" y="8945"/>
                    <a:pt x="1989" y="8945"/>
                  </a:cubicBezTo>
                  <a:cubicBezTo>
                    <a:pt x="1960" y="8945"/>
                    <a:pt x="1927" y="8941"/>
                    <a:pt x="1891" y="8934"/>
                  </a:cubicBezTo>
                  <a:cubicBezTo>
                    <a:pt x="1886" y="9380"/>
                    <a:pt x="1886" y="9820"/>
                    <a:pt x="1886" y="10266"/>
                  </a:cubicBezTo>
                  <a:cubicBezTo>
                    <a:pt x="2907" y="10856"/>
                    <a:pt x="2869" y="11577"/>
                    <a:pt x="2155" y="12383"/>
                  </a:cubicBezTo>
                  <a:cubicBezTo>
                    <a:pt x="2187" y="12790"/>
                    <a:pt x="2091" y="13113"/>
                    <a:pt x="1628" y="13199"/>
                  </a:cubicBezTo>
                  <a:cubicBezTo>
                    <a:pt x="1816" y="13527"/>
                    <a:pt x="1543" y="13677"/>
                    <a:pt x="1354" y="13854"/>
                  </a:cubicBezTo>
                  <a:cubicBezTo>
                    <a:pt x="1214" y="13940"/>
                    <a:pt x="1080" y="14027"/>
                    <a:pt x="946" y="14107"/>
                  </a:cubicBezTo>
                  <a:lnTo>
                    <a:pt x="951" y="14171"/>
                  </a:lnTo>
                  <a:lnTo>
                    <a:pt x="935" y="14118"/>
                  </a:lnTo>
                  <a:cubicBezTo>
                    <a:pt x="898" y="14134"/>
                    <a:pt x="866" y="14156"/>
                    <a:pt x="833" y="14176"/>
                  </a:cubicBezTo>
                  <a:cubicBezTo>
                    <a:pt x="613" y="14322"/>
                    <a:pt x="511" y="14553"/>
                    <a:pt x="457" y="14816"/>
                  </a:cubicBezTo>
                  <a:cubicBezTo>
                    <a:pt x="730" y="15074"/>
                    <a:pt x="919" y="15353"/>
                    <a:pt x="747" y="15751"/>
                  </a:cubicBezTo>
                  <a:cubicBezTo>
                    <a:pt x="725" y="15805"/>
                    <a:pt x="710" y="15864"/>
                    <a:pt x="683" y="15917"/>
                  </a:cubicBezTo>
                  <a:cubicBezTo>
                    <a:pt x="527" y="16127"/>
                    <a:pt x="296" y="16186"/>
                    <a:pt x="92" y="16186"/>
                  </a:cubicBezTo>
                  <a:lnTo>
                    <a:pt x="70" y="16186"/>
                  </a:lnTo>
                  <a:cubicBezTo>
                    <a:pt x="113" y="16380"/>
                    <a:pt x="118" y="16578"/>
                    <a:pt x="108" y="16782"/>
                  </a:cubicBezTo>
                  <a:lnTo>
                    <a:pt x="108" y="16847"/>
                  </a:lnTo>
                  <a:cubicBezTo>
                    <a:pt x="108" y="16852"/>
                    <a:pt x="102" y="16863"/>
                    <a:pt x="102" y="16874"/>
                  </a:cubicBezTo>
                  <a:cubicBezTo>
                    <a:pt x="38" y="17008"/>
                    <a:pt x="1" y="17169"/>
                    <a:pt x="11" y="17357"/>
                  </a:cubicBezTo>
                  <a:cubicBezTo>
                    <a:pt x="21" y="17464"/>
                    <a:pt x="28" y="17572"/>
                    <a:pt x="38" y="17679"/>
                  </a:cubicBezTo>
                  <a:cubicBezTo>
                    <a:pt x="28" y="17895"/>
                    <a:pt x="33" y="18104"/>
                    <a:pt x="75" y="18309"/>
                  </a:cubicBezTo>
                  <a:cubicBezTo>
                    <a:pt x="113" y="18926"/>
                    <a:pt x="242" y="19533"/>
                    <a:pt x="608" y="20134"/>
                  </a:cubicBezTo>
                  <a:cubicBezTo>
                    <a:pt x="618" y="20151"/>
                    <a:pt x="634" y="20167"/>
                    <a:pt x="640" y="20183"/>
                  </a:cubicBezTo>
                  <a:cubicBezTo>
                    <a:pt x="812" y="20521"/>
                    <a:pt x="1020" y="20838"/>
                    <a:pt x="1290" y="21123"/>
                  </a:cubicBezTo>
                  <a:cubicBezTo>
                    <a:pt x="2525" y="22402"/>
                    <a:pt x="3444" y="23917"/>
                    <a:pt x="4598" y="25222"/>
                  </a:cubicBezTo>
                  <a:cubicBezTo>
                    <a:pt x="4674" y="25400"/>
                    <a:pt x="4749" y="25582"/>
                    <a:pt x="4824" y="25760"/>
                  </a:cubicBezTo>
                  <a:cubicBezTo>
                    <a:pt x="4830" y="25770"/>
                    <a:pt x="4836" y="25787"/>
                    <a:pt x="4841" y="25797"/>
                  </a:cubicBezTo>
                  <a:cubicBezTo>
                    <a:pt x="4970" y="25883"/>
                    <a:pt x="5126" y="25936"/>
                    <a:pt x="5307" y="25941"/>
                  </a:cubicBezTo>
                  <a:cubicBezTo>
                    <a:pt x="5482" y="26057"/>
                    <a:pt x="5664" y="26094"/>
                    <a:pt x="5847" y="26094"/>
                  </a:cubicBezTo>
                  <a:cubicBezTo>
                    <a:pt x="6188" y="26094"/>
                    <a:pt x="6533" y="25964"/>
                    <a:pt x="6845" y="25964"/>
                  </a:cubicBezTo>
                  <a:cubicBezTo>
                    <a:pt x="7014" y="25964"/>
                    <a:pt x="7173" y="26002"/>
                    <a:pt x="7317" y="26119"/>
                  </a:cubicBezTo>
                  <a:cubicBezTo>
                    <a:pt x="7446" y="26259"/>
                    <a:pt x="7548" y="26409"/>
                    <a:pt x="7628" y="26565"/>
                  </a:cubicBezTo>
                  <a:cubicBezTo>
                    <a:pt x="7784" y="26915"/>
                    <a:pt x="7908" y="27446"/>
                    <a:pt x="7978" y="28269"/>
                  </a:cubicBezTo>
                  <a:cubicBezTo>
                    <a:pt x="7989" y="28338"/>
                    <a:pt x="7994" y="28398"/>
                    <a:pt x="8005" y="28467"/>
                  </a:cubicBezTo>
                  <a:cubicBezTo>
                    <a:pt x="8005" y="28520"/>
                    <a:pt x="8010" y="28579"/>
                    <a:pt x="8010" y="28639"/>
                  </a:cubicBezTo>
                  <a:cubicBezTo>
                    <a:pt x="8027" y="29444"/>
                    <a:pt x="7838" y="30337"/>
                    <a:pt x="7978" y="31148"/>
                  </a:cubicBezTo>
                  <a:cubicBezTo>
                    <a:pt x="7784" y="31840"/>
                    <a:pt x="8547" y="32452"/>
                    <a:pt x="9106" y="32754"/>
                  </a:cubicBezTo>
                  <a:cubicBezTo>
                    <a:pt x="9698" y="33077"/>
                    <a:pt x="10363" y="33226"/>
                    <a:pt x="10955" y="33560"/>
                  </a:cubicBezTo>
                  <a:cubicBezTo>
                    <a:pt x="11002" y="33587"/>
                    <a:pt x="11040" y="33613"/>
                    <a:pt x="11084" y="33645"/>
                  </a:cubicBezTo>
                  <a:cubicBezTo>
                    <a:pt x="11116" y="33677"/>
                    <a:pt x="11153" y="33704"/>
                    <a:pt x="11196" y="33726"/>
                  </a:cubicBezTo>
                  <a:cubicBezTo>
                    <a:pt x="11335" y="33833"/>
                    <a:pt x="11438" y="33962"/>
                    <a:pt x="11518" y="34096"/>
                  </a:cubicBezTo>
                  <a:cubicBezTo>
                    <a:pt x="11555" y="34505"/>
                    <a:pt x="11690" y="34882"/>
                    <a:pt x="11900" y="35236"/>
                  </a:cubicBezTo>
                  <a:cubicBezTo>
                    <a:pt x="11986" y="35913"/>
                    <a:pt x="12007" y="36687"/>
                    <a:pt x="12173" y="37309"/>
                  </a:cubicBezTo>
                  <a:cubicBezTo>
                    <a:pt x="12147" y="37374"/>
                    <a:pt x="12136" y="37449"/>
                    <a:pt x="12173" y="37535"/>
                  </a:cubicBezTo>
                  <a:cubicBezTo>
                    <a:pt x="12341" y="37944"/>
                    <a:pt x="12458" y="38303"/>
                    <a:pt x="12786" y="38609"/>
                  </a:cubicBezTo>
                  <a:cubicBezTo>
                    <a:pt x="12850" y="38666"/>
                    <a:pt x="12934" y="38693"/>
                    <a:pt x="13017" y="38693"/>
                  </a:cubicBezTo>
                  <a:cubicBezTo>
                    <a:pt x="13059" y="38693"/>
                    <a:pt x="13101" y="38686"/>
                    <a:pt x="13140" y="38673"/>
                  </a:cubicBezTo>
                  <a:cubicBezTo>
                    <a:pt x="13211" y="38695"/>
                    <a:pt x="13275" y="38722"/>
                    <a:pt x="13350" y="38738"/>
                  </a:cubicBezTo>
                  <a:cubicBezTo>
                    <a:pt x="13377" y="38738"/>
                    <a:pt x="13410" y="38744"/>
                    <a:pt x="13437" y="38744"/>
                  </a:cubicBezTo>
                  <a:cubicBezTo>
                    <a:pt x="13495" y="38744"/>
                    <a:pt x="13554" y="38733"/>
                    <a:pt x="13608" y="38712"/>
                  </a:cubicBezTo>
                  <a:cubicBezTo>
                    <a:pt x="13571" y="38519"/>
                    <a:pt x="13538" y="38325"/>
                    <a:pt x="13527" y="38137"/>
                  </a:cubicBezTo>
                  <a:cubicBezTo>
                    <a:pt x="13662" y="38018"/>
                    <a:pt x="13769" y="37842"/>
                    <a:pt x="13856" y="37605"/>
                  </a:cubicBezTo>
                  <a:cubicBezTo>
                    <a:pt x="13968" y="37304"/>
                    <a:pt x="14107" y="37089"/>
                    <a:pt x="14258" y="36939"/>
                  </a:cubicBezTo>
                  <a:cubicBezTo>
                    <a:pt x="14410" y="36871"/>
                    <a:pt x="14553" y="36842"/>
                    <a:pt x="14690" y="36842"/>
                  </a:cubicBezTo>
                  <a:cubicBezTo>
                    <a:pt x="15456" y="36842"/>
                    <a:pt x="16029" y="37755"/>
                    <a:pt x="16874" y="37755"/>
                  </a:cubicBezTo>
                  <a:cubicBezTo>
                    <a:pt x="16908" y="37755"/>
                    <a:pt x="16941" y="37753"/>
                    <a:pt x="16976" y="37750"/>
                  </a:cubicBezTo>
                  <a:lnTo>
                    <a:pt x="17105" y="37750"/>
                  </a:lnTo>
                  <a:cubicBezTo>
                    <a:pt x="17111" y="37739"/>
                    <a:pt x="17122" y="37728"/>
                    <a:pt x="17127" y="37718"/>
                  </a:cubicBezTo>
                  <a:cubicBezTo>
                    <a:pt x="17245" y="37681"/>
                    <a:pt x="17320" y="37572"/>
                    <a:pt x="17330" y="37455"/>
                  </a:cubicBezTo>
                  <a:cubicBezTo>
                    <a:pt x="17503" y="37218"/>
                    <a:pt x="17615" y="36960"/>
                    <a:pt x="17454" y="36611"/>
                  </a:cubicBezTo>
                  <a:cubicBezTo>
                    <a:pt x="16928" y="35462"/>
                    <a:pt x="17363" y="34909"/>
                    <a:pt x="18567" y="34800"/>
                  </a:cubicBezTo>
                  <a:cubicBezTo>
                    <a:pt x="19001" y="34763"/>
                    <a:pt x="19276" y="34505"/>
                    <a:pt x="19232" y="34022"/>
                  </a:cubicBezTo>
                  <a:cubicBezTo>
                    <a:pt x="19195" y="34006"/>
                    <a:pt x="19179" y="33989"/>
                    <a:pt x="19152" y="33974"/>
                  </a:cubicBezTo>
                  <a:cubicBezTo>
                    <a:pt x="19490" y="33355"/>
                    <a:pt x="19710" y="32608"/>
                    <a:pt x="19819" y="31926"/>
                  </a:cubicBezTo>
                  <a:cubicBezTo>
                    <a:pt x="19819" y="31921"/>
                    <a:pt x="19819" y="31921"/>
                    <a:pt x="19824" y="31921"/>
                  </a:cubicBezTo>
                  <a:cubicBezTo>
                    <a:pt x="19819" y="31921"/>
                    <a:pt x="19819" y="31916"/>
                    <a:pt x="19819" y="31916"/>
                  </a:cubicBezTo>
                  <a:cubicBezTo>
                    <a:pt x="19829" y="31862"/>
                    <a:pt x="19839" y="31803"/>
                    <a:pt x="19851" y="31755"/>
                  </a:cubicBezTo>
                  <a:cubicBezTo>
                    <a:pt x="19941" y="31061"/>
                    <a:pt x="19894" y="30401"/>
                    <a:pt x="19936" y="29745"/>
                  </a:cubicBezTo>
                  <a:cubicBezTo>
                    <a:pt x="20243" y="29326"/>
                    <a:pt x="20677" y="29010"/>
                    <a:pt x="20957" y="28520"/>
                  </a:cubicBezTo>
                  <a:cubicBezTo>
                    <a:pt x="21456" y="27639"/>
                    <a:pt x="21887" y="26705"/>
                    <a:pt x="21956" y="25690"/>
                  </a:cubicBezTo>
                  <a:cubicBezTo>
                    <a:pt x="21972" y="25470"/>
                    <a:pt x="21924" y="25292"/>
                    <a:pt x="21833" y="25147"/>
                  </a:cubicBezTo>
                  <a:cubicBezTo>
                    <a:pt x="21736" y="24803"/>
                    <a:pt x="21565" y="24470"/>
                    <a:pt x="21376" y="24136"/>
                  </a:cubicBezTo>
                  <a:cubicBezTo>
                    <a:pt x="21220" y="22299"/>
                    <a:pt x="21376" y="20457"/>
                    <a:pt x="21173" y="18604"/>
                  </a:cubicBezTo>
                  <a:cubicBezTo>
                    <a:pt x="20747" y="14768"/>
                    <a:pt x="20565" y="10900"/>
                    <a:pt x="20258" y="7048"/>
                  </a:cubicBezTo>
                  <a:cubicBezTo>
                    <a:pt x="20231" y="6705"/>
                    <a:pt x="20206" y="6393"/>
                    <a:pt x="20307" y="6189"/>
                  </a:cubicBezTo>
                  <a:cubicBezTo>
                    <a:pt x="20253" y="5984"/>
                    <a:pt x="20199" y="5785"/>
                    <a:pt x="20141" y="5592"/>
                  </a:cubicBezTo>
                  <a:cubicBezTo>
                    <a:pt x="19915" y="4845"/>
                    <a:pt x="19631" y="4131"/>
                    <a:pt x="19356" y="3427"/>
                  </a:cubicBezTo>
                  <a:cubicBezTo>
                    <a:pt x="18964" y="2443"/>
                    <a:pt x="18599" y="1515"/>
                    <a:pt x="18379" y="526"/>
                  </a:cubicBezTo>
                  <a:cubicBezTo>
                    <a:pt x="18330" y="295"/>
                    <a:pt x="18201" y="118"/>
                    <a:pt x="18024"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1"/>
            <p:cNvSpPr/>
            <p:nvPr/>
          </p:nvSpPr>
          <p:spPr>
            <a:xfrm>
              <a:off x="4545275" y="1189325"/>
              <a:ext cx="1041025" cy="1037375"/>
            </a:xfrm>
            <a:custGeom>
              <a:rect b="b" l="l" r="r" t="t"/>
              <a:pathLst>
                <a:path extrusionOk="0" h="41495" w="41641">
                  <a:moveTo>
                    <a:pt x="11653" y="0"/>
                  </a:moveTo>
                  <a:cubicBezTo>
                    <a:pt x="10251" y="0"/>
                    <a:pt x="9407" y="752"/>
                    <a:pt x="8591" y="1483"/>
                  </a:cubicBezTo>
                  <a:cubicBezTo>
                    <a:pt x="8398" y="1649"/>
                    <a:pt x="8205" y="1827"/>
                    <a:pt x="8005" y="1988"/>
                  </a:cubicBezTo>
                  <a:cubicBezTo>
                    <a:pt x="5775" y="3798"/>
                    <a:pt x="3197" y="5190"/>
                    <a:pt x="307" y="6699"/>
                  </a:cubicBezTo>
                  <a:cubicBezTo>
                    <a:pt x="243" y="6732"/>
                    <a:pt x="184" y="6779"/>
                    <a:pt x="140" y="6839"/>
                  </a:cubicBezTo>
                  <a:cubicBezTo>
                    <a:pt x="97" y="6888"/>
                    <a:pt x="65" y="6947"/>
                    <a:pt x="43" y="7017"/>
                  </a:cubicBezTo>
                  <a:cubicBezTo>
                    <a:pt x="1" y="7151"/>
                    <a:pt x="17" y="7295"/>
                    <a:pt x="87" y="7424"/>
                  </a:cubicBezTo>
                  <a:cubicBezTo>
                    <a:pt x="87" y="7431"/>
                    <a:pt x="92" y="7436"/>
                    <a:pt x="97" y="7441"/>
                  </a:cubicBezTo>
                  <a:cubicBezTo>
                    <a:pt x="361" y="7600"/>
                    <a:pt x="641" y="7655"/>
                    <a:pt x="931" y="7655"/>
                  </a:cubicBezTo>
                  <a:cubicBezTo>
                    <a:pt x="1042" y="7655"/>
                    <a:pt x="1154" y="7647"/>
                    <a:pt x="1268" y="7634"/>
                  </a:cubicBezTo>
                  <a:lnTo>
                    <a:pt x="1268" y="7634"/>
                  </a:lnTo>
                  <a:cubicBezTo>
                    <a:pt x="1231" y="7875"/>
                    <a:pt x="1215" y="8113"/>
                    <a:pt x="1537" y="8177"/>
                  </a:cubicBezTo>
                  <a:cubicBezTo>
                    <a:pt x="1451" y="8832"/>
                    <a:pt x="1913" y="8951"/>
                    <a:pt x="2403" y="9042"/>
                  </a:cubicBezTo>
                  <a:cubicBezTo>
                    <a:pt x="3132" y="9171"/>
                    <a:pt x="3863" y="9305"/>
                    <a:pt x="4594" y="9439"/>
                  </a:cubicBezTo>
                  <a:cubicBezTo>
                    <a:pt x="5426" y="9558"/>
                    <a:pt x="6264" y="9675"/>
                    <a:pt x="7097" y="9794"/>
                  </a:cubicBezTo>
                  <a:cubicBezTo>
                    <a:pt x="7144" y="9924"/>
                    <a:pt x="7182" y="10062"/>
                    <a:pt x="7327" y="10062"/>
                  </a:cubicBezTo>
                  <a:cubicBezTo>
                    <a:pt x="7350" y="10062"/>
                    <a:pt x="7375" y="10059"/>
                    <a:pt x="7404" y="10052"/>
                  </a:cubicBezTo>
                  <a:lnTo>
                    <a:pt x="7404" y="10052"/>
                  </a:lnTo>
                  <a:cubicBezTo>
                    <a:pt x="7323" y="10320"/>
                    <a:pt x="7457" y="10476"/>
                    <a:pt x="7699" y="10583"/>
                  </a:cubicBezTo>
                  <a:lnTo>
                    <a:pt x="7699" y="10573"/>
                  </a:lnTo>
                  <a:cubicBezTo>
                    <a:pt x="9048" y="11180"/>
                    <a:pt x="10799" y="10390"/>
                    <a:pt x="11959" y="12055"/>
                  </a:cubicBezTo>
                  <a:cubicBezTo>
                    <a:pt x="12351" y="12620"/>
                    <a:pt x="12851" y="12915"/>
                    <a:pt x="12668" y="13672"/>
                  </a:cubicBezTo>
                  <a:cubicBezTo>
                    <a:pt x="12588" y="14006"/>
                    <a:pt x="12437" y="14644"/>
                    <a:pt x="12588" y="14644"/>
                  </a:cubicBezTo>
                  <a:cubicBezTo>
                    <a:pt x="12814" y="14644"/>
                    <a:pt x="12985" y="14688"/>
                    <a:pt x="13114" y="14758"/>
                  </a:cubicBezTo>
                  <a:cubicBezTo>
                    <a:pt x="10235" y="17272"/>
                    <a:pt x="8468" y="21693"/>
                    <a:pt x="8778" y="25529"/>
                  </a:cubicBezTo>
                  <a:cubicBezTo>
                    <a:pt x="8785" y="25610"/>
                    <a:pt x="8800" y="25690"/>
                    <a:pt x="8805" y="25771"/>
                  </a:cubicBezTo>
                  <a:cubicBezTo>
                    <a:pt x="12658" y="27581"/>
                    <a:pt x="15338" y="30155"/>
                    <a:pt x="15338" y="34629"/>
                  </a:cubicBezTo>
                  <a:cubicBezTo>
                    <a:pt x="15338" y="36074"/>
                    <a:pt x="17101" y="39781"/>
                    <a:pt x="17101" y="39781"/>
                  </a:cubicBezTo>
                  <a:cubicBezTo>
                    <a:pt x="19244" y="39781"/>
                    <a:pt x="21264" y="40420"/>
                    <a:pt x="22988" y="41494"/>
                  </a:cubicBezTo>
                  <a:cubicBezTo>
                    <a:pt x="29085" y="40678"/>
                    <a:pt x="36543" y="41130"/>
                    <a:pt x="38869" y="35301"/>
                  </a:cubicBezTo>
                  <a:cubicBezTo>
                    <a:pt x="39159" y="34564"/>
                    <a:pt x="39368" y="33733"/>
                    <a:pt x="39491" y="32776"/>
                  </a:cubicBezTo>
                  <a:cubicBezTo>
                    <a:pt x="40072" y="32255"/>
                    <a:pt x="40518" y="31712"/>
                    <a:pt x="40850" y="31148"/>
                  </a:cubicBezTo>
                  <a:cubicBezTo>
                    <a:pt x="41189" y="30584"/>
                    <a:pt x="41410" y="29999"/>
                    <a:pt x="41549" y="29392"/>
                  </a:cubicBezTo>
                  <a:cubicBezTo>
                    <a:pt x="41641" y="25668"/>
                    <a:pt x="41641" y="19695"/>
                    <a:pt x="36994" y="19028"/>
                  </a:cubicBezTo>
                  <a:cubicBezTo>
                    <a:pt x="36994" y="19028"/>
                    <a:pt x="36327" y="20356"/>
                    <a:pt x="36327" y="21021"/>
                  </a:cubicBezTo>
                  <a:cubicBezTo>
                    <a:pt x="36327" y="16375"/>
                    <a:pt x="36994" y="12388"/>
                    <a:pt x="32824" y="9100"/>
                  </a:cubicBezTo>
                  <a:cubicBezTo>
                    <a:pt x="32777" y="9047"/>
                    <a:pt x="32717" y="9003"/>
                    <a:pt x="32663" y="8956"/>
                  </a:cubicBezTo>
                  <a:cubicBezTo>
                    <a:pt x="32895" y="8939"/>
                    <a:pt x="33158" y="8881"/>
                    <a:pt x="33357" y="8655"/>
                  </a:cubicBezTo>
                  <a:cubicBezTo>
                    <a:pt x="33523" y="8456"/>
                    <a:pt x="33588" y="8198"/>
                    <a:pt x="33540" y="7887"/>
                  </a:cubicBezTo>
                  <a:cubicBezTo>
                    <a:pt x="33475" y="7409"/>
                    <a:pt x="33126" y="7097"/>
                    <a:pt x="32663" y="7097"/>
                  </a:cubicBezTo>
                  <a:cubicBezTo>
                    <a:pt x="32514" y="7097"/>
                    <a:pt x="32358" y="7129"/>
                    <a:pt x="32207" y="7193"/>
                  </a:cubicBezTo>
                  <a:cubicBezTo>
                    <a:pt x="32008" y="7269"/>
                    <a:pt x="31820" y="7312"/>
                    <a:pt x="31648" y="7312"/>
                  </a:cubicBezTo>
                  <a:cubicBezTo>
                    <a:pt x="31165" y="7312"/>
                    <a:pt x="30736" y="7005"/>
                    <a:pt x="30246" y="6313"/>
                  </a:cubicBezTo>
                  <a:cubicBezTo>
                    <a:pt x="29725" y="5582"/>
                    <a:pt x="29059" y="5222"/>
                    <a:pt x="28210" y="5222"/>
                  </a:cubicBezTo>
                  <a:cubicBezTo>
                    <a:pt x="27963" y="5222"/>
                    <a:pt x="27699" y="5249"/>
                    <a:pt x="27388" y="5308"/>
                  </a:cubicBezTo>
                  <a:cubicBezTo>
                    <a:pt x="26942" y="5393"/>
                    <a:pt x="26577" y="5458"/>
                    <a:pt x="26352" y="5458"/>
                  </a:cubicBezTo>
                  <a:cubicBezTo>
                    <a:pt x="26152" y="5458"/>
                    <a:pt x="26094" y="5458"/>
                    <a:pt x="25846" y="4304"/>
                  </a:cubicBezTo>
                  <a:cubicBezTo>
                    <a:pt x="25787" y="4024"/>
                    <a:pt x="25653" y="3379"/>
                    <a:pt x="25013" y="3379"/>
                  </a:cubicBezTo>
                  <a:cubicBezTo>
                    <a:pt x="24863" y="3379"/>
                    <a:pt x="24701" y="3427"/>
                    <a:pt x="24525" y="3519"/>
                  </a:cubicBezTo>
                  <a:cubicBezTo>
                    <a:pt x="23692" y="3949"/>
                    <a:pt x="22789" y="4153"/>
                    <a:pt x="21828" y="4374"/>
                  </a:cubicBezTo>
                  <a:cubicBezTo>
                    <a:pt x="21151" y="4530"/>
                    <a:pt x="20447" y="4684"/>
                    <a:pt x="19765" y="4932"/>
                  </a:cubicBezTo>
                  <a:cubicBezTo>
                    <a:pt x="18921" y="5244"/>
                    <a:pt x="18234" y="5770"/>
                    <a:pt x="17756" y="6479"/>
                  </a:cubicBezTo>
                  <a:cubicBezTo>
                    <a:pt x="17191" y="6189"/>
                    <a:pt x="16628" y="6038"/>
                    <a:pt x="16069" y="6038"/>
                  </a:cubicBezTo>
                  <a:cubicBezTo>
                    <a:pt x="15757" y="6038"/>
                    <a:pt x="15445" y="6087"/>
                    <a:pt x="15150" y="6179"/>
                  </a:cubicBezTo>
                  <a:cubicBezTo>
                    <a:pt x="15026" y="6216"/>
                    <a:pt x="14919" y="6238"/>
                    <a:pt x="14828" y="6238"/>
                  </a:cubicBezTo>
                  <a:cubicBezTo>
                    <a:pt x="14683" y="6238"/>
                    <a:pt x="14527" y="6206"/>
                    <a:pt x="14307" y="5861"/>
                  </a:cubicBezTo>
                  <a:cubicBezTo>
                    <a:pt x="13749" y="4969"/>
                    <a:pt x="12921" y="4588"/>
                    <a:pt x="12120" y="4212"/>
                  </a:cubicBezTo>
                  <a:cubicBezTo>
                    <a:pt x="12029" y="4169"/>
                    <a:pt x="11937" y="4126"/>
                    <a:pt x="11847" y="4083"/>
                  </a:cubicBezTo>
                  <a:cubicBezTo>
                    <a:pt x="11535" y="3938"/>
                    <a:pt x="11240" y="3863"/>
                    <a:pt x="10944" y="3863"/>
                  </a:cubicBezTo>
                  <a:cubicBezTo>
                    <a:pt x="10396" y="3863"/>
                    <a:pt x="9950" y="4111"/>
                    <a:pt x="9536" y="4421"/>
                  </a:cubicBezTo>
                  <a:cubicBezTo>
                    <a:pt x="9810" y="3530"/>
                    <a:pt x="10461" y="2896"/>
                    <a:pt x="11138" y="2241"/>
                  </a:cubicBezTo>
                  <a:cubicBezTo>
                    <a:pt x="11577" y="1810"/>
                    <a:pt x="12034" y="1371"/>
                    <a:pt x="12388" y="843"/>
                  </a:cubicBezTo>
                  <a:cubicBezTo>
                    <a:pt x="12497" y="687"/>
                    <a:pt x="12512" y="489"/>
                    <a:pt x="12432" y="317"/>
                  </a:cubicBezTo>
                  <a:cubicBezTo>
                    <a:pt x="12351" y="146"/>
                    <a:pt x="12185" y="27"/>
                    <a:pt x="11996" y="10"/>
                  </a:cubicBezTo>
                  <a:cubicBezTo>
                    <a:pt x="11879" y="0"/>
                    <a:pt x="11766" y="0"/>
                    <a:pt x="11653"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1"/>
            <p:cNvSpPr/>
            <p:nvPr/>
          </p:nvSpPr>
          <p:spPr>
            <a:xfrm>
              <a:off x="2882975" y="1455650"/>
              <a:ext cx="959900" cy="605225"/>
            </a:xfrm>
            <a:custGeom>
              <a:rect b="b" l="l" r="r" t="t"/>
              <a:pathLst>
                <a:path extrusionOk="0" h="24209" w="38396">
                  <a:moveTo>
                    <a:pt x="1575" y="1"/>
                  </a:moveTo>
                  <a:cubicBezTo>
                    <a:pt x="1537" y="43"/>
                    <a:pt x="1510" y="86"/>
                    <a:pt x="1478" y="135"/>
                  </a:cubicBezTo>
                  <a:lnTo>
                    <a:pt x="1478" y="495"/>
                  </a:lnTo>
                  <a:cubicBezTo>
                    <a:pt x="1398" y="1021"/>
                    <a:pt x="1317" y="1574"/>
                    <a:pt x="1220" y="2193"/>
                  </a:cubicBezTo>
                  <a:cubicBezTo>
                    <a:pt x="1231" y="2186"/>
                    <a:pt x="1237" y="2176"/>
                    <a:pt x="1242" y="2171"/>
                  </a:cubicBezTo>
                  <a:lnTo>
                    <a:pt x="1242" y="2171"/>
                  </a:lnTo>
                  <a:cubicBezTo>
                    <a:pt x="1220" y="2396"/>
                    <a:pt x="1215" y="2622"/>
                    <a:pt x="1205" y="2853"/>
                  </a:cubicBezTo>
                  <a:cubicBezTo>
                    <a:pt x="1183" y="3282"/>
                    <a:pt x="1108" y="3708"/>
                    <a:pt x="1049" y="4132"/>
                  </a:cubicBezTo>
                  <a:cubicBezTo>
                    <a:pt x="930" y="4631"/>
                    <a:pt x="850" y="5136"/>
                    <a:pt x="823" y="5642"/>
                  </a:cubicBezTo>
                  <a:cubicBezTo>
                    <a:pt x="806" y="6006"/>
                    <a:pt x="726" y="6215"/>
                    <a:pt x="570" y="6319"/>
                  </a:cubicBezTo>
                  <a:cubicBezTo>
                    <a:pt x="570" y="6351"/>
                    <a:pt x="565" y="6383"/>
                    <a:pt x="565" y="6415"/>
                  </a:cubicBezTo>
                  <a:cubicBezTo>
                    <a:pt x="779" y="6527"/>
                    <a:pt x="947" y="6694"/>
                    <a:pt x="1054" y="6936"/>
                  </a:cubicBezTo>
                  <a:cubicBezTo>
                    <a:pt x="1037" y="7092"/>
                    <a:pt x="1022" y="7247"/>
                    <a:pt x="1011" y="7403"/>
                  </a:cubicBezTo>
                  <a:cubicBezTo>
                    <a:pt x="683" y="11303"/>
                    <a:pt x="414" y="15208"/>
                    <a:pt x="44" y="19103"/>
                  </a:cubicBezTo>
                  <a:cubicBezTo>
                    <a:pt x="1" y="19604"/>
                    <a:pt x="33" y="19904"/>
                    <a:pt x="238" y="20065"/>
                  </a:cubicBezTo>
                  <a:cubicBezTo>
                    <a:pt x="393" y="20189"/>
                    <a:pt x="640" y="20243"/>
                    <a:pt x="1032" y="20248"/>
                  </a:cubicBezTo>
                  <a:cubicBezTo>
                    <a:pt x="3030" y="20269"/>
                    <a:pt x="5029" y="20425"/>
                    <a:pt x="7022" y="20533"/>
                  </a:cubicBezTo>
                  <a:cubicBezTo>
                    <a:pt x="7200" y="20538"/>
                    <a:pt x="7377" y="20538"/>
                    <a:pt x="7575" y="20591"/>
                  </a:cubicBezTo>
                  <a:cubicBezTo>
                    <a:pt x="8483" y="20624"/>
                    <a:pt x="9397" y="20710"/>
                    <a:pt x="10310" y="20785"/>
                  </a:cubicBezTo>
                  <a:lnTo>
                    <a:pt x="10310" y="20774"/>
                  </a:lnTo>
                  <a:cubicBezTo>
                    <a:pt x="12201" y="20876"/>
                    <a:pt x="14092" y="20978"/>
                    <a:pt x="15978" y="21081"/>
                  </a:cubicBezTo>
                  <a:cubicBezTo>
                    <a:pt x="16000" y="21081"/>
                    <a:pt x="16015" y="21086"/>
                    <a:pt x="16037" y="21086"/>
                  </a:cubicBezTo>
                  <a:cubicBezTo>
                    <a:pt x="17525" y="21107"/>
                    <a:pt x="19008" y="21275"/>
                    <a:pt x="20496" y="21300"/>
                  </a:cubicBezTo>
                  <a:cubicBezTo>
                    <a:pt x="20651" y="21304"/>
                    <a:pt x="20808" y="21305"/>
                    <a:pt x="20965" y="21305"/>
                  </a:cubicBezTo>
                  <a:cubicBezTo>
                    <a:pt x="21592" y="21305"/>
                    <a:pt x="22228" y="21283"/>
                    <a:pt x="22859" y="21275"/>
                  </a:cubicBezTo>
                  <a:lnTo>
                    <a:pt x="24939" y="21382"/>
                  </a:lnTo>
                  <a:cubicBezTo>
                    <a:pt x="25638" y="21478"/>
                    <a:pt x="26335" y="21634"/>
                    <a:pt x="27034" y="21677"/>
                  </a:cubicBezTo>
                  <a:cubicBezTo>
                    <a:pt x="27356" y="21694"/>
                    <a:pt x="27770" y="21709"/>
                    <a:pt x="27979" y="21999"/>
                  </a:cubicBezTo>
                  <a:cubicBezTo>
                    <a:pt x="28125" y="22198"/>
                    <a:pt x="28157" y="22371"/>
                    <a:pt x="28242" y="22590"/>
                  </a:cubicBezTo>
                  <a:cubicBezTo>
                    <a:pt x="28323" y="22822"/>
                    <a:pt x="28474" y="22902"/>
                    <a:pt x="28640" y="22919"/>
                  </a:cubicBezTo>
                  <a:cubicBezTo>
                    <a:pt x="28883" y="22843"/>
                    <a:pt x="29122" y="22744"/>
                    <a:pt x="29368" y="22744"/>
                  </a:cubicBezTo>
                  <a:cubicBezTo>
                    <a:pt x="29405" y="22744"/>
                    <a:pt x="29441" y="22746"/>
                    <a:pt x="29478" y="22751"/>
                  </a:cubicBezTo>
                  <a:cubicBezTo>
                    <a:pt x="29574" y="22736"/>
                    <a:pt x="29667" y="22727"/>
                    <a:pt x="29758" y="22727"/>
                  </a:cubicBezTo>
                  <a:cubicBezTo>
                    <a:pt x="29956" y="22727"/>
                    <a:pt x="30144" y="22771"/>
                    <a:pt x="30332" y="22897"/>
                  </a:cubicBezTo>
                  <a:cubicBezTo>
                    <a:pt x="30558" y="23047"/>
                    <a:pt x="30649" y="23338"/>
                    <a:pt x="30778" y="23579"/>
                  </a:cubicBezTo>
                  <a:cubicBezTo>
                    <a:pt x="30924" y="23730"/>
                    <a:pt x="31068" y="23858"/>
                    <a:pt x="31235" y="23955"/>
                  </a:cubicBezTo>
                  <a:cubicBezTo>
                    <a:pt x="31267" y="23963"/>
                    <a:pt x="31304" y="23968"/>
                    <a:pt x="31342" y="23968"/>
                  </a:cubicBezTo>
                  <a:cubicBezTo>
                    <a:pt x="31356" y="23968"/>
                    <a:pt x="31371" y="23967"/>
                    <a:pt x="31385" y="23965"/>
                  </a:cubicBezTo>
                  <a:cubicBezTo>
                    <a:pt x="31762" y="23955"/>
                    <a:pt x="32095" y="23815"/>
                    <a:pt x="32439" y="23697"/>
                  </a:cubicBezTo>
                  <a:cubicBezTo>
                    <a:pt x="32481" y="23665"/>
                    <a:pt x="32529" y="23648"/>
                    <a:pt x="32588" y="23648"/>
                  </a:cubicBezTo>
                  <a:cubicBezTo>
                    <a:pt x="32697" y="23611"/>
                    <a:pt x="32804" y="23584"/>
                    <a:pt x="32911" y="23563"/>
                  </a:cubicBezTo>
                  <a:cubicBezTo>
                    <a:pt x="32927" y="23563"/>
                    <a:pt x="32948" y="23557"/>
                    <a:pt x="32965" y="23557"/>
                  </a:cubicBezTo>
                  <a:cubicBezTo>
                    <a:pt x="33126" y="23422"/>
                    <a:pt x="33288" y="23360"/>
                    <a:pt x="33449" y="23360"/>
                  </a:cubicBezTo>
                  <a:cubicBezTo>
                    <a:pt x="33621" y="23360"/>
                    <a:pt x="33793" y="23430"/>
                    <a:pt x="33964" y="23557"/>
                  </a:cubicBezTo>
                  <a:cubicBezTo>
                    <a:pt x="34453" y="23643"/>
                    <a:pt x="34921" y="23847"/>
                    <a:pt x="35323" y="24164"/>
                  </a:cubicBezTo>
                  <a:cubicBezTo>
                    <a:pt x="35619" y="24199"/>
                    <a:pt x="35916" y="24209"/>
                    <a:pt x="36214" y="24209"/>
                  </a:cubicBezTo>
                  <a:cubicBezTo>
                    <a:pt x="36467" y="24209"/>
                    <a:pt x="36720" y="24202"/>
                    <a:pt x="36972" y="24196"/>
                  </a:cubicBezTo>
                  <a:cubicBezTo>
                    <a:pt x="37031" y="24196"/>
                    <a:pt x="37091" y="24191"/>
                    <a:pt x="37145" y="24191"/>
                  </a:cubicBezTo>
                  <a:cubicBezTo>
                    <a:pt x="37138" y="24127"/>
                    <a:pt x="37138" y="24057"/>
                    <a:pt x="37133" y="23987"/>
                  </a:cubicBezTo>
                  <a:cubicBezTo>
                    <a:pt x="37133" y="23923"/>
                    <a:pt x="37128" y="23853"/>
                    <a:pt x="37133" y="23789"/>
                  </a:cubicBezTo>
                  <a:cubicBezTo>
                    <a:pt x="38395" y="22988"/>
                    <a:pt x="37730" y="22988"/>
                    <a:pt x="37381" y="22010"/>
                  </a:cubicBezTo>
                  <a:cubicBezTo>
                    <a:pt x="37413" y="21962"/>
                    <a:pt x="37450" y="21913"/>
                    <a:pt x="37493" y="21865"/>
                  </a:cubicBezTo>
                  <a:cubicBezTo>
                    <a:pt x="37525" y="21838"/>
                    <a:pt x="37564" y="21823"/>
                    <a:pt x="37606" y="21806"/>
                  </a:cubicBezTo>
                  <a:cubicBezTo>
                    <a:pt x="37644" y="21714"/>
                    <a:pt x="37654" y="21618"/>
                    <a:pt x="37666" y="21521"/>
                  </a:cubicBezTo>
                  <a:cubicBezTo>
                    <a:pt x="37671" y="21473"/>
                    <a:pt x="37671" y="21419"/>
                    <a:pt x="37676" y="21371"/>
                  </a:cubicBezTo>
                  <a:cubicBezTo>
                    <a:pt x="37698" y="21221"/>
                    <a:pt x="37713" y="20920"/>
                    <a:pt x="37703" y="20586"/>
                  </a:cubicBezTo>
                  <a:cubicBezTo>
                    <a:pt x="37703" y="20544"/>
                    <a:pt x="37698" y="20501"/>
                    <a:pt x="37698" y="20457"/>
                  </a:cubicBezTo>
                  <a:cubicBezTo>
                    <a:pt x="37730" y="19668"/>
                    <a:pt x="37730" y="19002"/>
                    <a:pt x="37751" y="18491"/>
                  </a:cubicBezTo>
                  <a:cubicBezTo>
                    <a:pt x="37725" y="18432"/>
                    <a:pt x="37708" y="18362"/>
                    <a:pt x="37693" y="18292"/>
                  </a:cubicBezTo>
                  <a:cubicBezTo>
                    <a:pt x="37676" y="18223"/>
                    <a:pt x="37661" y="18153"/>
                    <a:pt x="37649" y="18072"/>
                  </a:cubicBezTo>
                  <a:cubicBezTo>
                    <a:pt x="37822" y="17073"/>
                    <a:pt x="37966" y="16068"/>
                    <a:pt x="37907" y="15021"/>
                  </a:cubicBezTo>
                  <a:cubicBezTo>
                    <a:pt x="37768" y="12507"/>
                    <a:pt x="37869" y="9981"/>
                    <a:pt x="37875" y="7462"/>
                  </a:cubicBezTo>
                  <a:cubicBezTo>
                    <a:pt x="37875" y="6979"/>
                    <a:pt x="37924" y="6490"/>
                    <a:pt x="37617" y="6066"/>
                  </a:cubicBezTo>
                  <a:cubicBezTo>
                    <a:pt x="37230" y="5694"/>
                    <a:pt x="36887" y="5313"/>
                    <a:pt x="36677" y="4916"/>
                  </a:cubicBezTo>
                  <a:cubicBezTo>
                    <a:pt x="36327" y="4249"/>
                    <a:pt x="36349" y="3535"/>
                    <a:pt x="37138" y="2714"/>
                  </a:cubicBezTo>
                  <a:lnTo>
                    <a:pt x="37145" y="2714"/>
                  </a:lnTo>
                  <a:cubicBezTo>
                    <a:pt x="37214" y="2364"/>
                    <a:pt x="37133" y="2203"/>
                    <a:pt x="36984" y="2128"/>
                  </a:cubicBezTo>
                  <a:cubicBezTo>
                    <a:pt x="36977" y="2101"/>
                    <a:pt x="36972" y="2069"/>
                    <a:pt x="36962" y="2037"/>
                  </a:cubicBezTo>
                  <a:cubicBezTo>
                    <a:pt x="36935" y="2052"/>
                    <a:pt x="36908" y="2069"/>
                    <a:pt x="36875" y="2084"/>
                  </a:cubicBezTo>
                  <a:cubicBezTo>
                    <a:pt x="36714" y="2042"/>
                    <a:pt x="36510" y="2052"/>
                    <a:pt x="36322" y="2042"/>
                  </a:cubicBezTo>
                  <a:cubicBezTo>
                    <a:pt x="29087" y="1677"/>
                    <a:pt x="21850" y="1316"/>
                    <a:pt x="14619" y="951"/>
                  </a:cubicBezTo>
                  <a:cubicBezTo>
                    <a:pt x="11153" y="774"/>
                    <a:pt x="7694" y="591"/>
                    <a:pt x="4228" y="403"/>
                  </a:cubicBezTo>
                  <a:cubicBezTo>
                    <a:pt x="4074" y="393"/>
                    <a:pt x="3918" y="284"/>
                    <a:pt x="3762" y="220"/>
                  </a:cubicBezTo>
                  <a:cubicBezTo>
                    <a:pt x="3461" y="205"/>
                    <a:pt x="3154" y="188"/>
                    <a:pt x="2854" y="167"/>
                  </a:cubicBezTo>
                  <a:cubicBezTo>
                    <a:pt x="2736" y="146"/>
                    <a:pt x="2631" y="136"/>
                    <a:pt x="2537" y="136"/>
                  </a:cubicBezTo>
                  <a:cubicBezTo>
                    <a:pt x="2244" y="136"/>
                    <a:pt x="2063" y="233"/>
                    <a:pt x="1946" y="393"/>
                  </a:cubicBezTo>
                  <a:cubicBezTo>
                    <a:pt x="1785" y="279"/>
                    <a:pt x="1666" y="145"/>
                    <a:pt x="1575"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1"/>
            <p:cNvSpPr/>
            <p:nvPr/>
          </p:nvSpPr>
          <p:spPr>
            <a:xfrm>
              <a:off x="4162775" y="3720375"/>
              <a:ext cx="790825" cy="670525"/>
            </a:xfrm>
            <a:custGeom>
              <a:rect b="b" l="l" r="r" t="t"/>
              <a:pathLst>
                <a:path extrusionOk="0" h="26821" w="31633">
                  <a:moveTo>
                    <a:pt x="16037" y="8378"/>
                  </a:moveTo>
                  <a:cubicBezTo>
                    <a:pt x="16036" y="8379"/>
                    <a:pt x="16035" y="8381"/>
                    <a:pt x="16034" y="8382"/>
                  </a:cubicBezTo>
                  <a:lnTo>
                    <a:pt x="16034" y="8382"/>
                  </a:lnTo>
                  <a:cubicBezTo>
                    <a:pt x="16035" y="8382"/>
                    <a:pt x="16037" y="8380"/>
                    <a:pt x="16037" y="8378"/>
                  </a:cubicBezTo>
                  <a:close/>
                  <a:moveTo>
                    <a:pt x="23595" y="17951"/>
                  </a:moveTo>
                  <a:cubicBezTo>
                    <a:pt x="23708" y="17951"/>
                    <a:pt x="23832" y="17978"/>
                    <a:pt x="23976" y="18042"/>
                  </a:cubicBezTo>
                  <a:cubicBezTo>
                    <a:pt x="24417" y="18231"/>
                    <a:pt x="24863" y="18380"/>
                    <a:pt x="25325" y="18499"/>
                  </a:cubicBezTo>
                  <a:cubicBezTo>
                    <a:pt x="25142" y="18547"/>
                    <a:pt x="24965" y="18633"/>
                    <a:pt x="24794" y="18719"/>
                  </a:cubicBezTo>
                  <a:cubicBezTo>
                    <a:pt x="24691" y="18767"/>
                    <a:pt x="24589" y="18816"/>
                    <a:pt x="24487" y="18853"/>
                  </a:cubicBezTo>
                  <a:cubicBezTo>
                    <a:pt x="24385" y="18896"/>
                    <a:pt x="24283" y="18940"/>
                    <a:pt x="24181" y="18982"/>
                  </a:cubicBezTo>
                  <a:cubicBezTo>
                    <a:pt x="23885" y="19101"/>
                    <a:pt x="23606" y="19218"/>
                    <a:pt x="23337" y="19262"/>
                  </a:cubicBezTo>
                  <a:cubicBezTo>
                    <a:pt x="23305" y="19267"/>
                    <a:pt x="23272" y="19273"/>
                    <a:pt x="23240" y="19273"/>
                  </a:cubicBezTo>
                  <a:cubicBezTo>
                    <a:pt x="23058" y="19273"/>
                    <a:pt x="22886" y="19176"/>
                    <a:pt x="22795" y="19030"/>
                  </a:cubicBezTo>
                  <a:cubicBezTo>
                    <a:pt x="22736" y="18933"/>
                    <a:pt x="22724" y="18837"/>
                    <a:pt x="22773" y="18740"/>
                  </a:cubicBezTo>
                  <a:cubicBezTo>
                    <a:pt x="23133" y="18031"/>
                    <a:pt x="23413" y="17951"/>
                    <a:pt x="23595" y="17951"/>
                  </a:cubicBezTo>
                  <a:close/>
                  <a:moveTo>
                    <a:pt x="15206" y="1"/>
                  </a:moveTo>
                  <a:cubicBezTo>
                    <a:pt x="14603" y="1"/>
                    <a:pt x="13927" y="116"/>
                    <a:pt x="13329" y="126"/>
                  </a:cubicBezTo>
                  <a:cubicBezTo>
                    <a:pt x="12045" y="148"/>
                    <a:pt x="10761" y="206"/>
                    <a:pt x="9477" y="250"/>
                  </a:cubicBezTo>
                  <a:cubicBezTo>
                    <a:pt x="9187" y="298"/>
                    <a:pt x="8891" y="325"/>
                    <a:pt x="8601" y="352"/>
                  </a:cubicBezTo>
                  <a:cubicBezTo>
                    <a:pt x="8510" y="352"/>
                    <a:pt x="8419" y="347"/>
                    <a:pt x="8328" y="347"/>
                  </a:cubicBezTo>
                  <a:cubicBezTo>
                    <a:pt x="7812" y="325"/>
                    <a:pt x="7274" y="309"/>
                    <a:pt x="6754" y="309"/>
                  </a:cubicBezTo>
                  <a:cubicBezTo>
                    <a:pt x="6151" y="309"/>
                    <a:pt x="5631" y="335"/>
                    <a:pt x="5152" y="384"/>
                  </a:cubicBezTo>
                  <a:cubicBezTo>
                    <a:pt x="4879" y="379"/>
                    <a:pt x="4604" y="367"/>
                    <a:pt x="4331" y="362"/>
                  </a:cubicBezTo>
                  <a:cubicBezTo>
                    <a:pt x="3711" y="362"/>
                    <a:pt x="3091" y="375"/>
                    <a:pt x="2470" y="375"/>
                  </a:cubicBezTo>
                  <a:cubicBezTo>
                    <a:pt x="2032" y="375"/>
                    <a:pt x="1594" y="368"/>
                    <a:pt x="1155" y="347"/>
                  </a:cubicBezTo>
                  <a:cubicBezTo>
                    <a:pt x="1115" y="345"/>
                    <a:pt x="1077" y="344"/>
                    <a:pt x="1040" y="344"/>
                  </a:cubicBezTo>
                  <a:cubicBezTo>
                    <a:pt x="866" y="344"/>
                    <a:pt x="731" y="366"/>
                    <a:pt x="624" y="411"/>
                  </a:cubicBezTo>
                  <a:cubicBezTo>
                    <a:pt x="602" y="399"/>
                    <a:pt x="580" y="394"/>
                    <a:pt x="560" y="384"/>
                  </a:cubicBezTo>
                  <a:lnTo>
                    <a:pt x="560" y="411"/>
                  </a:lnTo>
                  <a:lnTo>
                    <a:pt x="560" y="438"/>
                  </a:lnTo>
                  <a:lnTo>
                    <a:pt x="0" y="394"/>
                  </a:lnTo>
                  <a:lnTo>
                    <a:pt x="0" y="394"/>
                  </a:lnTo>
                  <a:cubicBezTo>
                    <a:pt x="71" y="1651"/>
                    <a:pt x="414" y="3763"/>
                    <a:pt x="458" y="5020"/>
                  </a:cubicBezTo>
                  <a:cubicBezTo>
                    <a:pt x="516" y="5536"/>
                    <a:pt x="587" y="6047"/>
                    <a:pt x="694" y="6551"/>
                  </a:cubicBezTo>
                  <a:cubicBezTo>
                    <a:pt x="882" y="7453"/>
                    <a:pt x="1354" y="8238"/>
                    <a:pt x="1586" y="9124"/>
                  </a:cubicBezTo>
                  <a:cubicBezTo>
                    <a:pt x="1708" y="9603"/>
                    <a:pt x="1902" y="10037"/>
                    <a:pt x="2112" y="10473"/>
                  </a:cubicBezTo>
                  <a:cubicBezTo>
                    <a:pt x="2122" y="10483"/>
                    <a:pt x="2139" y="10495"/>
                    <a:pt x="2149" y="10510"/>
                  </a:cubicBezTo>
                  <a:cubicBezTo>
                    <a:pt x="2144" y="10510"/>
                    <a:pt x="2139" y="10515"/>
                    <a:pt x="2134" y="10521"/>
                  </a:cubicBezTo>
                  <a:cubicBezTo>
                    <a:pt x="2139" y="10527"/>
                    <a:pt x="2144" y="10537"/>
                    <a:pt x="2149" y="10548"/>
                  </a:cubicBezTo>
                  <a:cubicBezTo>
                    <a:pt x="2155" y="10537"/>
                    <a:pt x="2160" y="10527"/>
                    <a:pt x="2166" y="10515"/>
                  </a:cubicBezTo>
                  <a:cubicBezTo>
                    <a:pt x="2418" y="10612"/>
                    <a:pt x="2499" y="10785"/>
                    <a:pt x="2418" y="11031"/>
                  </a:cubicBezTo>
                  <a:cubicBezTo>
                    <a:pt x="2402" y="11026"/>
                    <a:pt x="2392" y="11021"/>
                    <a:pt x="2375" y="11016"/>
                  </a:cubicBezTo>
                  <a:lnTo>
                    <a:pt x="2375" y="11016"/>
                  </a:lnTo>
                  <a:cubicBezTo>
                    <a:pt x="2402" y="11069"/>
                    <a:pt x="2429" y="11123"/>
                    <a:pt x="2456" y="11182"/>
                  </a:cubicBezTo>
                  <a:cubicBezTo>
                    <a:pt x="2456" y="11145"/>
                    <a:pt x="2450" y="11112"/>
                    <a:pt x="2445" y="11080"/>
                  </a:cubicBezTo>
                  <a:lnTo>
                    <a:pt x="2445" y="11080"/>
                  </a:lnTo>
                  <a:cubicBezTo>
                    <a:pt x="2794" y="11219"/>
                    <a:pt x="2746" y="11467"/>
                    <a:pt x="2702" y="11720"/>
                  </a:cubicBezTo>
                  <a:cubicBezTo>
                    <a:pt x="2746" y="11827"/>
                    <a:pt x="2789" y="11934"/>
                    <a:pt x="2831" y="12047"/>
                  </a:cubicBezTo>
                  <a:cubicBezTo>
                    <a:pt x="2853" y="12117"/>
                    <a:pt x="2880" y="12186"/>
                    <a:pt x="2901" y="12256"/>
                  </a:cubicBezTo>
                  <a:cubicBezTo>
                    <a:pt x="2960" y="12320"/>
                    <a:pt x="2987" y="12402"/>
                    <a:pt x="2982" y="12493"/>
                  </a:cubicBezTo>
                  <a:cubicBezTo>
                    <a:pt x="3030" y="12648"/>
                    <a:pt x="3079" y="12804"/>
                    <a:pt x="3122" y="12965"/>
                  </a:cubicBezTo>
                  <a:cubicBezTo>
                    <a:pt x="3562" y="13783"/>
                    <a:pt x="3617" y="14663"/>
                    <a:pt x="3283" y="15549"/>
                  </a:cubicBezTo>
                  <a:cubicBezTo>
                    <a:pt x="3106" y="16275"/>
                    <a:pt x="2702" y="16935"/>
                    <a:pt x="2675" y="17688"/>
                  </a:cubicBezTo>
                  <a:cubicBezTo>
                    <a:pt x="2633" y="18714"/>
                    <a:pt x="2735" y="19875"/>
                    <a:pt x="2412" y="20862"/>
                  </a:cubicBezTo>
                  <a:cubicBezTo>
                    <a:pt x="2187" y="21544"/>
                    <a:pt x="1494" y="22801"/>
                    <a:pt x="1494" y="22801"/>
                  </a:cubicBezTo>
                  <a:cubicBezTo>
                    <a:pt x="1494" y="22801"/>
                    <a:pt x="1239" y="23372"/>
                    <a:pt x="1329" y="23372"/>
                  </a:cubicBezTo>
                  <a:cubicBezTo>
                    <a:pt x="1330" y="23372"/>
                    <a:pt x="1332" y="23372"/>
                    <a:pt x="1333" y="23371"/>
                  </a:cubicBezTo>
                  <a:lnTo>
                    <a:pt x="1333" y="23371"/>
                  </a:lnTo>
                  <a:cubicBezTo>
                    <a:pt x="1318" y="23399"/>
                    <a:pt x="1317" y="23410"/>
                    <a:pt x="1324" y="23410"/>
                  </a:cubicBezTo>
                  <a:cubicBezTo>
                    <a:pt x="1342" y="23410"/>
                    <a:pt x="1403" y="23354"/>
                    <a:pt x="1423" y="23330"/>
                  </a:cubicBezTo>
                  <a:lnTo>
                    <a:pt x="1423" y="23330"/>
                  </a:lnTo>
                  <a:cubicBezTo>
                    <a:pt x="1447" y="23334"/>
                    <a:pt x="1470" y="23334"/>
                    <a:pt x="1494" y="23334"/>
                  </a:cubicBezTo>
                  <a:cubicBezTo>
                    <a:pt x="1532" y="23334"/>
                    <a:pt x="1564" y="23334"/>
                    <a:pt x="1596" y="23329"/>
                  </a:cubicBezTo>
                  <a:cubicBezTo>
                    <a:pt x="2037" y="23237"/>
                    <a:pt x="2477" y="23162"/>
                    <a:pt x="2918" y="23086"/>
                  </a:cubicBezTo>
                  <a:cubicBezTo>
                    <a:pt x="3600" y="22969"/>
                    <a:pt x="4309" y="22845"/>
                    <a:pt x="5003" y="22684"/>
                  </a:cubicBezTo>
                  <a:cubicBezTo>
                    <a:pt x="5217" y="22635"/>
                    <a:pt x="5400" y="22608"/>
                    <a:pt x="5576" y="22608"/>
                  </a:cubicBezTo>
                  <a:cubicBezTo>
                    <a:pt x="5829" y="22608"/>
                    <a:pt x="6066" y="22662"/>
                    <a:pt x="6324" y="22776"/>
                  </a:cubicBezTo>
                  <a:cubicBezTo>
                    <a:pt x="7936" y="23505"/>
                    <a:pt x="9682" y="23860"/>
                    <a:pt x="11668" y="23860"/>
                  </a:cubicBezTo>
                  <a:cubicBezTo>
                    <a:pt x="11868" y="23860"/>
                    <a:pt x="12062" y="23860"/>
                    <a:pt x="12260" y="23850"/>
                  </a:cubicBezTo>
                  <a:cubicBezTo>
                    <a:pt x="12459" y="23844"/>
                    <a:pt x="12635" y="23726"/>
                    <a:pt x="12722" y="23549"/>
                  </a:cubicBezTo>
                  <a:cubicBezTo>
                    <a:pt x="12915" y="23151"/>
                    <a:pt x="12722" y="22840"/>
                    <a:pt x="12556" y="22657"/>
                  </a:cubicBezTo>
                  <a:cubicBezTo>
                    <a:pt x="12635" y="22587"/>
                    <a:pt x="12717" y="22511"/>
                    <a:pt x="12803" y="22437"/>
                  </a:cubicBezTo>
                  <a:cubicBezTo>
                    <a:pt x="12915" y="22329"/>
                    <a:pt x="13093" y="22168"/>
                    <a:pt x="13216" y="22082"/>
                  </a:cubicBezTo>
                  <a:cubicBezTo>
                    <a:pt x="13538" y="22313"/>
                    <a:pt x="13920" y="22394"/>
                    <a:pt x="14259" y="22469"/>
                  </a:cubicBezTo>
                  <a:cubicBezTo>
                    <a:pt x="14892" y="22603"/>
                    <a:pt x="15032" y="22672"/>
                    <a:pt x="15070" y="23086"/>
                  </a:cubicBezTo>
                  <a:cubicBezTo>
                    <a:pt x="15107" y="23543"/>
                    <a:pt x="15672" y="23973"/>
                    <a:pt x="16079" y="23973"/>
                  </a:cubicBezTo>
                  <a:lnTo>
                    <a:pt x="16225" y="23973"/>
                  </a:lnTo>
                  <a:cubicBezTo>
                    <a:pt x="16858" y="23973"/>
                    <a:pt x="17165" y="24338"/>
                    <a:pt x="17654" y="24988"/>
                  </a:cubicBezTo>
                  <a:cubicBezTo>
                    <a:pt x="17793" y="25176"/>
                    <a:pt x="17938" y="25370"/>
                    <a:pt x="18100" y="25553"/>
                  </a:cubicBezTo>
                  <a:cubicBezTo>
                    <a:pt x="18588" y="26106"/>
                    <a:pt x="19255" y="26411"/>
                    <a:pt x="19979" y="26411"/>
                  </a:cubicBezTo>
                  <a:cubicBezTo>
                    <a:pt x="20624" y="26411"/>
                    <a:pt x="21269" y="26165"/>
                    <a:pt x="21801" y="25719"/>
                  </a:cubicBezTo>
                  <a:cubicBezTo>
                    <a:pt x="22042" y="25515"/>
                    <a:pt x="22312" y="25397"/>
                    <a:pt x="22543" y="25397"/>
                  </a:cubicBezTo>
                  <a:cubicBezTo>
                    <a:pt x="22731" y="25397"/>
                    <a:pt x="22875" y="25477"/>
                    <a:pt x="22999" y="25650"/>
                  </a:cubicBezTo>
                  <a:cubicBezTo>
                    <a:pt x="23220" y="25950"/>
                    <a:pt x="23563" y="26347"/>
                    <a:pt x="24031" y="26347"/>
                  </a:cubicBezTo>
                  <a:cubicBezTo>
                    <a:pt x="24638" y="26347"/>
                    <a:pt x="24896" y="25719"/>
                    <a:pt x="25052" y="25348"/>
                  </a:cubicBezTo>
                  <a:cubicBezTo>
                    <a:pt x="25174" y="25037"/>
                    <a:pt x="25154" y="24730"/>
                    <a:pt x="25137" y="24457"/>
                  </a:cubicBezTo>
                  <a:cubicBezTo>
                    <a:pt x="25126" y="24333"/>
                    <a:pt x="25121" y="24220"/>
                    <a:pt x="25126" y="24123"/>
                  </a:cubicBezTo>
                  <a:cubicBezTo>
                    <a:pt x="25137" y="24026"/>
                    <a:pt x="25186" y="23968"/>
                    <a:pt x="25234" y="23924"/>
                  </a:cubicBezTo>
                  <a:cubicBezTo>
                    <a:pt x="25690" y="24574"/>
                    <a:pt x="26373" y="24859"/>
                    <a:pt x="26986" y="25117"/>
                  </a:cubicBezTo>
                  <a:cubicBezTo>
                    <a:pt x="27732" y="25429"/>
                    <a:pt x="28204" y="25650"/>
                    <a:pt x="28404" y="26240"/>
                  </a:cubicBezTo>
                  <a:cubicBezTo>
                    <a:pt x="28533" y="26605"/>
                    <a:pt x="28823" y="26820"/>
                    <a:pt x="29188" y="26820"/>
                  </a:cubicBezTo>
                  <a:cubicBezTo>
                    <a:pt x="29446" y="26820"/>
                    <a:pt x="29677" y="26713"/>
                    <a:pt x="29833" y="26627"/>
                  </a:cubicBezTo>
                  <a:cubicBezTo>
                    <a:pt x="30138" y="26466"/>
                    <a:pt x="30445" y="26304"/>
                    <a:pt x="30805" y="26121"/>
                  </a:cubicBezTo>
                  <a:lnTo>
                    <a:pt x="31342" y="25843"/>
                  </a:lnTo>
                  <a:cubicBezTo>
                    <a:pt x="31524" y="25751"/>
                    <a:pt x="31632" y="25563"/>
                    <a:pt x="31632" y="25365"/>
                  </a:cubicBezTo>
                  <a:cubicBezTo>
                    <a:pt x="31627" y="25161"/>
                    <a:pt x="31514" y="24978"/>
                    <a:pt x="31331" y="24891"/>
                  </a:cubicBezTo>
                  <a:cubicBezTo>
                    <a:pt x="30923" y="24693"/>
                    <a:pt x="30520" y="24526"/>
                    <a:pt x="30133" y="24370"/>
                  </a:cubicBezTo>
                  <a:cubicBezTo>
                    <a:pt x="29230" y="24006"/>
                    <a:pt x="28452" y="23688"/>
                    <a:pt x="27844" y="23081"/>
                  </a:cubicBezTo>
                  <a:cubicBezTo>
                    <a:pt x="27517" y="22754"/>
                    <a:pt x="27517" y="22630"/>
                    <a:pt x="27517" y="22630"/>
                  </a:cubicBezTo>
                  <a:cubicBezTo>
                    <a:pt x="27522" y="22608"/>
                    <a:pt x="27576" y="22533"/>
                    <a:pt x="27753" y="22426"/>
                  </a:cubicBezTo>
                  <a:cubicBezTo>
                    <a:pt x="28172" y="22173"/>
                    <a:pt x="28462" y="21814"/>
                    <a:pt x="28720" y="21502"/>
                  </a:cubicBezTo>
                  <a:cubicBezTo>
                    <a:pt x="28984" y="21179"/>
                    <a:pt x="29210" y="20900"/>
                    <a:pt x="29532" y="20755"/>
                  </a:cubicBezTo>
                  <a:cubicBezTo>
                    <a:pt x="30165" y="20470"/>
                    <a:pt x="30326" y="19927"/>
                    <a:pt x="30004" y="19144"/>
                  </a:cubicBezTo>
                  <a:cubicBezTo>
                    <a:pt x="29983" y="19089"/>
                    <a:pt x="29951" y="19004"/>
                    <a:pt x="29945" y="18977"/>
                  </a:cubicBezTo>
                  <a:cubicBezTo>
                    <a:pt x="29865" y="18547"/>
                    <a:pt x="29542" y="18268"/>
                    <a:pt x="29123" y="18268"/>
                  </a:cubicBezTo>
                  <a:cubicBezTo>
                    <a:pt x="29005" y="18268"/>
                    <a:pt x="28887" y="18295"/>
                    <a:pt x="28779" y="18327"/>
                  </a:cubicBezTo>
                  <a:cubicBezTo>
                    <a:pt x="28720" y="18370"/>
                    <a:pt x="28655" y="18407"/>
                    <a:pt x="28597" y="18450"/>
                  </a:cubicBezTo>
                  <a:cubicBezTo>
                    <a:pt x="28392" y="18606"/>
                    <a:pt x="28194" y="18719"/>
                    <a:pt x="28006" y="18789"/>
                  </a:cubicBezTo>
                  <a:cubicBezTo>
                    <a:pt x="27534" y="19154"/>
                    <a:pt x="27044" y="19552"/>
                    <a:pt x="26550" y="19971"/>
                  </a:cubicBezTo>
                  <a:cubicBezTo>
                    <a:pt x="26528" y="19992"/>
                    <a:pt x="26513" y="20004"/>
                    <a:pt x="26491" y="20019"/>
                  </a:cubicBezTo>
                  <a:cubicBezTo>
                    <a:pt x="26560" y="19369"/>
                    <a:pt x="26491" y="18977"/>
                    <a:pt x="26255" y="18714"/>
                  </a:cubicBezTo>
                  <a:cubicBezTo>
                    <a:pt x="26250" y="18703"/>
                    <a:pt x="26238" y="18692"/>
                    <a:pt x="26228" y="18687"/>
                  </a:cubicBezTo>
                  <a:cubicBezTo>
                    <a:pt x="26180" y="18665"/>
                    <a:pt x="26131" y="18643"/>
                    <a:pt x="26083" y="18611"/>
                  </a:cubicBezTo>
                  <a:cubicBezTo>
                    <a:pt x="25910" y="18514"/>
                    <a:pt x="25809" y="18321"/>
                    <a:pt x="25819" y="18122"/>
                  </a:cubicBezTo>
                  <a:cubicBezTo>
                    <a:pt x="25819" y="18102"/>
                    <a:pt x="25830" y="18085"/>
                    <a:pt x="25830" y="18063"/>
                  </a:cubicBezTo>
                  <a:cubicBezTo>
                    <a:pt x="26002" y="18095"/>
                    <a:pt x="26180" y="18128"/>
                    <a:pt x="26351" y="18155"/>
                  </a:cubicBezTo>
                  <a:cubicBezTo>
                    <a:pt x="26475" y="18095"/>
                    <a:pt x="26599" y="18042"/>
                    <a:pt x="26716" y="17988"/>
                  </a:cubicBezTo>
                  <a:lnTo>
                    <a:pt x="26728" y="17978"/>
                  </a:lnTo>
                  <a:cubicBezTo>
                    <a:pt x="26711" y="17870"/>
                    <a:pt x="26701" y="17725"/>
                    <a:pt x="26689" y="17586"/>
                  </a:cubicBezTo>
                  <a:cubicBezTo>
                    <a:pt x="26669" y="17360"/>
                    <a:pt x="26647" y="17145"/>
                    <a:pt x="26572" y="17123"/>
                  </a:cubicBezTo>
                  <a:cubicBezTo>
                    <a:pt x="25749" y="16909"/>
                    <a:pt x="25573" y="16446"/>
                    <a:pt x="25556" y="15920"/>
                  </a:cubicBezTo>
                  <a:lnTo>
                    <a:pt x="25556" y="15818"/>
                  </a:lnTo>
                  <a:cubicBezTo>
                    <a:pt x="25556" y="15710"/>
                    <a:pt x="25567" y="15603"/>
                    <a:pt x="25573" y="15491"/>
                  </a:cubicBezTo>
                  <a:cubicBezTo>
                    <a:pt x="25583" y="15345"/>
                    <a:pt x="25593" y="15201"/>
                    <a:pt x="25600" y="15060"/>
                  </a:cubicBezTo>
                  <a:cubicBezTo>
                    <a:pt x="25600" y="15023"/>
                    <a:pt x="25605" y="14986"/>
                    <a:pt x="25605" y="14953"/>
                  </a:cubicBezTo>
                  <a:cubicBezTo>
                    <a:pt x="25605" y="14668"/>
                    <a:pt x="25573" y="14400"/>
                    <a:pt x="25432" y="14169"/>
                  </a:cubicBezTo>
                  <a:cubicBezTo>
                    <a:pt x="25406" y="14131"/>
                    <a:pt x="25395" y="14093"/>
                    <a:pt x="25390" y="14056"/>
                  </a:cubicBezTo>
                  <a:cubicBezTo>
                    <a:pt x="25368" y="13793"/>
                    <a:pt x="25825" y="13599"/>
                    <a:pt x="25932" y="13320"/>
                  </a:cubicBezTo>
                  <a:cubicBezTo>
                    <a:pt x="25916" y="13316"/>
                    <a:pt x="25898" y="13315"/>
                    <a:pt x="25879" y="13315"/>
                  </a:cubicBezTo>
                  <a:cubicBezTo>
                    <a:pt x="25854" y="13315"/>
                    <a:pt x="25828" y="13317"/>
                    <a:pt x="25803" y="13317"/>
                  </a:cubicBezTo>
                  <a:cubicBezTo>
                    <a:pt x="25731" y="13317"/>
                    <a:pt x="25666" y="13303"/>
                    <a:pt x="25653" y="13196"/>
                  </a:cubicBezTo>
                  <a:cubicBezTo>
                    <a:pt x="24492" y="13260"/>
                    <a:pt x="23332" y="13347"/>
                    <a:pt x="22166" y="13369"/>
                  </a:cubicBezTo>
                  <a:cubicBezTo>
                    <a:pt x="21929" y="13374"/>
                    <a:pt x="21670" y="13464"/>
                    <a:pt x="21423" y="13464"/>
                  </a:cubicBezTo>
                  <a:cubicBezTo>
                    <a:pt x="21218" y="13464"/>
                    <a:pt x="21021" y="13402"/>
                    <a:pt x="20850" y="13180"/>
                  </a:cubicBezTo>
                  <a:lnTo>
                    <a:pt x="18712" y="13186"/>
                  </a:lnTo>
                  <a:cubicBezTo>
                    <a:pt x="18048" y="13615"/>
                    <a:pt x="17332" y="13679"/>
                    <a:pt x="16608" y="13679"/>
                  </a:cubicBezTo>
                  <a:cubicBezTo>
                    <a:pt x="16296" y="13679"/>
                    <a:pt x="15982" y="13667"/>
                    <a:pt x="15670" y="13667"/>
                  </a:cubicBezTo>
                  <a:cubicBezTo>
                    <a:pt x="15482" y="13667"/>
                    <a:pt x="15294" y="13672"/>
                    <a:pt x="15107" y="13686"/>
                  </a:cubicBezTo>
                  <a:cubicBezTo>
                    <a:pt x="14914" y="13557"/>
                    <a:pt x="14802" y="13369"/>
                    <a:pt x="14737" y="13175"/>
                  </a:cubicBezTo>
                  <a:lnTo>
                    <a:pt x="14737" y="13126"/>
                  </a:lnTo>
                  <a:cubicBezTo>
                    <a:pt x="14827" y="11452"/>
                    <a:pt x="15166" y="9842"/>
                    <a:pt x="16034" y="8382"/>
                  </a:cubicBezTo>
                  <a:lnTo>
                    <a:pt x="16034" y="8382"/>
                  </a:lnTo>
                  <a:cubicBezTo>
                    <a:pt x="16033" y="8383"/>
                    <a:pt x="16032" y="8383"/>
                    <a:pt x="16032" y="8383"/>
                  </a:cubicBezTo>
                  <a:cubicBezTo>
                    <a:pt x="16096" y="7808"/>
                    <a:pt x="16252" y="7292"/>
                    <a:pt x="16837" y="7029"/>
                  </a:cubicBezTo>
                  <a:cubicBezTo>
                    <a:pt x="16961" y="6342"/>
                    <a:pt x="16676" y="5477"/>
                    <a:pt x="17654" y="5154"/>
                  </a:cubicBezTo>
                  <a:cubicBezTo>
                    <a:pt x="18147" y="4805"/>
                    <a:pt x="17869" y="4294"/>
                    <a:pt x="17896" y="3848"/>
                  </a:cubicBezTo>
                  <a:cubicBezTo>
                    <a:pt x="17567" y="3790"/>
                    <a:pt x="17579" y="3558"/>
                    <a:pt x="17626" y="3307"/>
                  </a:cubicBezTo>
                  <a:cubicBezTo>
                    <a:pt x="17535" y="3242"/>
                    <a:pt x="17412" y="3183"/>
                    <a:pt x="17391" y="3102"/>
                  </a:cubicBezTo>
                  <a:cubicBezTo>
                    <a:pt x="17165" y="2140"/>
                    <a:pt x="17116" y="883"/>
                    <a:pt x="16445" y="335"/>
                  </a:cubicBezTo>
                  <a:cubicBezTo>
                    <a:pt x="16434" y="277"/>
                    <a:pt x="16424" y="218"/>
                    <a:pt x="16413" y="158"/>
                  </a:cubicBezTo>
                  <a:cubicBezTo>
                    <a:pt x="16369" y="185"/>
                    <a:pt x="16322" y="201"/>
                    <a:pt x="16278" y="223"/>
                  </a:cubicBezTo>
                  <a:cubicBezTo>
                    <a:pt x="15983" y="53"/>
                    <a:pt x="15611" y="1"/>
                    <a:pt x="15206"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1"/>
            <p:cNvSpPr/>
            <p:nvPr/>
          </p:nvSpPr>
          <p:spPr>
            <a:xfrm>
              <a:off x="2338650" y="3105175"/>
              <a:ext cx="1914550" cy="1859725"/>
            </a:xfrm>
            <a:custGeom>
              <a:rect b="b" l="l" r="r" t="t"/>
              <a:pathLst>
                <a:path extrusionOk="0" h="74389" w="76582">
                  <a:moveTo>
                    <a:pt x="24033" y="0"/>
                  </a:moveTo>
                  <a:cubicBezTo>
                    <a:pt x="24008" y="0"/>
                    <a:pt x="23984" y="1"/>
                    <a:pt x="23960" y="1"/>
                  </a:cubicBezTo>
                  <a:cubicBezTo>
                    <a:pt x="23885" y="44"/>
                    <a:pt x="23826" y="91"/>
                    <a:pt x="23767" y="145"/>
                  </a:cubicBezTo>
                  <a:cubicBezTo>
                    <a:pt x="23757" y="140"/>
                    <a:pt x="23740" y="140"/>
                    <a:pt x="23729" y="135"/>
                  </a:cubicBezTo>
                  <a:cubicBezTo>
                    <a:pt x="23724" y="156"/>
                    <a:pt x="23724" y="178"/>
                    <a:pt x="23719" y="200"/>
                  </a:cubicBezTo>
                  <a:cubicBezTo>
                    <a:pt x="23251" y="747"/>
                    <a:pt x="23655" y="1698"/>
                    <a:pt x="23321" y="2268"/>
                  </a:cubicBezTo>
                  <a:cubicBezTo>
                    <a:pt x="23278" y="2880"/>
                    <a:pt x="23236" y="3492"/>
                    <a:pt x="23192" y="4105"/>
                  </a:cubicBezTo>
                  <a:cubicBezTo>
                    <a:pt x="23139" y="4846"/>
                    <a:pt x="23085" y="5588"/>
                    <a:pt x="23031" y="6324"/>
                  </a:cubicBezTo>
                  <a:lnTo>
                    <a:pt x="23031" y="6329"/>
                  </a:lnTo>
                  <a:cubicBezTo>
                    <a:pt x="22655" y="7968"/>
                    <a:pt x="22956" y="9686"/>
                    <a:pt x="22510" y="11320"/>
                  </a:cubicBezTo>
                  <a:cubicBezTo>
                    <a:pt x="22478" y="11744"/>
                    <a:pt x="22450" y="12163"/>
                    <a:pt x="22423" y="12587"/>
                  </a:cubicBezTo>
                  <a:cubicBezTo>
                    <a:pt x="22172" y="16262"/>
                    <a:pt x="21994" y="19942"/>
                    <a:pt x="21436" y="23596"/>
                  </a:cubicBezTo>
                  <a:lnTo>
                    <a:pt x="21436" y="25007"/>
                  </a:lnTo>
                  <a:cubicBezTo>
                    <a:pt x="21290" y="26598"/>
                    <a:pt x="21070" y="28188"/>
                    <a:pt x="21027" y="29784"/>
                  </a:cubicBezTo>
                  <a:cubicBezTo>
                    <a:pt x="21022" y="29966"/>
                    <a:pt x="21005" y="30117"/>
                    <a:pt x="20973" y="30241"/>
                  </a:cubicBezTo>
                  <a:cubicBezTo>
                    <a:pt x="20779" y="30531"/>
                    <a:pt x="20511" y="30719"/>
                    <a:pt x="20125" y="30821"/>
                  </a:cubicBezTo>
                  <a:cubicBezTo>
                    <a:pt x="20006" y="30821"/>
                    <a:pt x="19872" y="30809"/>
                    <a:pt x="19722" y="30799"/>
                  </a:cubicBezTo>
                  <a:cubicBezTo>
                    <a:pt x="14372" y="30256"/>
                    <a:pt x="9021" y="29757"/>
                    <a:pt x="3664" y="29274"/>
                  </a:cubicBezTo>
                  <a:cubicBezTo>
                    <a:pt x="3242" y="29236"/>
                    <a:pt x="2818" y="29226"/>
                    <a:pt x="2392" y="29226"/>
                  </a:cubicBezTo>
                  <a:cubicBezTo>
                    <a:pt x="1950" y="29226"/>
                    <a:pt x="1507" y="29237"/>
                    <a:pt x="1063" y="29237"/>
                  </a:cubicBezTo>
                  <a:cubicBezTo>
                    <a:pt x="1015" y="29237"/>
                    <a:pt x="967" y="29237"/>
                    <a:pt x="919" y="29236"/>
                  </a:cubicBezTo>
                  <a:cubicBezTo>
                    <a:pt x="817" y="29225"/>
                    <a:pt x="710" y="29214"/>
                    <a:pt x="623" y="29214"/>
                  </a:cubicBezTo>
                  <a:cubicBezTo>
                    <a:pt x="511" y="29214"/>
                    <a:pt x="435" y="29214"/>
                    <a:pt x="387" y="29321"/>
                  </a:cubicBezTo>
                  <a:cubicBezTo>
                    <a:pt x="306" y="29370"/>
                    <a:pt x="237" y="29440"/>
                    <a:pt x="194" y="29542"/>
                  </a:cubicBezTo>
                  <a:cubicBezTo>
                    <a:pt x="140" y="29681"/>
                    <a:pt x="194" y="29822"/>
                    <a:pt x="301" y="29907"/>
                  </a:cubicBezTo>
                  <a:cubicBezTo>
                    <a:pt x="247" y="30095"/>
                    <a:pt x="140" y="30246"/>
                    <a:pt x="1" y="30348"/>
                  </a:cubicBezTo>
                  <a:cubicBezTo>
                    <a:pt x="70" y="30397"/>
                    <a:pt x="145" y="30444"/>
                    <a:pt x="231" y="30477"/>
                  </a:cubicBezTo>
                  <a:cubicBezTo>
                    <a:pt x="678" y="30633"/>
                    <a:pt x="892" y="30982"/>
                    <a:pt x="1204" y="31540"/>
                  </a:cubicBezTo>
                  <a:cubicBezTo>
                    <a:pt x="1382" y="31858"/>
                    <a:pt x="1563" y="32185"/>
                    <a:pt x="1838" y="32475"/>
                  </a:cubicBezTo>
                  <a:cubicBezTo>
                    <a:pt x="2461" y="33142"/>
                    <a:pt x="3058" y="33861"/>
                    <a:pt x="3643" y="34555"/>
                  </a:cubicBezTo>
                  <a:cubicBezTo>
                    <a:pt x="4985" y="36160"/>
                    <a:pt x="6378" y="37821"/>
                    <a:pt x="8193" y="39067"/>
                  </a:cubicBezTo>
                  <a:cubicBezTo>
                    <a:pt x="8843" y="39512"/>
                    <a:pt x="9047" y="40216"/>
                    <a:pt x="9289" y="41027"/>
                  </a:cubicBezTo>
                  <a:cubicBezTo>
                    <a:pt x="9455" y="41587"/>
                    <a:pt x="9622" y="42172"/>
                    <a:pt x="9961" y="42693"/>
                  </a:cubicBezTo>
                  <a:cubicBezTo>
                    <a:pt x="9949" y="42736"/>
                    <a:pt x="9934" y="42779"/>
                    <a:pt x="9923" y="42812"/>
                  </a:cubicBezTo>
                  <a:lnTo>
                    <a:pt x="9901" y="42876"/>
                  </a:lnTo>
                  <a:cubicBezTo>
                    <a:pt x="9472" y="44235"/>
                    <a:pt x="9929" y="45567"/>
                    <a:pt x="11201" y="46636"/>
                  </a:cubicBezTo>
                  <a:cubicBezTo>
                    <a:pt x="13517" y="48587"/>
                    <a:pt x="15510" y="50000"/>
                    <a:pt x="17476" y="51079"/>
                  </a:cubicBezTo>
                  <a:cubicBezTo>
                    <a:pt x="17868" y="51294"/>
                    <a:pt x="18228" y="51401"/>
                    <a:pt x="18588" y="51401"/>
                  </a:cubicBezTo>
                  <a:cubicBezTo>
                    <a:pt x="19110" y="51401"/>
                    <a:pt x="19604" y="51170"/>
                    <a:pt x="20109" y="50704"/>
                  </a:cubicBezTo>
                  <a:cubicBezTo>
                    <a:pt x="20801" y="50064"/>
                    <a:pt x="21097" y="49291"/>
                    <a:pt x="21387" y="48549"/>
                  </a:cubicBezTo>
                  <a:cubicBezTo>
                    <a:pt x="21511" y="48232"/>
                    <a:pt x="21624" y="47937"/>
                    <a:pt x="21768" y="47657"/>
                  </a:cubicBezTo>
                  <a:cubicBezTo>
                    <a:pt x="21838" y="47518"/>
                    <a:pt x="21892" y="47372"/>
                    <a:pt x="21946" y="47233"/>
                  </a:cubicBezTo>
                  <a:cubicBezTo>
                    <a:pt x="22037" y="47007"/>
                    <a:pt x="22101" y="46868"/>
                    <a:pt x="22160" y="46776"/>
                  </a:cubicBezTo>
                  <a:cubicBezTo>
                    <a:pt x="22359" y="46717"/>
                    <a:pt x="22559" y="46668"/>
                    <a:pt x="22757" y="46631"/>
                  </a:cubicBezTo>
                  <a:cubicBezTo>
                    <a:pt x="22956" y="46631"/>
                    <a:pt x="23133" y="46598"/>
                    <a:pt x="23300" y="46551"/>
                  </a:cubicBezTo>
                  <a:cubicBezTo>
                    <a:pt x="23519" y="46528"/>
                    <a:pt x="23736" y="46516"/>
                    <a:pt x="23952" y="46516"/>
                  </a:cubicBezTo>
                  <a:cubicBezTo>
                    <a:pt x="28004" y="46516"/>
                    <a:pt x="31442" y="50471"/>
                    <a:pt x="33432" y="53776"/>
                  </a:cubicBezTo>
                  <a:cubicBezTo>
                    <a:pt x="33925" y="54592"/>
                    <a:pt x="34495" y="55306"/>
                    <a:pt x="35086" y="55990"/>
                  </a:cubicBezTo>
                  <a:cubicBezTo>
                    <a:pt x="35968" y="57627"/>
                    <a:pt x="37042" y="59149"/>
                    <a:pt x="38105" y="60631"/>
                  </a:cubicBezTo>
                  <a:lnTo>
                    <a:pt x="38396" y="61039"/>
                  </a:lnTo>
                  <a:cubicBezTo>
                    <a:pt x="38514" y="61205"/>
                    <a:pt x="38669" y="61410"/>
                    <a:pt x="38869" y="61560"/>
                  </a:cubicBezTo>
                  <a:cubicBezTo>
                    <a:pt x="38981" y="61936"/>
                    <a:pt x="39100" y="62301"/>
                    <a:pt x="39256" y="62630"/>
                  </a:cubicBezTo>
                  <a:cubicBezTo>
                    <a:pt x="39519" y="63193"/>
                    <a:pt x="39819" y="63731"/>
                    <a:pt x="40131" y="64262"/>
                  </a:cubicBezTo>
                  <a:cubicBezTo>
                    <a:pt x="40635" y="66357"/>
                    <a:pt x="41533" y="68162"/>
                    <a:pt x="42311" y="69560"/>
                  </a:cubicBezTo>
                  <a:lnTo>
                    <a:pt x="42355" y="69635"/>
                  </a:lnTo>
                  <a:cubicBezTo>
                    <a:pt x="42494" y="69893"/>
                    <a:pt x="42683" y="70237"/>
                    <a:pt x="43112" y="70386"/>
                  </a:cubicBezTo>
                  <a:cubicBezTo>
                    <a:pt x="43945" y="70677"/>
                    <a:pt x="44724" y="71085"/>
                    <a:pt x="45546" y="71515"/>
                  </a:cubicBezTo>
                  <a:cubicBezTo>
                    <a:pt x="46824" y="72181"/>
                    <a:pt x="48145" y="72868"/>
                    <a:pt x="49688" y="73089"/>
                  </a:cubicBezTo>
                  <a:cubicBezTo>
                    <a:pt x="50756" y="73245"/>
                    <a:pt x="51633" y="73411"/>
                    <a:pt x="52342" y="74046"/>
                  </a:cubicBezTo>
                  <a:cubicBezTo>
                    <a:pt x="52600" y="74276"/>
                    <a:pt x="52852" y="74388"/>
                    <a:pt x="53104" y="74388"/>
                  </a:cubicBezTo>
                  <a:cubicBezTo>
                    <a:pt x="53599" y="74388"/>
                    <a:pt x="53851" y="73981"/>
                    <a:pt x="54002" y="73739"/>
                  </a:cubicBezTo>
                  <a:cubicBezTo>
                    <a:pt x="54039" y="73674"/>
                    <a:pt x="54093" y="73589"/>
                    <a:pt x="54131" y="73545"/>
                  </a:cubicBezTo>
                  <a:cubicBezTo>
                    <a:pt x="54592" y="73443"/>
                    <a:pt x="54748" y="73191"/>
                    <a:pt x="54802" y="72992"/>
                  </a:cubicBezTo>
                  <a:cubicBezTo>
                    <a:pt x="54921" y="72541"/>
                    <a:pt x="54555" y="72208"/>
                    <a:pt x="54373" y="72052"/>
                  </a:cubicBezTo>
                  <a:cubicBezTo>
                    <a:pt x="53835" y="71306"/>
                    <a:pt x="53664" y="70413"/>
                    <a:pt x="53481" y="69463"/>
                  </a:cubicBezTo>
                  <a:cubicBezTo>
                    <a:pt x="53384" y="68936"/>
                    <a:pt x="53271" y="68400"/>
                    <a:pt x="53104" y="67872"/>
                  </a:cubicBezTo>
                  <a:cubicBezTo>
                    <a:pt x="53201" y="67577"/>
                    <a:pt x="53277" y="67249"/>
                    <a:pt x="53303" y="66900"/>
                  </a:cubicBezTo>
                  <a:cubicBezTo>
                    <a:pt x="53481" y="64686"/>
                    <a:pt x="54942" y="62146"/>
                    <a:pt x="55774" y="60121"/>
                  </a:cubicBezTo>
                  <a:cubicBezTo>
                    <a:pt x="56779" y="57692"/>
                    <a:pt x="59492" y="57337"/>
                    <a:pt x="61184" y="55651"/>
                  </a:cubicBezTo>
                  <a:cubicBezTo>
                    <a:pt x="61227" y="55629"/>
                    <a:pt x="61271" y="55608"/>
                    <a:pt x="61297" y="55597"/>
                  </a:cubicBezTo>
                  <a:cubicBezTo>
                    <a:pt x="63011" y="55016"/>
                    <a:pt x="64778" y="54416"/>
                    <a:pt x="66057" y="53099"/>
                  </a:cubicBezTo>
                  <a:cubicBezTo>
                    <a:pt x="66272" y="52879"/>
                    <a:pt x="66535" y="52663"/>
                    <a:pt x="66820" y="52433"/>
                  </a:cubicBezTo>
                  <a:cubicBezTo>
                    <a:pt x="67819" y="51627"/>
                    <a:pt x="69183" y="50526"/>
                    <a:pt x="68447" y="48425"/>
                  </a:cubicBezTo>
                  <a:cubicBezTo>
                    <a:pt x="68427" y="48361"/>
                    <a:pt x="68427" y="48329"/>
                    <a:pt x="68420" y="48329"/>
                  </a:cubicBezTo>
                  <a:cubicBezTo>
                    <a:pt x="68469" y="48264"/>
                    <a:pt x="68710" y="48168"/>
                    <a:pt x="68839" y="48113"/>
                  </a:cubicBezTo>
                  <a:cubicBezTo>
                    <a:pt x="68893" y="48093"/>
                    <a:pt x="68942" y="48071"/>
                    <a:pt x="68995" y="48049"/>
                  </a:cubicBezTo>
                  <a:cubicBezTo>
                    <a:pt x="69119" y="49204"/>
                    <a:pt x="69942" y="49301"/>
                    <a:pt x="70205" y="49301"/>
                  </a:cubicBezTo>
                  <a:cubicBezTo>
                    <a:pt x="70683" y="49301"/>
                    <a:pt x="71160" y="49060"/>
                    <a:pt x="71418" y="48931"/>
                  </a:cubicBezTo>
                  <a:cubicBezTo>
                    <a:pt x="72198" y="48538"/>
                    <a:pt x="73057" y="48254"/>
                    <a:pt x="74207" y="48006"/>
                  </a:cubicBezTo>
                  <a:cubicBezTo>
                    <a:pt x="74266" y="47996"/>
                    <a:pt x="74325" y="47969"/>
                    <a:pt x="74378" y="47937"/>
                  </a:cubicBezTo>
                  <a:cubicBezTo>
                    <a:pt x="74454" y="47883"/>
                    <a:pt x="74459" y="47409"/>
                    <a:pt x="74459" y="47409"/>
                  </a:cubicBezTo>
                  <a:cubicBezTo>
                    <a:pt x="74797" y="46776"/>
                    <a:pt x="75152" y="46152"/>
                    <a:pt x="75377" y="45470"/>
                  </a:cubicBezTo>
                  <a:cubicBezTo>
                    <a:pt x="75700" y="44483"/>
                    <a:pt x="75598" y="43322"/>
                    <a:pt x="75640" y="42296"/>
                  </a:cubicBezTo>
                  <a:cubicBezTo>
                    <a:pt x="75667" y="41543"/>
                    <a:pt x="76071" y="40883"/>
                    <a:pt x="76248" y="40157"/>
                  </a:cubicBezTo>
                  <a:cubicBezTo>
                    <a:pt x="76582" y="39271"/>
                    <a:pt x="76527" y="38391"/>
                    <a:pt x="76087" y="37573"/>
                  </a:cubicBezTo>
                  <a:cubicBezTo>
                    <a:pt x="76044" y="37412"/>
                    <a:pt x="75995" y="37256"/>
                    <a:pt x="75947" y="37101"/>
                  </a:cubicBezTo>
                  <a:cubicBezTo>
                    <a:pt x="75952" y="37010"/>
                    <a:pt x="75925" y="36928"/>
                    <a:pt x="75866" y="36864"/>
                  </a:cubicBezTo>
                  <a:cubicBezTo>
                    <a:pt x="75845" y="36794"/>
                    <a:pt x="75818" y="36725"/>
                    <a:pt x="75796" y="36655"/>
                  </a:cubicBezTo>
                  <a:cubicBezTo>
                    <a:pt x="75754" y="36542"/>
                    <a:pt x="75711" y="36435"/>
                    <a:pt x="75667" y="36328"/>
                  </a:cubicBezTo>
                  <a:cubicBezTo>
                    <a:pt x="75711" y="36075"/>
                    <a:pt x="75759" y="35827"/>
                    <a:pt x="75410" y="35688"/>
                  </a:cubicBezTo>
                  <a:lnTo>
                    <a:pt x="75410" y="35688"/>
                  </a:lnTo>
                  <a:cubicBezTo>
                    <a:pt x="75415" y="35720"/>
                    <a:pt x="75421" y="35753"/>
                    <a:pt x="75421" y="35790"/>
                  </a:cubicBezTo>
                  <a:cubicBezTo>
                    <a:pt x="75394" y="35731"/>
                    <a:pt x="75367" y="35677"/>
                    <a:pt x="75340" y="35624"/>
                  </a:cubicBezTo>
                  <a:lnTo>
                    <a:pt x="75340" y="35624"/>
                  </a:lnTo>
                  <a:cubicBezTo>
                    <a:pt x="75357" y="35629"/>
                    <a:pt x="75367" y="35634"/>
                    <a:pt x="75383" y="35639"/>
                  </a:cubicBezTo>
                  <a:cubicBezTo>
                    <a:pt x="75464" y="35393"/>
                    <a:pt x="75383" y="35220"/>
                    <a:pt x="75131" y="35123"/>
                  </a:cubicBezTo>
                  <a:cubicBezTo>
                    <a:pt x="75125" y="35135"/>
                    <a:pt x="75120" y="35145"/>
                    <a:pt x="75114" y="35156"/>
                  </a:cubicBezTo>
                  <a:cubicBezTo>
                    <a:pt x="75109" y="35145"/>
                    <a:pt x="75104" y="35135"/>
                    <a:pt x="75099" y="35129"/>
                  </a:cubicBezTo>
                  <a:cubicBezTo>
                    <a:pt x="75104" y="35123"/>
                    <a:pt x="75109" y="35118"/>
                    <a:pt x="75114" y="35118"/>
                  </a:cubicBezTo>
                  <a:cubicBezTo>
                    <a:pt x="75104" y="35103"/>
                    <a:pt x="75087" y="35091"/>
                    <a:pt x="75077" y="35081"/>
                  </a:cubicBezTo>
                  <a:cubicBezTo>
                    <a:pt x="74867" y="34645"/>
                    <a:pt x="74673" y="34211"/>
                    <a:pt x="74551" y="33732"/>
                  </a:cubicBezTo>
                  <a:cubicBezTo>
                    <a:pt x="74319" y="32846"/>
                    <a:pt x="73847" y="32061"/>
                    <a:pt x="73659" y="31159"/>
                  </a:cubicBezTo>
                  <a:cubicBezTo>
                    <a:pt x="73552" y="30655"/>
                    <a:pt x="73481" y="30144"/>
                    <a:pt x="73423" y="29628"/>
                  </a:cubicBezTo>
                  <a:cubicBezTo>
                    <a:pt x="73379" y="28371"/>
                    <a:pt x="73036" y="26259"/>
                    <a:pt x="72965" y="25002"/>
                  </a:cubicBezTo>
                  <a:cubicBezTo>
                    <a:pt x="72959" y="24888"/>
                    <a:pt x="72982" y="24848"/>
                    <a:pt x="73021" y="24848"/>
                  </a:cubicBezTo>
                  <a:cubicBezTo>
                    <a:pt x="73114" y="24848"/>
                    <a:pt x="73301" y="25065"/>
                    <a:pt x="73454" y="25065"/>
                  </a:cubicBezTo>
                  <a:cubicBezTo>
                    <a:pt x="73479" y="25065"/>
                    <a:pt x="73502" y="25059"/>
                    <a:pt x="73525" y="25046"/>
                  </a:cubicBezTo>
                  <a:lnTo>
                    <a:pt x="73525" y="25019"/>
                  </a:lnTo>
                  <a:lnTo>
                    <a:pt x="73525" y="24992"/>
                  </a:lnTo>
                  <a:cubicBezTo>
                    <a:pt x="73277" y="24878"/>
                    <a:pt x="73111" y="24712"/>
                    <a:pt x="72992" y="24487"/>
                  </a:cubicBezTo>
                  <a:lnTo>
                    <a:pt x="72992" y="23197"/>
                  </a:lnTo>
                  <a:cubicBezTo>
                    <a:pt x="72992" y="22795"/>
                    <a:pt x="72923" y="22381"/>
                    <a:pt x="73014" y="21999"/>
                  </a:cubicBezTo>
                  <a:cubicBezTo>
                    <a:pt x="73057" y="21816"/>
                    <a:pt x="73004" y="21597"/>
                    <a:pt x="72939" y="21409"/>
                  </a:cubicBezTo>
                  <a:cubicBezTo>
                    <a:pt x="72213" y="20791"/>
                    <a:pt x="71224" y="20613"/>
                    <a:pt x="70285" y="20581"/>
                  </a:cubicBezTo>
                  <a:cubicBezTo>
                    <a:pt x="70252" y="20619"/>
                    <a:pt x="70199" y="20646"/>
                    <a:pt x="70113" y="20662"/>
                  </a:cubicBezTo>
                  <a:cubicBezTo>
                    <a:pt x="70089" y="20665"/>
                    <a:pt x="70066" y="20666"/>
                    <a:pt x="70043" y="20666"/>
                  </a:cubicBezTo>
                  <a:cubicBezTo>
                    <a:pt x="70020" y="20666"/>
                    <a:pt x="69998" y="20665"/>
                    <a:pt x="69974" y="20662"/>
                  </a:cubicBezTo>
                  <a:cubicBezTo>
                    <a:pt x="69806" y="20651"/>
                    <a:pt x="69667" y="20566"/>
                    <a:pt x="69592" y="20405"/>
                  </a:cubicBezTo>
                  <a:cubicBezTo>
                    <a:pt x="69329" y="20296"/>
                    <a:pt x="69097" y="20125"/>
                    <a:pt x="68846" y="19974"/>
                  </a:cubicBezTo>
                  <a:cubicBezTo>
                    <a:pt x="68834" y="19974"/>
                    <a:pt x="68824" y="19964"/>
                    <a:pt x="68819" y="19964"/>
                  </a:cubicBezTo>
                  <a:cubicBezTo>
                    <a:pt x="68496" y="19850"/>
                    <a:pt x="68189" y="19684"/>
                    <a:pt x="67879" y="19528"/>
                  </a:cubicBezTo>
                  <a:cubicBezTo>
                    <a:pt x="67599" y="19421"/>
                    <a:pt x="67314" y="19329"/>
                    <a:pt x="67024" y="19249"/>
                  </a:cubicBezTo>
                  <a:cubicBezTo>
                    <a:pt x="66965" y="19233"/>
                    <a:pt x="66932" y="19185"/>
                    <a:pt x="66927" y="19136"/>
                  </a:cubicBezTo>
                  <a:cubicBezTo>
                    <a:pt x="66756" y="19092"/>
                    <a:pt x="66582" y="19066"/>
                    <a:pt x="66402" y="19066"/>
                  </a:cubicBezTo>
                  <a:cubicBezTo>
                    <a:pt x="66096" y="19066"/>
                    <a:pt x="65774" y="19142"/>
                    <a:pt x="65429" y="19334"/>
                  </a:cubicBezTo>
                  <a:cubicBezTo>
                    <a:pt x="65369" y="19370"/>
                    <a:pt x="65281" y="19392"/>
                    <a:pt x="65182" y="19392"/>
                  </a:cubicBezTo>
                  <a:cubicBezTo>
                    <a:pt x="65147" y="19392"/>
                    <a:pt x="65111" y="19389"/>
                    <a:pt x="65074" y="19383"/>
                  </a:cubicBezTo>
                  <a:cubicBezTo>
                    <a:pt x="64418" y="19475"/>
                    <a:pt x="63779" y="19431"/>
                    <a:pt x="63113" y="19517"/>
                  </a:cubicBezTo>
                  <a:cubicBezTo>
                    <a:pt x="63044" y="19528"/>
                    <a:pt x="62973" y="19539"/>
                    <a:pt x="62908" y="19545"/>
                  </a:cubicBezTo>
                  <a:cubicBezTo>
                    <a:pt x="62732" y="19604"/>
                    <a:pt x="62549" y="19624"/>
                    <a:pt x="62360" y="19631"/>
                  </a:cubicBezTo>
                  <a:cubicBezTo>
                    <a:pt x="61861" y="19716"/>
                    <a:pt x="61356" y="19829"/>
                    <a:pt x="60884" y="19969"/>
                  </a:cubicBezTo>
                  <a:cubicBezTo>
                    <a:pt x="60734" y="20089"/>
                    <a:pt x="60570" y="20175"/>
                    <a:pt x="60363" y="20175"/>
                  </a:cubicBezTo>
                  <a:cubicBezTo>
                    <a:pt x="60310" y="20175"/>
                    <a:pt x="60255" y="20169"/>
                    <a:pt x="60196" y="20157"/>
                  </a:cubicBezTo>
                  <a:cubicBezTo>
                    <a:pt x="60201" y="20157"/>
                    <a:pt x="60201" y="20157"/>
                    <a:pt x="60201" y="20152"/>
                  </a:cubicBezTo>
                  <a:lnTo>
                    <a:pt x="60201" y="20152"/>
                  </a:lnTo>
                  <a:cubicBezTo>
                    <a:pt x="60122" y="20165"/>
                    <a:pt x="60045" y="20171"/>
                    <a:pt x="59968" y="20171"/>
                  </a:cubicBezTo>
                  <a:cubicBezTo>
                    <a:pt x="59794" y="20171"/>
                    <a:pt x="59625" y="20138"/>
                    <a:pt x="59449" y="20071"/>
                  </a:cubicBezTo>
                  <a:cubicBezTo>
                    <a:pt x="59191" y="19996"/>
                    <a:pt x="58944" y="19882"/>
                    <a:pt x="58703" y="19753"/>
                  </a:cubicBezTo>
                  <a:cubicBezTo>
                    <a:pt x="58407" y="19673"/>
                    <a:pt x="58122" y="19668"/>
                    <a:pt x="57768" y="19663"/>
                  </a:cubicBezTo>
                  <a:cubicBezTo>
                    <a:pt x="57719" y="19663"/>
                    <a:pt x="57676" y="19663"/>
                    <a:pt x="57634" y="19657"/>
                  </a:cubicBezTo>
                  <a:cubicBezTo>
                    <a:pt x="57591" y="19669"/>
                    <a:pt x="57549" y="19675"/>
                    <a:pt x="57506" y="19675"/>
                  </a:cubicBezTo>
                  <a:cubicBezTo>
                    <a:pt x="57415" y="19675"/>
                    <a:pt x="57323" y="19646"/>
                    <a:pt x="57235" y="19587"/>
                  </a:cubicBezTo>
                  <a:cubicBezTo>
                    <a:pt x="57188" y="19572"/>
                    <a:pt x="57133" y="19555"/>
                    <a:pt x="57086" y="19534"/>
                  </a:cubicBezTo>
                  <a:cubicBezTo>
                    <a:pt x="56889" y="19452"/>
                    <a:pt x="56566" y="19322"/>
                    <a:pt x="56295" y="19322"/>
                  </a:cubicBezTo>
                  <a:cubicBezTo>
                    <a:pt x="56248" y="19322"/>
                    <a:pt x="56204" y="19326"/>
                    <a:pt x="56161" y="19334"/>
                  </a:cubicBezTo>
                  <a:cubicBezTo>
                    <a:pt x="56086" y="19431"/>
                    <a:pt x="56005" y="19539"/>
                    <a:pt x="55925" y="19614"/>
                  </a:cubicBezTo>
                  <a:cubicBezTo>
                    <a:pt x="55920" y="19577"/>
                    <a:pt x="55914" y="19545"/>
                    <a:pt x="55914" y="19507"/>
                  </a:cubicBezTo>
                  <a:cubicBezTo>
                    <a:pt x="55893" y="19545"/>
                    <a:pt x="55876" y="19577"/>
                    <a:pt x="55866" y="19619"/>
                  </a:cubicBezTo>
                  <a:cubicBezTo>
                    <a:pt x="55861" y="19636"/>
                    <a:pt x="55856" y="19646"/>
                    <a:pt x="55856" y="19657"/>
                  </a:cubicBezTo>
                  <a:cubicBezTo>
                    <a:pt x="55871" y="19652"/>
                    <a:pt x="55888" y="19652"/>
                    <a:pt x="55903" y="19652"/>
                  </a:cubicBezTo>
                  <a:cubicBezTo>
                    <a:pt x="55920" y="19867"/>
                    <a:pt x="55876" y="20028"/>
                    <a:pt x="55791" y="20152"/>
                  </a:cubicBezTo>
                  <a:cubicBezTo>
                    <a:pt x="55753" y="20179"/>
                    <a:pt x="55710" y="20200"/>
                    <a:pt x="55667" y="20221"/>
                  </a:cubicBezTo>
                  <a:cubicBezTo>
                    <a:pt x="55603" y="20248"/>
                    <a:pt x="55533" y="20264"/>
                    <a:pt x="55462" y="20264"/>
                  </a:cubicBezTo>
                  <a:cubicBezTo>
                    <a:pt x="55393" y="20264"/>
                    <a:pt x="55323" y="20248"/>
                    <a:pt x="55259" y="20221"/>
                  </a:cubicBezTo>
                  <a:cubicBezTo>
                    <a:pt x="55205" y="20200"/>
                    <a:pt x="55162" y="20167"/>
                    <a:pt x="55119" y="20135"/>
                  </a:cubicBezTo>
                  <a:cubicBezTo>
                    <a:pt x="55103" y="20043"/>
                    <a:pt x="55108" y="19942"/>
                    <a:pt x="55114" y="19840"/>
                  </a:cubicBezTo>
                  <a:cubicBezTo>
                    <a:pt x="54889" y="19528"/>
                    <a:pt x="54716" y="19260"/>
                    <a:pt x="54276" y="19205"/>
                  </a:cubicBezTo>
                  <a:cubicBezTo>
                    <a:pt x="54044" y="19185"/>
                    <a:pt x="53846" y="19115"/>
                    <a:pt x="53632" y="19024"/>
                  </a:cubicBezTo>
                  <a:cubicBezTo>
                    <a:pt x="53369" y="18907"/>
                    <a:pt x="53140" y="18815"/>
                    <a:pt x="52929" y="18815"/>
                  </a:cubicBezTo>
                  <a:cubicBezTo>
                    <a:pt x="52713" y="18815"/>
                    <a:pt x="52516" y="18912"/>
                    <a:pt x="52325" y="19180"/>
                  </a:cubicBezTo>
                  <a:cubicBezTo>
                    <a:pt x="52229" y="19314"/>
                    <a:pt x="52100" y="19394"/>
                    <a:pt x="51961" y="19470"/>
                  </a:cubicBezTo>
                  <a:cubicBezTo>
                    <a:pt x="51861" y="19544"/>
                    <a:pt x="51746" y="19595"/>
                    <a:pt x="51588" y="19595"/>
                  </a:cubicBezTo>
                  <a:cubicBezTo>
                    <a:pt x="51566" y="19595"/>
                    <a:pt x="51543" y="19594"/>
                    <a:pt x="51520" y="19592"/>
                  </a:cubicBezTo>
                  <a:cubicBezTo>
                    <a:pt x="51026" y="19545"/>
                    <a:pt x="50865" y="19222"/>
                    <a:pt x="50756" y="18857"/>
                  </a:cubicBezTo>
                  <a:cubicBezTo>
                    <a:pt x="50607" y="18669"/>
                    <a:pt x="50451" y="18496"/>
                    <a:pt x="50273" y="18342"/>
                  </a:cubicBezTo>
                  <a:cubicBezTo>
                    <a:pt x="50225" y="18320"/>
                    <a:pt x="50188" y="18287"/>
                    <a:pt x="50156" y="18238"/>
                  </a:cubicBezTo>
                  <a:cubicBezTo>
                    <a:pt x="50032" y="18142"/>
                    <a:pt x="49893" y="18057"/>
                    <a:pt x="49737" y="17975"/>
                  </a:cubicBezTo>
                  <a:cubicBezTo>
                    <a:pt x="48194" y="17192"/>
                    <a:pt x="46340" y="16949"/>
                    <a:pt x="44681" y="16504"/>
                  </a:cubicBezTo>
                  <a:cubicBezTo>
                    <a:pt x="43252" y="16118"/>
                    <a:pt x="41619" y="15811"/>
                    <a:pt x="40394" y="14940"/>
                  </a:cubicBezTo>
                  <a:cubicBezTo>
                    <a:pt x="39975" y="14645"/>
                    <a:pt x="39690" y="14312"/>
                    <a:pt x="39513" y="13941"/>
                  </a:cubicBezTo>
                  <a:cubicBezTo>
                    <a:pt x="39308" y="13770"/>
                    <a:pt x="39293" y="13554"/>
                    <a:pt x="39314" y="13334"/>
                  </a:cubicBezTo>
                  <a:cubicBezTo>
                    <a:pt x="39228" y="12850"/>
                    <a:pt x="39271" y="12319"/>
                    <a:pt x="39405" y="11754"/>
                  </a:cubicBezTo>
                  <a:lnTo>
                    <a:pt x="39410" y="11749"/>
                  </a:lnTo>
                  <a:cubicBezTo>
                    <a:pt x="39470" y="9213"/>
                    <a:pt x="39556" y="6673"/>
                    <a:pt x="39636" y="4137"/>
                  </a:cubicBezTo>
                  <a:cubicBezTo>
                    <a:pt x="39648" y="3906"/>
                    <a:pt x="39653" y="3681"/>
                    <a:pt x="39663" y="3455"/>
                  </a:cubicBezTo>
                  <a:cubicBezTo>
                    <a:pt x="40061" y="1080"/>
                    <a:pt x="40061" y="1058"/>
                    <a:pt x="37708" y="887"/>
                  </a:cubicBezTo>
                  <a:cubicBezTo>
                    <a:pt x="33705" y="597"/>
                    <a:pt x="29698" y="328"/>
                    <a:pt x="25475" y="33"/>
                  </a:cubicBezTo>
                  <a:cubicBezTo>
                    <a:pt x="25391" y="38"/>
                    <a:pt x="25307" y="39"/>
                    <a:pt x="25222" y="39"/>
                  </a:cubicBezTo>
                  <a:cubicBezTo>
                    <a:pt x="24828" y="39"/>
                    <a:pt x="24426" y="0"/>
                    <a:pt x="24033" y="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1"/>
            <p:cNvSpPr/>
            <p:nvPr/>
          </p:nvSpPr>
          <p:spPr>
            <a:xfrm>
              <a:off x="3835475" y="3609475"/>
              <a:ext cx="8500" cy="6075"/>
            </a:xfrm>
            <a:custGeom>
              <a:rect b="b" l="l" r="r" t="t"/>
              <a:pathLst>
                <a:path extrusionOk="0" h="243" w="340">
                  <a:moveTo>
                    <a:pt x="49" y="0"/>
                  </a:moveTo>
                  <a:cubicBezTo>
                    <a:pt x="0" y="124"/>
                    <a:pt x="32" y="226"/>
                    <a:pt x="146" y="243"/>
                  </a:cubicBezTo>
                  <a:cubicBezTo>
                    <a:pt x="167" y="243"/>
                    <a:pt x="188" y="243"/>
                    <a:pt x="210" y="238"/>
                  </a:cubicBezTo>
                  <a:cubicBezTo>
                    <a:pt x="312" y="216"/>
                    <a:pt x="339" y="119"/>
                    <a:pt x="295" y="7"/>
                  </a:cubicBezTo>
                  <a:cubicBezTo>
                    <a:pt x="216" y="7"/>
                    <a:pt x="129" y="0"/>
                    <a:pt x="49"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1"/>
            <p:cNvSpPr/>
            <p:nvPr/>
          </p:nvSpPr>
          <p:spPr>
            <a:xfrm>
              <a:off x="2925675" y="3020950"/>
              <a:ext cx="1172250" cy="600800"/>
            </a:xfrm>
            <a:custGeom>
              <a:rect b="b" l="l" r="r" t="t"/>
              <a:pathLst>
                <a:path extrusionOk="0" h="24032" w="46890">
                  <a:moveTo>
                    <a:pt x="1221" y="0"/>
                  </a:moveTo>
                  <a:cubicBezTo>
                    <a:pt x="923" y="0"/>
                    <a:pt x="707" y="111"/>
                    <a:pt x="549" y="296"/>
                  </a:cubicBezTo>
                  <a:cubicBezTo>
                    <a:pt x="506" y="291"/>
                    <a:pt x="464" y="291"/>
                    <a:pt x="415" y="291"/>
                  </a:cubicBezTo>
                  <a:cubicBezTo>
                    <a:pt x="425" y="340"/>
                    <a:pt x="437" y="393"/>
                    <a:pt x="442" y="442"/>
                  </a:cubicBezTo>
                  <a:cubicBezTo>
                    <a:pt x="259" y="753"/>
                    <a:pt x="174" y="1183"/>
                    <a:pt x="120" y="1645"/>
                  </a:cubicBezTo>
                  <a:cubicBezTo>
                    <a:pt x="65" y="2118"/>
                    <a:pt x="1" y="2639"/>
                    <a:pt x="340" y="2929"/>
                  </a:cubicBezTo>
                  <a:cubicBezTo>
                    <a:pt x="335" y="2966"/>
                    <a:pt x="328" y="3015"/>
                    <a:pt x="318" y="3053"/>
                  </a:cubicBezTo>
                  <a:cubicBezTo>
                    <a:pt x="291" y="3202"/>
                    <a:pt x="270" y="3353"/>
                    <a:pt x="248" y="3504"/>
                  </a:cubicBezTo>
                  <a:cubicBezTo>
                    <a:pt x="259" y="3509"/>
                    <a:pt x="276" y="3509"/>
                    <a:pt x="286" y="3514"/>
                  </a:cubicBezTo>
                  <a:cubicBezTo>
                    <a:pt x="345" y="3460"/>
                    <a:pt x="404" y="3413"/>
                    <a:pt x="479" y="3370"/>
                  </a:cubicBezTo>
                  <a:cubicBezTo>
                    <a:pt x="503" y="3370"/>
                    <a:pt x="527" y="3369"/>
                    <a:pt x="552" y="3369"/>
                  </a:cubicBezTo>
                  <a:cubicBezTo>
                    <a:pt x="945" y="3369"/>
                    <a:pt x="1347" y="3408"/>
                    <a:pt x="1741" y="3408"/>
                  </a:cubicBezTo>
                  <a:cubicBezTo>
                    <a:pt x="1826" y="3408"/>
                    <a:pt x="1910" y="3407"/>
                    <a:pt x="1994" y="3402"/>
                  </a:cubicBezTo>
                  <a:cubicBezTo>
                    <a:pt x="6217" y="3697"/>
                    <a:pt x="10224" y="3966"/>
                    <a:pt x="14227" y="4256"/>
                  </a:cubicBezTo>
                  <a:cubicBezTo>
                    <a:pt x="16580" y="4427"/>
                    <a:pt x="16580" y="4449"/>
                    <a:pt x="16182" y="6824"/>
                  </a:cubicBezTo>
                  <a:cubicBezTo>
                    <a:pt x="16172" y="7050"/>
                    <a:pt x="16167" y="7275"/>
                    <a:pt x="16155" y="7506"/>
                  </a:cubicBezTo>
                  <a:cubicBezTo>
                    <a:pt x="16075" y="10042"/>
                    <a:pt x="15989" y="12582"/>
                    <a:pt x="15929" y="15118"/>
                  </a:cubicBezTo>
                  <a:lnTo>
                    <a:pt x="15924" y="15123"/>
                  </a:lnTo>
                  <a:cubicBezTo>
                    <a:pt x="15790" y="15688"/>
                    <a:pt x="15747" y="16219"/>
                    <a:pt x="15833" y="16703"/>
                  </a:cubicBezTo>
                  <a:cubicBezTo>
                    <a:pt x="15812" y="16923"/>
                    <a:pt x="15827" y="17139"/>
                    <a:pt x="16032" y="17310"/>
                  </a:cubicBezTo>
                  <a:cubicBezTo>
                    <a:pt x="16209" y="17681"/>
                    <a:pt x="16494" y="18014"/>
                    <a:pt x="16913" y="18309"/>
                  </a:cubicBezTo>
                  <a:cubicBezTo>
                    <a:pt x="18138" y="19180"/>
                    <a:pt x="19771" y="19487"/>
                    <a:pt x="21200" y="19873"/>
                  </a:cubicBezTo>
                  <a:cubicBezTo>
                    <a:pt x="22859" y="20318"/>
                    <a:pt x="24713" y="20561"/>
                    <a:pt x="26256" y="21344"/>
                  </a:cubicBezTo>
                  <a:cubicBezTo>
                    <a:pt x="26412" y="21426"/>
                    <a:pt x="26551" y="21511"/>
                    <a:pt x="26675" y="21607"/>
                  </a:cubicBezTo>
                  <a:cubicBezTo>
                    <a:pt x="26707" y="21656"/>
                    <a:pt x="26744" y="21689"/>
                    <a:pt x="26792" y="21711"/>
                  </a:cubicBezTo>
                  <a:cubicBezTo>
                    <a:pt x="26970" y="21865"/>
                    <a:pt x="27126" y="22038"/>
                    <a:pt x="27275" y="22226"/>
                  </a:cubicBezTo>
                  <a:cubicBezTo>
                    <a:pt x="27384" y="22591"/>
                    <a:pt x="27545" y="22914"/>
                    <a:pt x="28039" y="22961"/>
                  </a:cubicBezTo>
                  <a:cubicBezTo>
                    <a:pt x="28062" y="22963"/>
                    <a:pt x="28085" y="22964"/>
                    <a:pt x="28107" y="22964"/>
                  </a:cubicBezTo>
                  <a:cubicBezTo>
                    <a:pt x="28265" y="22964"/>
                    <a:pt x="28380" y="22913"/>
                    <a:pt x="28480" y="22839"/>
                  </a:cubicBezTo>
                  <a:cubicBezTo>
                    <a:pt x="28619" y="22763"/>
                    <a:pt x="28748" y="22683"/>
                    <a:pt x="28844" y="22549"/>
                  </a:cubicBezTo>
                  <a:cubicBezTo>
                    <a:pt x="29035" y="22281"/>
                    <a:pt x="29232" y="22184"/>
                    <a:pt x="29448" y="22184"/>
                  </a:cubicBezTo>
                  <a:cubicBezTo>
                    <a:pt x="29659" y="22184"/>
                    <a:pt x="29888" y="22276"/>
                    <a:pt x="30151" y="22393"/>
                  </a:cubicBezTo>
                  <a:cubicBezTo>
                    <a:pt x="30365" y="22484"/>
                    <a:pt x="30563" y="22554"/>
                    <a:pt x="30795" y="22574"/>
                  </a:cubicBezTo>
                  <a:cubicBezTo>
                    <a:pt x="31235" y="22629"/>
                    <a:pt x="31408" y="22897"/>
                    <a:pt x="31633" y="23209"/>
                  </a:cubicBezTo>
                  <a:cubicBezTo>
                    <a:pt x="31627" y="23311"/>
                    <a:pt x="31622" y="23412"/>
                    <a:pt x="31638" y="23504"/>
                  </a:cubicBezTo>
                  <a:cubicBezTo>
                    <a:pt x="31681" y="23536"/>
                    <a:pt x="31724" y="23569"/>
                    <a:pt x="31778" y="23590"/>
                  </a:cubicBezTo>
                  <a:cubicBezTo>
                    <a:pt x="31842" y="23617"/>
                    <a:pt x="31912" y="23633"/>
                    <a:pt x="31981" y="23633"/>
                  </a:cubicBezTo>
                  <a:cubicBezTo>
                    <a:pt x="32052" y="23633"/>
                    <a:pt x="32122" y="23617"/>
                    <a:pt x="32186" y="23590"/>
                  </a:cubicBezTo>
                  <a:cubicBezTo>
                    <a:pt x="32229" y="23569"/>
                    <a:pt x="32272" y="23548"/>
                    <a:pt x="32310" y="23521"/>
                  </a:cubicBezTo>
                  <a:cubicBezTo>
                    <a:pt x="32395" y="23397"/>
                    <a:pt x="32439" y="23236"/>
                    <a:pt x="32422" y="23021"/>
                  </a:cubicBezTo>
                  <a:cubicBezTo>
                    <a:pt x="32407" y="23021"/>
                    <a:pt x="32390" y="23021"/>
                    <a:pt x="32375" y="23026"/>
                  </a:cubicBezTo>
                  <a:cubicBezTo>
                    <a:pt x="32375" y="23015"/>
                    <a:pt x="32380" y="23005"/>
                    <a:pt x="32385" y="22988"/>
                  </a:cubicBezTo>
                  <a:cubicBezTo>
                    <a:pt x="32395" y="22946"/>
                    <a:pt x="32412" y="22914"/>
                    <a:pt x="32433" y="22876"/>
                  </a:cubicBezTo>
                  <a:cubicBezTo>
                    <a:pt x="32433" y="22914"/>
                    <a:pt x="32439" y="22946"/>
                    <a:pt x="32444" y="22983"/>
                  </a:cubicBezTo>
                  <a:cubicBezTo>
                    <a:pt x="32524" y="22908"/>
                    <a:pt x="32605" y="22800"/>
                    <a:pt x="32680" y="22703"/>
                  </a:cubicBezTo>
                  <a:cubicBezTo>
                    <a:pt x="32723" y="22695"/>
                    <a:pt x="32768" y="22691"/>
                    <a:pt x="32814" y="22691"/>
                  </a:cubicBezTo>
                  <a:cubicBezTo>
                    <a:pt x="33086" y="22691"/>
                    <a:pt x="33412" y="22821"/>
                    <a:pt x="33605" y="22903"/>
                  </a:cubicBezTo>
                  <a:cubicBezTo>
                    <a:pt x="33652" y="22924"/>
                    <a:pt x="33707" y="22941"/>
                    <a:pt x="33754" y="22956"/>
                  </a:cubicBezTo>
                  <a:cubicBezTo>
                    <a:pt x="33842" y="23015"/>
                    <a:pt x="33934" y="23044"/>
                    <a:pt x="34025" y="23044"/>
                  </a:cubicBezTo>
                  <a:cubicBezTo>
                    <a:pt x="34068" y="23044"/>
                    <a:pt x="34110" y="23038"/>
                    <a:pt x="34153" y="23026"/>
                  </a:cubicBezTo>
                  <a:cubicBezTo>
                    <a:pt x="34195" y="23032"/>
                    <a:pt x="34238" y="23032"/>
                    <a:pt x="34287" y="23032"/>
                  </a:cubicBezTo>
                  <a:cubicBezTo>
                    <a:pt x="34641" y="23037"/>
                    <a:pt x="34926" y="23042"/>
                    <a:pt x="35222" y="23122"/>
                  </a:cubicBezTo>
                  <a:cubicBezTo>
                    <a:pt x="35463" y="23251"/>
                    <a:pt x="35710" y="23365"/>
                    <a:pt x="35968" y="23440"/>
                  </a:cubicBezTo>
                  <a:cubicBezTo>
                    <a:pt x="36144" y="23507"/>
                    <a:pt x="36313" y="23540"/>
                    <a:pt x="36487" y="23540"/>
                  </a:cubicBezTo>
                  <a:cubicBezTo>
                    <a:pt x="36564" y="23540"/>
                    <a:pt x="36641" y="23534"/>
                    <a:pt x="36720" y="23521"/>
                  </a:cubicBezTo>
                  <a:lnTo>
                    <a:pt x="36720" y="23521"/>
                  </a:lnTo>
                  <a:cubicBezTo>
                    <a:pt x="36720" y="23526"/>
                    <a:pt x="36720" y="23526"/>
                    <a:pt x="36715" y="23526"/>
                  </a:cubicBezTo>
                  <a:cubicBezTo>
                    <a:pt x="36774" y="23538"/>
                    <a:pt x="36829" y="23544"/>
                    <a:pt x="36882" y="23544"/>
                  </a:cubicBezTo>
                  <a:cubicBezTo>
                    <a:pt x="37089" y="23544"/>
                    <a:pt x="37253" y="23458"/>
                    <a:pt x="37403" y="23338"/>
                  </a:cubicBezTo>
                  <a:cubicBezTo>
                    <a:pt x="37875" y="23198"/>
                    <a:pt x="38380" y="23085"/>
                    <a:pt x="38879" y="23000"/>
                  </a:cubicBezTo>
                  <a:cubicBezTo>
                    <a:pt x="39068" y="22993"/>
                    <a:pt x="39251" y="22973"/>
                    <a:pt x="39427" y="22914"/>
                  </a:cubicBezTo>
                  <a:cubicBezTo>
                    <a:pt x="39492" y="22908"/>
                    <a:pt x="39563" y="22897"/>
                    <a:pt x="39632" y="22886"/>
                  </a:cubicBezTo>
                  <a:cubicBezTo>
                    <a:pt x="40298" y="22800"/>
                    <a:pt x="40937" y="22844"/>
                    <a:pt x="41593" y="22752"/>
                  </a:cubicBezTo>
                  <a:cubicBezTo>
                    <a:pt x="41630" y="22758"/>
                    <a:pt x="41666" y="22761"/>
                    <a:pt x="41701" y="22761"/>
                  </a:cubicBezTo>
                  <a:cubicBezTo>
                    <a:pt x="41800" y="22761"/>
                    <a:pt x="41888" y="22739"/>
                    <a:pt x="41948" y="22703"/>
                  </a:cubicBezTo>
                  <a:cubicBezTo>
                    <a:pt x="42293" y="22511"/>
                    <a:pt x="42615" y="22435"/>
                    <a:pt x="42921" y="22435"/>
                  </a:cubicBezTo>
                  <a:cubicBezTo>
                    <a:pt x="43101" y="22435"/>
                    <a:pt x="43275" y="22461"/>
                    <a:pt x="43446" y="22505"/>
                  </a:cubicBezTo>
                  <a:cubicBezTo>
                    <a:pt x="43451" y="22554"/>
                    <a:pt x="43484" y="22602"/>
                    <a:pt x="43543" y="22618"/>
                  </a:cubicBezTo>
                  <a:cubicBezTo>
                    <a:pt x="43833" y="22698"/>
                    <a:pt x="44118" y="22790"/>
                    <a:pt x="44398" y="22897"/>
                  </a:cubicBezTo>
                  <a:cubicBezTo>
                    <a:pt x="44708" y="23053"/>
                    <a:pt x="45015" y="23219"/>
                    <a:pt x="45338" y="23333"/>
                  </a:cubicBezTo>
                  <a:cubicBezTo>
                    <a:pt x="45343" y="23333"/>
                    <a:pt x="45353" y="23343"/>
                    <a:pt x="45365" y="23343"/>
                  </a:cubicBezTo>
                  <a:cubicBezTo>
                    <a:pt x="45616" y="23494"/>
                    <a:pt x="45848" y="23665"/>
                    <a:pt x="46111" y="23774"/>
                  </a:cubicBezTo>
                  <a:cubicBezTo>
                    <a:pt x="46186" y="23935"/>
                    <a:pt x="46325" y="24020"/>
                    <a:pt x="46493" y="24031"/>
                  </a:cubicBezTo>
                  <a:cubicBezTo>
                    <a:pt x="46406" y="23945"/>
                    <a:pt x="46347" y="23838"/>
                    <a:pt x="46337" y="23709"/>
                  </a:cubicBezTo>
                  <a:lnTo>
                    <a:pt x="46332" y="23645"/>
                  </a:lnTo>
                  <a:cubicBezTo>
                    <a:pt x="46325" y="23612"/>
                    <a:pt x="46320" y="23574"/>
                    <a:pt x="46320" y="23531"/>
                  </a:cubicBezTo>
                  <a:lnTo>
                    <a:pt x="46320" y="23531"/>
                  </a:lnTo>
                  <a:cubicBezTo>
                    <a:pt x="46337" y="23536"/>
                    <a:pt x="46352" y="23548"/>
                    <a:pt x="46369" y="23553"/>
                  </a:cubicBezTo>
                  <a:cubicBezTo>
                    <a:pt x="46519" y="23504"/>
                    <a:pt x="46590" y="23360"/>
                    <a:pt x="46583" y="23090"/>
                  </a:cubicBezTo>
                  <a:cubicBezTo>
                    <a:pt x="46568" y="22167"/>
                    <a:pt x="46590" y="21243"/>
                    <a:pt x="46590" y="20318"/>
                  </a:cubicBezTo>
                  <a:cubicBezTo>
                    <a:pt x="46595" y="20147"/>
                    <a:pt x="46600" y="19970"/>
                    <a:pt x="46605" y="19797"/>
                  </a:cubicBezTo>
                  <a:cubicBezTo>
                    <a:pt x="46605" y="19733"/>
                    <a:pt x="46610" y="19663"/>
                    <a:pt x="46605" y="19594"/>
                  </a:cubicBezTo>
                  <a:cubicBezTo>
                    <a:pt x="46610" y="19432"/>
                    <a:pt x="46615" y="19271"/>
                    <a:pt x="46615" y="19110"/>
                  </a:cubicBezTo>
                  <a:cubicBezTo>
                    <a:pt x="46890" y="16289"/>
                    <a:pt x="46890" y="13469"/>
                    <a:pt x="46739" y="10643"/>
                  </a:cubicBezTo>
                  <a:lnTo>
                    <a:pt x="46761" y="10643"/>
                  </a:lnTo>
                  <a:cubicBezTo>
                    <a:pt x="46648" y="9822"/>
                    <a:pt x="46379" y="9021"/>
                    <a:pt x="46235" y="8210"/>
                  </a:cubicBezTo>
                  <a:cubicBezTo>
                    <a:pt x="46100" y="7469"/>
                    <a:pt x="46084" y="6722"/>
                    <a:pt x="45998" y="5981"/>
                  </a:cubicBezTo>
                  <a:cubicBezTo>
                    <a:pt x="45971" y="5820"/>
                    <a:pt x="45950" y="5664"/>
                    <a:pt x="45928" y="5508"/>
                  </a:cubicBezTo>
                  <a:cubicBezTo>
                    <a:pt x="45923" y="5491"/>
                    <a:pt x="45923" y="5481"/>
                    <a:pt x="45923" y="5465"/>
                  </a:cubicBezTo>
                  <a:cubicBezTo>
                    <a:pt x="45858" y="5007"/>
                    <a:pt x="45821" y="4551"/>
                    <a:pt x="45794" y="4095"/>
                  </a:cubicBezTo>
                  <a:cubicBezTo>
                    <a:pt x="45757" y="3396"/>
                    <a:pt x="45751" y="2693"/>
                    <a:pt x="45789" y="1989"/>
                  </a:cubicBezTo>
                  <a:cubicBezTo>
                    <a:pt x="45809" y="1548"/>
                    <a:pt x="45730" y="1312"/>
                    <a:pt x="45499" y="1194"/>
                  </a:cubicBezTo>
                  <a:cubicBezTo>
                    <a:pt x="45353" y="1124"/>
                    <a:pt x="45154" y="1092"/>
                    <a:pt x="44891" y="1087"/>
                  </a:cubicBezTo>
                  <a:cubicBezTo>
                    <a:pt x="35120" y="936"/>
                    <a:pt x="25353" y="747"/>
                    <a:pt x="15581" y="571"/>
                  </a:cubicBezTo>
                  <a:cubicBezTo>
                    <a:pt x="15113" y="586"/>
                    <a:pt x="14646" y="608"/>
                    <a:pt x="14178" y="624"/>
                  </a:cubicBezTo>
                  <a:lnTo>
                    <a:pt x="13233" y="591"/>
                  </a:lnTo>
                  <a:lnTo>
                    <a:pt x="12556" y="591"/>
                  </a:lnTo>
                  <a:cubicBezTo>
                    <a:pt x="12250" y="566"/>
                    <a:pt x="11944" y="527"/>
                    <a:pt x="11642" y="463"/>
                  </a:cubicBezTo>
                  <a:cubicBezTo>
                    <a:pt x="9606" y="405"/>
                    <a:pt x="7571" y="345"/>
                    <a:pt x="5540" y="286"/>
                  </a:cubicBezTo>
                  <a:cubicBezTo>
                    <a:pt x="4600" y="254"/>
                    <a:pt x="3655" y="227"/>
                    <a:pt x="2714" y="200"/>
                  </a:cubicBezTo>
                  <a:cubicBezTo>
                    <a:pt x="2708" y="199"/>
                    <a:pt x="2703" y="199"/>
                    <a:pt x="2698" y="199"/>
                  </a:cubicBezTo>
                  <a:cubicBezTo>
                    <a:pt x="2548" y="199"/>
                    <a:pt x="2382" y="247"/>
                    <a:pt x="2236" y="247"/>
                  </a:cubicBezTo>
                  <a:cubicBezTo>
                    <a:pt x="2176" y="247"/>
                    <a:pt x="2120" y="239"/>
                    <a:pt x="2069" y="216"/>
                  </a:cubicBezTo>
                  <a:cubicBezTo>
                    <a:pt x="1730" y="66"/>
                    <a:pt x="1451" y="0"/>
                    <a:pt x="1221"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1"/>
            <p:cNvSpPr/>
            <p:nvPr/>
          </p:nvSpPr>
          <p:spPr>
            <a:xfrm>
              <a:off x="1976425" y="2927475"/>
              <a:ext cx="960300" cy="987850"/>
            </a:xfrm>
            <a:custGeom>
              <a:rect b="b" l="l" r="r" t="t"/>
              <a:pathLst>
                <a:path extrusionOk="0" h="39514" w="38412">
                  <a:moveTo>
                    <a:pt x="15392" y="1"/>
                  </a:moveTo>
                  <a:cubicBezTo>
                    <a:pt x="15123" y="60"/>
                    <a:pt x="14376" y="1000"/>
                    <a:pt x="14108" y="1059"/>
                  </a:cubicBezTo>
                  <a:cubicBezTo>
                    <a:pt x="11556" y="791"/>
                    <a:pt x="9005" y="566"/>
                    <a:pt x="6464" y="237"/>
                  </a:cubicBezTo>
                  <a:cubicBezTo>
                    <a:pt x="6162" y="194"/>
                    <a:pt x="5609" y="227"/>
                    <a:pt x="5534" y="172"/>
                  </a:cubicBezTo>
                  <a:cubicBezTo>
                    <a:pt x="5517" y="184"/>
                    <a:pt x="5507" y="189"/>
                    <a:pt x="5497" y="194"/>
                  </a:cubicBezTo>
                  <a:cubicBezTo>
                    <a:pt x="5529" y="286"/>
                    <a:pt x="5400" y="829"/>
                    <a:pt x="5346" y="1087"/>
                  </a:cubicBezTo>
                  <a:cubicBezTo>
                    <a:pt x="5259" y="1526"/>
                    <a:pt x="5292" y="2005"/>
                    <a:pt x="5179" y="2445"/>
                  </a:cubicBezTo>
                  <a:cubicBezTo>
                    <a:pt x="5158" y="3541"/>
                    <a:pt x="4787" y="4600"/>
                    <a:pt x="4733" y="5701"/>
                  </a:cubicBezTo>
                  <a:cubicBezTo>
                    <a:pt x="4674" y="6856"/>
                    <a:pt x="4421" y="7990"/>
                    <a:pt x="4245" y="9133"/>
                  </a:cubicBezTo>
                  <a:cubicBezTo>
                    <a:pt x="4240" y="9165"/>
                    <a:pt x="4240" y="9193"/>
                    <a:pt x="4234" y="9225"/>
                  </a:cubicBezTo>
                  <a:cubicBezTo>
                    <a:pt x="4073" y="10385"/>
                    <a:pt x="3917" y="11546"/>
                    <a:pt x="3761" y="12701"/>
                  </a:cubicBezTo>
                  <a:lnTo>
                    <a:pt x="3724" y="12701"/>
                  </a:lnTo>
                  <a:cubicBezTo>
                    <a:pt x="3707" y="12787"/>
                    <a:pt x="3697" y="12872"/>
                    <a:pt x="3680" y="12953"/>
                  </a:cubicBezTo>
                  <a:cubicBezTo>
                    <a:pt x="3514" y="13878"/>
                    <a:pt x="3471" y="14818"/>
                    <a:pt x="3342" y="15741"/>
                  </a:cubicBezTo>
                  <a:cubicBezTo>
                    <a:pt x="3342" y="15817"/>
                    <a:pt x="3337" y="15882"/>
                    <a:pt x="3332" y="15946"/>
                  </a:cubicBezTo>
                  <a:cubicBezTo>
                    <a:pt x="2326" y="23161"/>
                    <a:pt x="1333" y="30375"/>
                    <a:pt x="295" y="37585"/>
                  </a:cubicBezTo>
                  <a:cubicBezTo>
                    <a:pt x="253" y="37912"/>
                    <a:pt x="253" y="38133"/>
                    <a:pt x="339" y="38289"/>
                  </a:cubicBezTo>
                  <a:cubicBezTo>
                    <a:pt x="270" y="38460"/>
                    <a:pt x="161" y="38616"/>
                    <a:pt x="0" y="38730"/>
                  </a:cubicBezTo>
                  <a:cubicBezTo>
                    <a:pt x="270" y="39025"/>
                    <a:pt x="667" y="39089"/>
                    <a:pt x="989" y="39110"/>
                  </a:cubicBezTo>
                  <a:cubicBezTo>
                    <a:pt x="1988" y="39174"/>
                    <a:pt x="2993" y="39298"/>
                    <a:pt x="3970" y="39471"/>
                  </a:cubicBezTo>
                  <a:cubicBezTo>
                    <a:pt x="4138" y="39497"/>
                    <a:pt x="4282" y="39514"/>
                    <a:pt x="4416" y="39514"/>
                  </a:cubicBezTo>
                  <a:cubicBezTo>
                    <a:pt x="4766" y="39514"/>
                    <a:pt x="5045" y="39412"/>
                    <a:pt x="5249" y="39207"/>
                  </a:cubicBezTo>
                  <a:cubicBezTo>
                    <a:pt x="5556" y="38896"/>
                    <a:pt x="5588" y="38460"/>
                    <a:pt x="5582" y="38160"/>
                  </a:cubicBezTo>
                  <a:cubicBezTo>
                    <a:pt x="5582" y="38026"/>
                    <a:pt x="5614" y="37870"/>
                    <a:pt x="5653" y="37703"/>
                  </a:cubicBezTo>
                  <a:cubicBezTo>
                    <a:pt x="5700" y="37478"/>
                    <a:pt x="5749" y="37225"/>
                    <a:pt x="5738" y="36957"/>
                  </a:cubicBezTo>
                  <a:cubicBezTo>
                    <a:pt x="5733" y="36779"/>
                    <a:pt x="5749" y="36692"/>
                    <a:pt x="5760" y="36660"/>
                  </a:cubicBezTo>
                  <a:cubicBezTo>
                    <a:pt x="5782" y="36655"/>
                    <a:pt x="5824" y="36645"/>
                    <a:pt x="5904" y="36645"/>
                  </a:cubicBezTo>
                  <a:cubicBezTo>
                    <a:pt x="5985" y="36645"/>
                    <a:pt x="6082" y="36655"/>
                    <a:pt x="6201" y="36672"/>
                  </a:cubicBezTo>
                  <a:cubicBezTo>
                    <a:pt x="8096" y="36908"/>
                    <a:pt x="10030" y="37118"/>
                    <a:pt x="11894" y="37317"/>
                  </a:cubicBezTo>
                  <a:lnTo>
                    <a:pt x="13490" y="37493"/>
                  </a:lnTo>
                  <a:cubicBezTo>
                    <a:pt x="13528" y="37498"/>
                    <a:pt x="13570" y="37510"/>
                    <a:pt x="13619" y="37520"/>
                  </a:cubicBezTo>
                  <a:cubicBezTo>
                    <a:pt x="13737" y="37552"/>
                    <a:pt x="13882" y="37585"/>
                    <a:pt x="14038" y="37585"/>
                  </a:cubicBezTo>
                  <a:cubicBezTo>
                    <a:pt x="14210" y="37585"/>
                    <a:pt x="14361" y="37537"/>
                    <a:pt x="14490" y="37456"/>
                  </a:cubicBezTo>
                  <a:cubicBezTo>
                    <a:pt x="14629" y="37354"/>
                    <a:pt x="14736" y="37203"/>
                    <a:pt x="14790" y="37015"/>
                  </a:cubicBezTo>
                  <a:cubicBezTo>
                    <a:pt x="14683" y="36930"/>
                    <a:pt x="14629" y="36789"/>
                    <a:pt x="14683" y="36650"/>
                  </a:cubicBezTo>
                  <a:cubicBezTo>
                    <a:pt x="14726" y="36548"/>
                    <a:pt x="14795" y="36478"/>
                    <a:pt x="14876" y="36429"/>
                  </a:cubicBezTo>
                  <a:cubicBezTo>
                    <a:pt x="14924" y="36322"/>
                    <a:pt x="15000" y="36322"/>
                    <a:pt x="15112" y="36322"/>
                  </a:cubicBezTo>
                  <a:cubicBezTo>
                    <a:pt x="15199" y="36322"/>
                    <a:pt x="15306" y="36333"/>
                    <a:pt x="15408" y="36344"/>
                  </a:cubicBezTo>
                  <a:cubicBezTo>
                    <a:pt x="15456" y="36345"/>
                    <a:pt x="15504" y="36345"/>
                    <a:pt x="15552" y="36345"/>
                  </a:cubicBezTo>
                  <a:cubicBezTo>
                    <a:pt x="15996" y="36345"/>
                    <a:pt x="16439" y="36334"/>
                    <a:pt x="16881" y="36334"/>
                  </a:cubicBezTo>
                  <a:cubicBezTo>
                    <a:pt x="17307" y="36334"/>
                    <a:pt x="17731" y="36344"/>
                    <a:pt x="18153" y="36382"/>
                  </a:cubicBezTo>
                  <a:cubicBezTo>
                    <a:pt x="23510" y="36865"/>
                    <a:pt x="28861" y="37364"/>
                    <a:pt x="34211" y="37907"/>
                  </a:cubicBezTo>
                  <a:cubicBezTo>
                    <a:pt x="34361" y="37917"/>
                    <a:pt x="34495" y="37929"/>
                    <a:pt x="34614" y="37929"/>
                  </a:cubicBezTo>
                  <a:cubicBezTo>
                    <a:pt x="35000" y="37827"/>
                    <a:pt x="35268" y="37639"/>
                    <a:pt x="35462" y="37349"/>
                  </a:cubicBezTo>
                  <a:cubicBezTo>
                    <a:pt x="35489" y="37225"/>
                    <a:pt x="35511" y="37074"/>
                    <a:pt x="35516" y="36892"/>
                  </a:cubicBezTo>
                  <a:cubicBezTo>
                    <a:pt x="35559" y="35296"/>
                    <a:pt x="35779" y="33706"/>
                    <a:pt x="35925" y="32115"/>
                  </a:cubicBezTo>
                  <a:lnTo>
                    <a:pt x="35925" y="30704"/>
                  </a:lnTo>
                  <a:cubicBezTo>
                    <a:pt x="36483" y="27050"/>
                    <a:pt x="36661" y="23370"/>
                    <a:pt x="36912" y="19695"/>
                  </a:cubicBezTo>
                  <a:cubicBezTo>
                    <a:pt x="36939" y="19271"/>
                    <a:pt x="36967" y="18852"/>
                    <a:pt x="36999" y="18428"/>
                  </a:cubicBezTo>
                  <a:cubicBezTo>
                    <a:pt x="37445" y="16794"/>
                    <a:pt x="37144" y="15081"/>
                    <a:pt x="37520" y="13437"/>
                  </a:cubicBezTo>
                  <a:lnTo>
                    <a:pt x="37520" y="13432"/>
                  </a:lnTo>
                  <a:cubicBezTo>
                    <a:pt x="37574" y="12696"/>
                    <a:pt x="37628" y="11954"/>
                    <a:pt x="37681" y="11213"/>
                  </a:cubicBezTo>
                  <a:cubicBezTo>
                    <a:pt x="37725" y="10600"/>
                    <a:pt x="37767" y="9988"/>
                    <a:pt x="37810" y="9376"/>
                  </a:cubicBezTo>
                  <a:cubicBezTo>
                    <a:pt x="38144" y="8806"/>
                    <a:pt x="37740" y="7855"/>
                    <a:pt x="38208" y="7308"/>
                  </a:cubicBezTo>
                  <a:cubicBezTo>
                    <a:pt x="38213" y="7286"/>
                    <a:pt x="38213" y="7264"/>
                    <a:pt x="38218" y="7243"/>
                  </a:cubicBezTo>
                  <a:cubicBezTo>
                    <a:pt x="38240" y="7092"/>
                    <a:pt x="38261" y="6941"/>
                    <a:pt x="38288" y="6792"/>
                  </a:cubicBezTo>
                  <a:cubicBezTo>
                    <a:pt x="38298" y="6754"/>
                    <a:pt x="38305" y="6705"/>
                    <a:pt x="38310" y="6668"/>
                  </a:cubicBezTo>
                  <a:cubicBezTo>
                    <a:pt x="37971" y="6378"/>
                    <a:pt x="38035" y="5857"/>
                    <a:pt x="38090" y="5384"/>
                  </a:cubicBezTo>
                  <a:cubicBezTo>
                    <a:pt x="38144" y="4922"/>
                    <a:pt x="38229" y="4492"/>
                    <a:pt x="38412" y="4181"/>
                  </a:cubicBezTo>
                  <a:cubicBezTo>
                    <a:pt x="38407" y="4132"/>
                    <a:pt x="38395" y="4079"/>
                    <a:pt x="38385" y="4030"/>
                  </a:cubicBezTo>
                  <a:cubicBezTo>
                    <a:pt x="38197" y="4025"/>
                    <a:pt x="38003" y="4015"/>
                    <a:pt x="37815" y="4003"/>
                  </a:cubicBezTo>
                  <a:cubicBezTo>
                    <a:pt x="37714" y="3805"/>
                    <a:pt x="37517" y="3686"/>
                    <a:pt x="37127" y="3686"/>
                  </a:cubicBezTo>
                  <a:cubicBezTo>
                    <a:pt x="37044" y="3686"/>
                    <a:pt x="36951" y="3691"/>
                    <a:pt x="36848" y="3703"/>
                  </a:cubicBezTo>
                  <a:cubicBezTo>
                    <a:pt x="36821" y="3706"/>
                    <a:pt x="36794" y="3708"/>
                    <a:pt x="36767" y="3708"/>
                  </a:cubicBezTo>
                  <a:cubicBezTo>
                    <a:pt x="36536" y="3708"/>
                    <a:pt x="36316" y="3581"/>
                    <a:pt x="36268" y="3284"/>
                  </a:cubicBezTo>
                  <a:cubicBezTo>
                    <a:pt x="35913" y="3331"/>
                    <a:pt x="35565" y="3380"/>
                    <a:pt x="35216" y="3428"/>
                  </a:cubicBezTo>
                  <a:cubicBezTo>
                    <a:pt x="31826" y="3073"/>
                    <a:pt x="28435" y="2730"/>
                    <a:pt x="25045" y="2364"/>
                  </a:cubicBezTo>
                  <a:cubicBezTo>
                    <a:pt x="22097" y="2042"/>
                    <a:pt x="19152" y="1694"/>
                    <a:pt x="16203" y="1350"/>
                  </a:cubicBezTo>
                  <a:cubicBezTo>
                    <a:pt x="15742" y="1295"/>
                    <a:pt x="15687" y="527"/>
                    <a:pt x="15392" y="1"/>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1"/>
            <p:cNvSpPr/>
            <p:nvPr/>
          </p:nvSpPr>
          <p:spPr>
            <a:xfrm>
              <a:off x="232350" y="1658175"/>
              <a:ext cx="1099850" cy="1868750"/>
            </a:xfrm>
            <a:custGeom>
              <a:rect b="b" l="l" r="r" t="t"/>
              <a:pathLst>
                <a:path extrusionOk="0" h="74750" w="43994">
                  <a:moveTo>
                    <a:pt x="5002" y="1"/>
                  </a:moveTo>
                  <a:cubicBezTo>
                    <a:pt x="4766" y="23"/>
                    <a:pt x="4567" y="97"/>
                    <a:pt x="4411" y="226"/>
                  </a:cubicBezTo>
                  <a:cubicBezTo>
                    <a:pt x="4384" y="248"/>
                    <a:pt x="4352" y="264"/>
                    <a:pt x="4330" y="291"/>
                  </a:cubicBezTo>
                  <a:cubicBezTo>
                    <a:pt x="3933" y="699"/>
                    <a:pt x="3948" y="1338"/>
                    <a:pt x="3980" y="2622"/>
                  </a:cubicBezTo>
                  <a:lnTo>
                    <a:pt x="3987" y="2762"/>
                  </a:lnTo>
                  <a:cubicBezTo>
                    <a:pt x="4035" y="4658"/>
                    <a:pt x="3218" y="6372"/>
                    <a:pt x="1418" y="8156"/>
                  </a:cubicBezTo>
                  <a:cubicBezTo>
                    <a:pt x="333" y="9230"/>
                    <a:pt x="0" y="10509"/>
                    <a:pt x="377" y="12185"/>
                  </a:cubicBezTo>
                  <a:cubicBezTo>
                    <a:pt x="484" y="12668"/>
                    <a:pt x="714" y="13092"/>
                    <a:pt x="935" y="13501"/>
                  </a:cubicBezTo>
                  <a:cubicBezTo>
                    <a:pt x="967" y="13554"/>
                    <a:pt x="994" y="13603"/>
                    <a:pt x="1021" y="13657"/>
                  </a:cubicBezTo>
                  <a:cubicBezTo>
                    <a:pt x="1091" y="14747"/>
                    <a:pt x="1300" y="15800"/>
                    <a:pt x="1537" y="16853"/>
                  </a:cubicBezTo>
                  <a:cubicBezTo>
                    <a:pt x="1257" y="17590"/>
                    <a:pt x="1155" y="18319"/>
                    <a:pt x="1064" y="19028"/>
                  </a:cubicBezTo>
                  <a:cubicBezTo>
                    <a:pt x="1010" y="19405"/>
                    <a:pt x="967" y="19765"/>
                    <a:pt x="892" y="20119"/>
                  </a:cubicBezTo>
                  <a:cubicBezTo>
                    <a:pt x="494" y="22075"/>
                    <a:pt x="1305" y="23370"/>
                    <a:pt x="2150" y="24379"/>
                  </a:cubicBezTo>
                  <a:cubicBezTo>
                    <a:pt x="2348" y="24616"/>
                    <a:pt x="2514" y="24858"/>
                    <a:pt x="2643" y="25100"/>
                  </a:cubicBezTo>
                  <a:cubicBezTo>
                    <a:pt x="2745" y="25712"/>
                    <a:pt x="2847" y="26330"/>
                    <a:pt x="2955" y="26942"/>
                  </a:cubicBezTo>
                  <a:cubicBezTo>
                    <a:pt x="2933" y="27022"/>
                    <a:pt x="2923" y="27109"/>
                    <a:pt x="2896" y="27189"/>
                  </a:cubicBezTo>
                  <a:cubicBezTo>
                    <a:pt x="2594" y="28167"/>
                    <a:pt x="2912" y="28795"/>
                    <a:pt x="3320" y="29246"/>
                  </a:cubicBezTo>
                  <a:cubicBezTo>
                    <a:pt x="3336" y="29375"/>
                    <a:pt x="3358" y="29499"/>
                    <a:pt x="3374" y="29628"/>
                  </a:cubicBezTo>
                  <a:cubicBezTo>
                    <a:pt x="3519" y="30719"/>
                    <a:pt x="3744" y="31782"/>
                    <a:pt x="3970" y="32841"/>
                  </a:cubicBezTo>
                  <a:cubicBezTo>
                    <a:pt x="3809" y="33781"/>
                    <a:pt x="4019" y="34812"/>
                    <a:pt x="4523" y="35656"/>
                  </a:cubicBezTo>
                  <a:cubicBezTo>
                    <a:pt x="4615" y="36209"/>
                    <a:pt x="4689" y="36768"/>
                    <a:pt x="4738" y="37337"/>
                  </a:cubicBezTo>
                  <a:cubicBezTo>
                    <a:pt x="4813" y="38261"/>
                    <a:pt x="4937" y="39186"/>
                    <a:pt x="5093" y="40099"/>
                  </a:cubicBezTo>
                  <a:cubicBezTo>
                    <a:pt x="4862" y="40823"/>
                    <a:pt x="5018" y="41586"/>
                    <a:pt x="5560" y="42338"/>
                  </a:cubicBezTo>
                  <a:cubicBezTo>
                    <a:pt x="5899" y="43714"/>
                    <a:pt x="6313" y="45073"/>
                    <a:pt x="6796" y="46394"/>
                  </a:cubicBezTo>
                  <a:cubicBezTo>
                    <a:pt x="7672" y="48759"/>
                    <a:pt x="8177" y="51085"/>
                    <a:pt x="9100" y="53175"/>
                  </a:cubicBezTo>
                  <a:cubicBezTo>
                    <a:pt x="9026" y="53352"/>
                    <a:pt x="8951" y="53529"/>
                    <a:pt x="8886" y="53706"/>
                  </a:cubicBezTo>
                  <a:cubicBezTo>
                    <a:pt x="8634" y="54420"/>
                    <a:pt x="8628" y="54916"/>
                    <a:pt x="9353" y="55469"/>
                  </a:cubicBezTo>
                  <a:cubicBezTo>
                    <a:pt x="9928" y="55908"/>
                    <a:pt x="10551" y="56188"/>
                    <a:pt x="11180" y="56419"/>
                  </a:cubicBezTo>
                  <a:cubicBezTo>
                    <a:pt x="11614" y="56892"/>
                    <a:pt x="12103" y="57343"/>
                    <a:pt x="12668" y="57762"/>
                  </a:cubicBezTo>
                  <a:cubicBezTo>
                    <a:pt x="13732" y="58546"/>
                    <a:pt x="14935" y="59106"/>
                    <a:pt x="16112" y="59701"/>
                  </a:cubicBezTo>
                  <a:cubicBezTo>
                    <a:pt x="16616" y="60395"/>
                    <a:pt x="17352" y="60819"/>
                    <a:pt x="18304" y="60975"/>
                  </a:cubicBezTo>
                  <a:cubicBezTo>
                    <a:pt x="18460" y="61088"/>
                    <a:pt x="18614" y="61189"/>
                    <a:pt x="18765" y="61308"/>
                  </a:cubicBezTo>
                  <a:cubicBezTo>
                    <a:pt x="18996" y="61496"/>
                    <a:pt x="19222" y="61700"/>
                    <a:pt x="19452" y="61888"/>
                  </a:cubicBezTo>
                  <a:cubicBezTo>
                    <a:pt x="19662" y="62764"/>
                    <a:pt x="20280" y="63237"/>
                    <a:pt x="20850" y="63656"/>
                  </a:cubicBezTo>
                  <a:cubicBezTo>
                    <a:pt x="21027" y="63790"/>
                    <a:pt x="21215" y="63929"/>
                    <a:pt x="21393" y="64085"/>
                  </a:cubicBezTo>
                  <a:cubicBezTo>
                    <a:pt x="23885" y="66272"/>
                    <a:pt x="24971" y="68915"/>
                    <a:pt x="24610" y="71928"/>
                  </a:cubicBezTo>
                  <a:cubicBezTo>
                    <a:pt x="24567" y="72294"/>
                    <a:pt x="24552" y="72756"/>
                    <a:pt x="24830" y="73100"/>
                  </a:cubicBezTo>
                  <a:cubicBezTo>
                    <a:pt x="25115" y="73455"/>
                    <a:pt x="25566" y="73524"/>
                    <a:pt x="25963" y="73562"/>
                  </a:cubicBezTo>
                  <a:cubicBezTo>
                    <a:pt x="27344" y="73696"/>
                    <a:pt x="28752" y="73852"/>
                    <a:pt x="30116" y="73998"/>
                  </a:cubicBezTo>
                  <a:cubicBezTo>
                    <a:pt x="32727" y="74281"/>
                    <a:pt x="35414" y="74571"/>
                    <a:pt x="38100" y="74749"/>
                  </a:cubicBezTo>
                  <a:cubicBezTo>
                    <a:pt x="38175" y="74556"/>
                    <a:pt x="38288" y="74389"/>
                    <a:pt x="38449" y="74276"/>
                  </a:cubicBezTo>
                  <a:cubicBezTo>
                    <a:pt x="38470" y="74261"/>
                    <a:pt x="38497" y="74249"/>
                    <a:pt x="38524" y="74239"/>
                  </a:cubicBezTo>
                  <a:cubicBezTo>
                    <a:pt x="38846" y="74261"/>
                    <a:pt x="39174" y="74281"/>
                    <a:pt x="39496" y="74298"/>
                  </a:cubicBezTo>
                  <a:cubicBezTo>
                    <a:pt x="39819" y="74147"/>
                    <a:pt x="40056" y="73869"/>
                    <a:pt x="40098" y="73379"/>
                  </a:cubicBezTo>
                  <a:cubicBezTo>
                    <a:pt x="40141" y="72869"/>
                    <a:pt x="40136" y="72374"/>
                    <a:pt x="40066" y="71864"/>
                  </a:cubicBezTo>
                  <a:cubicBezTo>
                    <a:pt x="40012" y="71488"/>
                    <a:pt x="39932" y="71090"/>
                    <a:pt x="39969" y="70710"/>
                  </a:cubicBezTo>
                  <a:cubicBezTo>
                    <a:pt x="40024" y="70242"/>
                    <a:pt x="40195" y="69892"/>
                    <a:pt x="40399" y="69560"/>
                  </a:cubicBezTo>
                  <a:lnTo>
                    <a:pt x="40388" y="69538"/>
                  </a:lnTo>
                  <a:cubicBezTo>
                    <a:pt x="40394" y="69533"/>
                    <a:pt x="40404" y="69533"/>
                    <a:pt x="40410" y="69533"/>
                  </a:cubicBezTo>
                  <a:cubicBezTo>
                    <a:pt x="40577" y="69259"/>
                    <a:pt x="40765" y="68990"/>
                    <a:pt x="40926" y="68667"/>
                  </a:cubicBezTo>
                  <a:cubicBezTo>
                    <a:pt x="41281" y="67963"/>
                    <a:pt x="41313" y="67105"/>
                    <a:pt x="41747" y="66443"/>
                  </a:cubicBezTo>
                  <a:cubicBezTo>
                    <a:pt x="41893" y="66223"/>
                    <a:pt x="42059" y="66046"/>
                    <a:pt x="42241" y="65901"/>
                  </a:cubicBezTo>
                  <a:cubicBezTo>
                    <a:pt x="42248" y="65880"/>
                    <a:pt x="42268" y="65863"/>
                    <a:pt x="42306" y="65843"/>
                  </a:cubicBezTo>
                  <a:cubicBezTo>
                    <a:pt x="42435" y="65746"/>
                    <a:pt x="42575" y="65649"/>
                    <a:pt x="42714" y="65563"/>
                  </a:cubicBezTo>
                  <a:cubicBezTo>
                    <a:pt x="42720" y="65488"/>
                    <a:pt x="42833" y="65461"/>
                    <a:pt x="42918" y="65439"/>
                  </a:cubicBezTo>
                  <a:cubicBezTo>
                    <a:pt x="42918" y="65434"/>
                    <a:pt x="42925" y="65434"/>
                    <a:pt x="42930" y="65429"/>
                  </a:cubicBezTo>
                  <a:cubicBezTo>
                    <a:pt x="43106" y="64998"/>
                    <a:pt x="43698" y="64864"/>
                    <a:pt x="43956" y="64494"/>
                  </a:cubicBezTo>
                  <a:cubicBezTo>
                    <a:pt x="43993" y="64328"/>
                    <a:pt x="43944" y="64150"/>
                    <a:pt x="43756" y="63961"/>
                  </a:cubicBezTo>
                  <a:lnTo>
                    <a:pt x="43563" y="63768"/>
                  </a:lnTo>
                  <a:cubicBezTo>
                    <a:pt x="43391" y="63698"/>
                    <a:pt x="43322" y="63580"/>
                    <a:pt x="43305" y="63334"/>
                  </a:cubicBezTo>
                  <a:cubicBezTo>
                    <a:pt x="43096" y="62640"/>
                    <a:pt x="42655" y="62232"/>
                    <a:pt x="42613" y="61474"/>
                  </a:cubicBezTo>
                  <a:cubicBezTo>
                    <a:pt x="42607" y="61362"/>
                    <a:pt x="42602" y="61249"/>
                    <a:pt x="42591" y="61136"/>
                  </a:cubicBezTo>
                  <a:cubicBezTo>
                    <a:pt x="42473" y="60448"/>
                    <a:pt x="42451" y="59756"/>
                    <a:pt x="42312" y="59079"/>
                  </a:cubicBezTo>
                  <a:cubicBezTo>
                    <a:pt x="42280" y="58906"/>
                    <a:pt x="42236" y="58734"/>
                    <a:pt x="42183" y="58563"/>
                  </a:cubicBezTo>
                  <a:cubicBezTo>
                    <a:pt x="42160" y="58566"/>
                    <a:pt x="42139" y="58568"/>
                    <a:pt x="42120" y="58568"/>
                  </a:cubicBezTo>
                  <a:cubicBezTo>
                    <a:pt x="41923" y="58568"/>
                    <a:pt x="41913" y="58401"/>
                    <a:pt x="41903" y="58236"/>
                  </a:cubicBezTo>
                  <a:cubicBezTo>
                    <a:pt x="41839" y="58031"/>
                    <a:pt x="41764" y="57837"/>
                    <a:pt x="41667" y="57655"/>
                  </a:cubicBezTo>
                  <a:cubicBezTo>
                    <a:pt x="41506" y="57354"/>
                    <a:pt x="41296" y="57075"/>
                    <a:pt x="41028" y="56843"/>
                  </a:cubicBezTo>
                  <a:cubicBezTo>
                    <a:pt x="40813" y="56768"/>
                    <a:pt x="40577" y="56714"/>
                    <a:pt x="40572" y="56419"/>
                  </a:cubicBezTo>
                  <a:cubicBezTo>
                    <a:pt x="40265" y="56242"/>
                    <a:pt x="40125" y="55952"/>
                    <a:pt x="40044" y="55625"/>
                  </a:cubicBezTo>
                  <a:cubicBezTo>
                    <a:pt x="39722" y="55447"/>
                    <a:pt x="39583" y="55157"/>
                    <a:pt x="39508" y="54819"/>
                  </a:cubicBezTo>
                  <a:cubicBezTo>
                    <a:pt x="39185" y="54651"/>
                    <a:pt x="39035" y="54368"/>
                    <a:pt x="38975" y="54018"/>
                  </a:cubicBezTo>
                  <a:cubicBezTo>
                    <a:pt x="38643" y="53857"/>
                    <a:pt x="38492" y="53572"/>
                    <a:pt x="38438" y="53223"/>
                  </a:cubicBezTo>
                  <a:cubicBezTo>
                    <a:pt x="38191" y="53126"/>
                    <a:pt x="38105" y="52938"/>
                    <a:pt x="38169" y="52680"/>
                  </a:cubicBezTo>
                  <a:cubicBezTo>
                    <a:pt x="37756" y="52573"/>
                    <a:pt x="37584" y="52305"/>
                    <a:pt x="37638" y="51879"/>
                  </a:cubicBezTo>
                  <a:cubicBezTo>
                    <a:pt x="37213" y="51782"/>
                    <a:pt x="37052" y="51504"/>
                    <a:pt x="37106" y="51080"/>
                  </a:cubicBezTo>
                  <a:cubicBezTo>
                    <a:pt x="36665" y="50993"/>
                    <a:pt x="36520" y="50708"/>
                    <a:pt x="36568" y="50289"/>
                  </a:cubicBezTo>
                  <a:lnTo>
                    <a:pt x="36568" y="50289"/>
                  </a:lnTo>
                  <a:cubicBezTo>
                    <a:pt x="36548" y="50292"/>
                    <a:pt x="36529" y="50293"/>
                    <a:pt x="36512" y="50293"/>
                  </a:cubicBezTo>
                  <a:cubicBezTo>
                    <a:pt x="36315" y="50293"/>
                    <a:pt x="36305" y="50130"/>
                    <a:pt x="36300" y="49957"/>
                  </a:cubicBezTo>
                  <a:cubicBezTo>
                    <a:pt x="36214" y="49687"/>
                    <a:pt x="36101" y="49436"/>
                    <a:pt x="35956" y="49199"/>
                  </a:cubicBezTo>
                  <a:cubicBezTo>
                    <a:pt x="35816" y="48968"/>
                    <a:pt x="35640" y="48753"/>
                    <a:pt x="35419" y="48571"/>
                  </a:cubicBezTo>
                  <a:cubicBezTo>
                    <a:pt x="35204" y="48490"/>
                    <a:pt x="34973" y="48437"/>
                    <a:pt x="34968" y="48147"/>
                  </a:cubicBezTo>
                  <a:cubicBezTo>
                    <a:pt x="34661" y="47963"/>
                    <a:pt x="34517" y="47679"/>
                    <a:pt x="34436" y="47346"/>
                  </a:cubicBezTo>
                  <a:cubicBezTo>
                    <a:pt x="34118" y="47173"/>
                    <a:pt x="33974" y="46883"/>
                    <a:pt x="33904" y="46545"/>
                  </a:cubicBezTo>
                  <a:cubicBezTo>
                    <a:pt x="33577" y="46374"/>
                    <a:pt x="33426" y="46089"/>
                    <a:pt x="33367" y="45745"/>
                  </a:cubicBezTo>
                  <a:cubicBezTo>
                    <a:pt x="33039" y="45578"/>
                    <a:pt x="32883" y="45293"/>
                    <a:pt x="32836" y="44944"/>
                  </a:cubicBezTo>
                  <a:cubicBezTo>
                    <a:pt x="32583" y="44847"/>
                    <a:pt x="32502" y="44665"/>
                    <a:pt x="32566" y="44408"/>
                  </a:cubicBezTo>
                  <a:cubicBezTo>
                    <a:pt x="32152" y="44299"/>
                    <a:pt x="31976" y="44031"/>
                    <a:pt x="32035" y="43607"/>
                  </a:cubicBezTo>
                  <a:cubicBezTo>
                    <a:pt x="31604" y="43510"/>
                    <a:pt x="31443" y="43230"/>
                    <a:pt x="31497" y="42806"/>
                  </a:cubicBezTo>
                  <a:cubicBezTo>
                    <a:pt x="31056" y="42720"/>
                    <a:pt x="30917" y="42430"/>
                    <a:pt x="30966" y="42011"/>
                  </a:cubicBezTo>
                  <a:lnTo>
                    <a:pt x="30966" y="42011"/>
                  </a:lnTo>
                  <a:cubicBezTo>
                    <a:pt x="30943" y="42014"/>
                    <a:pt x="30923" y="42016"/>
                    <a:pt x="30904" y="42016"/>
                  </a:cubicBezTo>
                  <a:cubicBezTo>
                    <a:pt x="30711" y="42016"/>
                    <a:pt x="30701" y="41850"/>
                    <a:pt x="30691" y="41683"/>
                  </a:cubicBezTo>
                  <a:cubicBezTo>
                    <a:pt x="30573" y="41485"/>
                    <a:pt x="30461" y="41286"/>
                    <a:pt x="30342" y="41088"/>
                  </a:cubicBezTo>
                  <a:cubicBezTo>
                    <a:pt x="30138" y="41001"/>
                    <a:pt x="29902" y="40959"/>
                    <a:pt x="29896" y="40668"/>
                  </a:cubicBezTo>
                  <a:cubicBezTo>
                    <a:pt x="29595" y="40485"/>
                    <a:pt x="29445" y="40200"/>
                    <a:pt x="29365" y="39873"/>
                  </a:cubicBezTo>
                  <a:cubicBezTo>
                    <a:pt x="29053" y="39690"/>
                    <a:pt x="28908" y="39400"/>
                    <a:pt x="28827" y="39067"/>
                  </a:cubicBezTo>
                  <a:cubicBezTo>
                    <a:pt x="28510" y="38896"/>
                    <a:pt x="28365" y="38606"/>
                    <a:pt x="28296" y="38266"/>
                  </a:cubicBezTo>
                  <a:cubicBezTo>
                    <a:pt x="27968" y="38100"/>
                    <a:pt x="27823" y="37815"/>
                    <a:pt x="27763" y="37466"/>
                  </a:cubicBezTo>
                  <a:cubicBezTo>
                    <a:pt x="27431" y="37305"/>
                    <a:pt x="27275" y="37020"/>
                    <a:pt x="27227" y="36672"/>
                  </a:cubicBezTo>
                  <a:cubicBezTo>
                    <a:pt x="26974" y="36575"/>
                    <a:pt x="26893" y="36387"/>
                    <a:pt x="26957" y="36129"/>
                  </a:cubicBezTo>
                  <a:cubicBezTo>
                    <a:pt x="26544" y="36020"/>
                    <a:pt x="26372" y="35752"/>
                    <a:pt x="26426" y="35328"/>
                  </a:cubicBezTo>
                  <a:cubicBezTo>
                    <a:pt x="25996" y="35231"/>
                    <a:pt x="25834" y="34952"/>
                    <a:pt x="25894" y="34527"/>
                  </a:cubicBezTo>
                  <a:cubicBezTo>
                    <a:pt x="25454" y="34441"/>
                    <a:pt x="25308" y="34157"/>
                    <a:pt x="25357" y="33738"/>
                  </a:cubicBezTo>
                  <a:lnTo>
                    <a:pt x="25357" y="33738"/>
                  </a:lnTo>
                  <a:cubicBezTo>
                    <a:pt x="25338" y="33741"/>
                    <a:pt x="25320" y="33742"/>
                    <a:pt x="25303" y="33742"/>
                  </a:cubicBezTo>
                  <a:cubicBezTo>
                    <a:pt x="25103" y="33742"/>
                    <a:pt x="25093" y="33573"/>
                    <a:pt x="25088" y="33404"/>
                  </a:cubicBezTo>
                  <a:cubicBezTo>
                    <a:pt x="25040" y="33270"/>
                    <a:pt x="24991" y="33141"/>
                    <a:pt x="24938" y="33012"/>
                  </a:cubicBezTo>
                  <a:cubicBezTo>
                    <a:pt x="24766" y="32636"/>
                    <a:pt x="24535" y="32298"/>
                    <a:pt x="24213" y="32018"/>
                  </a:cubicBezTo>
                  <a:cubicBezTo>
                    <a:pt x="23992" y="31949"/>
                    <a:pt x="23756" y="31889"/>
                    <a:pt x="23756" y="31594"/>
                  </a:cubicBezTo>
                  <a:cubicBezTo>
                    <a:pt x="23444" y="31418"/>
                    <a:pt x="23305" y="31127"/>
                    <a:pt x="23224" y="30794"/>
                  </a:cubicBezTo>
                  <a:cubicBezTo>
                    <a:pt x="22901" y="30622"/>
                    <a:pt x="22757" y="30332"/>
                    <a:pt x="22687" y="29993"/>
                  </a:cubicBezTo>
                  <a:cubicBezTo>
                    <a:pt x="22365" y="29821"/>
                    <a:pt x="22214" y="29536"/>
                    <a:pt x="22155" y="29194"/>
                  </a:cubicBezTo>
                  <a:cubicBezTo>
                    <a:pt x="21822" y="29026"/>
                    <a:pt x="21671" y="28747"/>
                    <a:pt x="21624" y="28393"/>
                  </a:cubicBezTo>
                  <a:cubicBezTo>
                    <a:pt x="21366" y="28296"/>
                    <a:pt x="21284" y="28113"/>
                    <a:pt x="21349" y="27855"/>
                  </a:cubicBezTo>
                  <a:cubicBezTo>
                    <a:pt x="20935" y="27748"/>
                    <a:pt x="20764" y="27474"/>
                    <a:pt x="20818" y="27049"/>
                  </a:cubicBezTo>
                  <a:cubicBezTo>
                    <a:pt x="20007" y="26641"/>
                    <a:pt x="19990" y="26045"/>
                    <a:pt x="20205" y="25207"/>
                  </a:cubicBezTo>
                  <a:cubicBezTo>
                    <a:pt x="21731" y="19212"/>
                    <a:pt x="23176" y="13194"/>
                    <a:pt x="24718" y="7204"/>
                  </a:cubicBezTo>
                  <a:cubicBezTo>
                    <a:pt x="24830" y="6780"/>
                    <a:pt x="24852" y="6474"/>
                    <a:pt x="24771" y="6244"/>
                  </a:cubicBezTo>
                  <a:cubicBezTo>
                    <a:pt x="24862" y="6071"/>
                    <a:pt x="24981" y="5915"/>
                    <a:pt x="25152" y="5797"/>
                  </a:cubicBezTo>
                  <a:cubicBezTo>
                    <a:pt x="25078" y="5679"/>
                    <a:pt x="24981" y="5577"/>
                    <a:pt x="24862" y="5480"/>
                  </a:cubicBezTo>
                  <a:cubicBezTo>
                    <a:pt x="19437" y="4077"/>
                    <a:pt x="14032" y="2590"/>
                    <a:pt x="8639" y="1064"/>
                  </a:cubicBezTo>
                  <a:cubicBezTo>
                    <a:pt x="7870" y="849"/>
                    <a:pt x="7119" y="549"/>
                    <a:pt x="6340" y="420"/>
                  </a:cubicBezTo>
                  <a:cubicBezTo>
                    <a:pt x="5743" y="323"/>
                    <a:pt x="5314" y="184"/>
                    <a:pt x="5002"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1"/>
            <p:cNvSpPr/>
            <p:nvPr/>
          </p:nvSpPr>
          <p:spPr>
            <a:xfrm>
              <a:off x="1181475" y="2825150"/>
              <a:ext cx="933175" cy="1074725"/>
            </a:xfrm>
            <a:custGeom>
              <a:rect b="b" l="l" r="r" t="t"/>
              <a:pathLst>
                <a:path extrusionOk="0" h="42989" w="37327">
                  <a:moveTo>
                    <a:pt x="10497" y="0"/>
                  </a:moveTo>
                  <a:cubicBezTo>
                    <a:pt x="10449" y="172"/>
                    <a:pt x="10395" y="339"/>
                    <a:pt x="10342" y="506"/>
                  </a:cubicBezTo>
                  <a:cubicBezTo>
                    <a:pt x="10192" y="758"/>
                    <a:pt x="10073" y="1156"/>
                    <a:pt x="9907" y="1758"/>
                  </a:cubicBezTo>
                  <a:cubicBezTo>
                    <a:pt x="9912" y="1805"/>
                    <a:pt x="9896" y="1865"/>
                    <a:pt x="9864" y="1924"/>
                  </a:cubicBezTo>
                  <a:cubicBezTo>
                    <a:pt x="9504" y="2364"/>
                    <a:pt x="9332" y="2869"/>
                    <a:pt x="9208" y="3395"/>
                  </a:cubicBezTo>
                  <a:cubicBezTo>
                    <a:pt x="9176" y="3514"/>
                    <a:pt x="9155" y="3632"/>
                    <a:pt x="9128" y="3756"/>
                  </a:cubicBezTo>
                  <a:cubicBezTo>
                    <a:pt x="9074" y="4014"/>
                    <a:pt x="9026" y="4277"/>
                    <a:pt x="8962" y="4530"/>
                  </a:cubicBezTo>
                  <a:cubicBezTo>
                    <a:pt x="8886" y="4830"/>
                    <a:pt x="8795" y="5125"/>
                    <a:pt x="8655" y="5410"/>
                  </a:cubicBezTo>
                  <a:cubicBezTo>
                    <a:pt x="8504" y="5722"/>
                    <a:pt x="8380" y="5935"/>
                    <a:pt x="8243" y="5935"/>
                  </a:cubicBezTo>
                  <a:cubicBezTo>
                    <a:pt x="8165" y="5935"/>
                    <a:pt x="8083" y="5866"/>
                    <a:pt x="7989" y="5706"/>
                  </a:cubicBezTo>
                  <a:cubicBezTo>
                    <a:pt x="7854" y="5470"/>
                    <a:pt x="7705" y="5297"/>
                    <a:pt x="7543" y="5180"/>
                  </a:cubicBezTo>
                  <a:cubicBezTo>
                    <a:pt x="7441" y="5098"/>
                    <a:pt x="7328" y="5039"/>
                    <a:pt x="7216" y="4996"/>
                  </a:cubicBezTo>
                  <a:cubicBezTo>
                    <a:pt x="7043" y="4937"/>
                    <a:pt x="6866" y="4910"/>
                    <a:pt x="6689" y="4905"/>
                  </a:cubicBezTo>
                  <a:cubicBezTo>
                    <a:pt x="6672" y="4905"/>
                    <a:pt x="6655" y="4904"/>
                    <a:pt x="6638" y="4904"/>
                  </a:cubicBezTo>
                  <a:cubicBezTo>
                    <a:pt x="6202" y="4904"/>
                    <a:pt x="5741" y="5020"/>
                    <a:pt x="5303" y="5020"/>
                  </a:cubicBezTo>
                  <a:cubicBezTo>
                    <a:pt x="5271" y="5020"/>
                    <a:pt x="5238" y="5020"/>
                    <a:pt x="5206" y="5018"/>
                  </a:cubicBezTo>
                  <a:lnTo>
                    <a:pt x="5206" y="5018"/>
                  </a:lnTo>
                  <a:cubicBezTo>
                    <a:pt x="5743" y="6226"/>
                    <a:pt x="5195" y="7484"/>
                    <a:pt x="5335" y="8649"/>
                  </a:cubicBezTo>
                  <a:cubicBezTo>
                    <a:pt x="5357" y="8842"/>
                    <a:pt x="5367" y="9036"/>
                    <a:pt x="5367" y="9229"/>
                  </a:cubicBezTo>
                  <a:cubicBezTo>
                    <a:pt x="5335" y="9390"/>
                    <a:pt x="5330" y="9536"/>
                    <a:pt x="5351" y="9681"/>
                  </a:cubicBezTo>
                  <a:cubicBezTo>
                    <a:pt x="5292" y="10530"/>
                    <a:pt x="5072" y="11368"/>
                    <a:pt x="4895" y="12206"/>
                  </a:cubicBezTo>
                  <a:cubicBezTo>
                    <a:pt x="4766" y="12276"/>
                    <a:pt x="4626" y="12330"/>
                    <a:pt x="4470" y="12362"/>
                  </a:cubicBezTo>
                  <a:cubicBezTo>
                    <a:pt x="4464" y="12362"/>
                    <a:pt x="4464" y="12362"/>
                    <a:pt x="4464" y="12368"/>
                  </a:cubicBezTo>
                  <a:cubicBezTo>
                    <a:pt x="4427" y="12383"/>
                    <a:pt x="4390" y="12395"/>
                    <a:pt x="4347" y="12400"/>
                  </a:cubicBezTo>
                  <a:cubicBezTo>
                    <a:pt x="4486" y="13077"/>
                    <a:pt x="4508" y="13769"/>
                    <a:pt x="4626" y="14457"/>
                  </a:cubicBezTo>
                  <a:cubicBezTo>
                    <a:pt x="4637" y="14570"/>
                    <a:pt x="4642" y="14683"/>
                    <a:pt x="4648" y="14795"/>
                  </a:cubicBezTo>
                  <a:cubicBezTo>
                    <a:pt x="4690" y="15553"/>
                    <a:pt x="5131" y="15961"/>
                    <a:pt x="5340" y="16655"/>
                  </a:cubicBezTo>
                  <a:cubicBezTo>
                    <a:pt x="5357" y="16901"/>
                    <a:pt x="5426" y="17019"/>
                    <a:pt x="5598" y="17089"/>
                  </a:cubicBezTo>
                  <a:lnTo>
                    <a:pt x="5791" y="17282"/>
                  </a:lnTo>
                  <a:cubicBezTo>
                    <a:pt x="5979" y="17471"/>
                    <a:pt x="6028" y="17649"/>
                    <a:pt x="5991" y="17815"/>
                  </a:cubicBezTo>
                  <a:cubicBezTo>
                    <a:pt x="5733" y="18185"/>
                    <a:pt x="5141" y="18319"/>
                    <a:pt x="4965" y="18750"/>
                  </a:cubicBezTo>
                  <a:cubicBezTo>
                    <a:pt x="4960" y="18755"/>
                    <a:pt x="4953" y="18755"/>
                    <a:pt x="4953" y="18760"/>
                  </a:cubicBezTo>
                  <a:cubicBezTo>
                    <a:pt x="4868" y="18782"/>
                    <a:pt x="4755" y="18809"/>
                    <a:pt x="4749" y="18884"/>
                  </a:cubicBezTo>
                  <a:cubicBezTo>
                    <a:pt x="4610" y="18970"/>
                    <a:pt x="4470" y="19067"/>
                    <a:pt x="4341" y="19164"/>
                  </a:cubicBezTo>
                  <a:cubicBezTo>
                    <a:pt x="4303" y="19184"/>
                    <a:pt x="4283" y="19201"/>
                    <a:pt x="4276" y="19222"/>
                  </a:cubicBezTo>
                  <a:cubicBezTo>
                    <a:pt x="4094" y="19367"/>
                    <a:pt x="3928" y="19544"/>
                    <a:pt x="3782" y="19764"/>
                  </a:cubicBezTo>
                  <a:cubicBezTo>
                    <a:pt x="3348" y="20426"/>
                    <a:pt x="3316" y="21284"/>
                    <a:pt x="2961" y="21988"/>
                  </a:cubicBezTo>
                  <a:cubicBezTo>
                    <a:pt x="2800" y="22311"/>
                    <a:pt x="2612" y="22580"/>
                    <a:pt x="2445" y="22854"/>
                  </a:cubicBezTo>
                  <a:cubicBezTo>
                    <a:pt x="2439" y="22854"/>
                    <a:pt x="2429" y="22854"/>
                    <a:pt x="2423" y="22859"/>
                  </a:cubicBezTo>
                  <a:lnTo>
                    <a:pt x="2434" y="22881"/>
                  </a:lnTo>
                  <a:cubicBezTo>
                    <a:pt x="2230" y="23213"/>
                    <a:pt x="2059" y="23563"/>
                    <a:pt x="2004" y="24031"/>
                  </a:cubicBezTo>
                  <a:cubicBezTo>
                    <a:pt x="1967" y="24411"/>
                    <a:pt x="2047" y="24809"/>
                    <a:pt x="2101" y="25185"/>
                  </a:cubicBezTo>
                  <a:cubicBezTo>
                    <a:pt x="2171" y="25695"/>
                    <a:pt x="2176" y="26190"/>
                    <a:pt x="2133" y="26700"/>
                  </a:cubicBezTo>
                  <a:cubicBezTo>
                    <a:pt x="2091" y="27190"/>
                    <a:pt x="1854" y="27468"/>
                    <a:pt x="1531" y="27619"/>
                  </a:cubicBezTo>
                  <a:cubicBezTo>
                    <a:pt x="1209" y="27602"/>
                    <a:pt x="881" y="27582"/>
                    <a:pt x="559" y="27560"/>
                  </a:cubicBezTo>
                  <a:cubicBezTo>
                    <a:pt x="532" y="27570"/>
                    <a:pt x="505" y="27582"/>
                    <a:pt x="484" y="27597"/>
                  </a:cubicBezTo>
                  <a:cubicBezTo>
                    <a:pt x="323" y="27710"/>
                    <a:pt x="210" y="27877"/>
                    <a:pt x="135" y="28070"/>
                  </a:cubicBezTo>
                  <a:cubicBezTo>
                    <a:pt x="81" y="28209"/>
                    <a:pt x="48" y="28360"/>
                    <a:pt x="43" y="28532"/>
                  </a:cubicBezTo>
                  <a:cubicBezTo>
                    <a:pt x="1" y="29660"/>
                    <a:pt x="849" y="29987"/>
                    <a:pt x="1355" y="30181"/>
                  </a:cubicBezTo>
                  <a:cubicBezTo>
                    <a:pt x="1499" y="30235"/>
                    <a:pt x="1633" y="30289"/>
                    <a:pt x="1730" y="30348"/>
                  </a:cubicBezTo>
                  <a:cubicBezTo>
                    <a:pt x="5185" y="32400"/>
                    <a:pt x="8709" y="34474"/>
                    <a:pt x="12115" y="36473"/>
                  </a:cubicBezTo>
                  <a:cubicBezTo>
                    <a:pt x="14430" y="37837"/>
                    <a:pt x="16750" y="39201"/>
                    <a:pt x="19066" y="40566"/>
                  </a:cubicBezTo>
                  <a:cubicBezTo>
                    <a:pt x="19851" y="41033"/>
                    <a:pt x="20640" y="41323"/>
                    <a:pt x="21478" y="41457"/>
                  </a:cubicBezTo>
                  <a:cubicBezTo>
                    <a:pt x="22456" y="41613"/>
                    <a:pt x="23434" y="41764"/>
                    <a:pt x="24412" y="41914"/>
                  </a:cubicBezTo>
                  <a:cubicBezTo>
                    <a:pt x="26464" y="42231"/>
                    <a:pt x="28586" y="42558"/>
                    <a:pt x="30660" y="42935"/>
                  </a:cubicBezTo>
                  <a:cubicBezTo>
                    <a:pt x="30858" y="42972"/>
                    <a:pt x="31025" y="42989"/>
                    <a:pt x="31165" y="42989"/>
                  </a:cubicBezTo>
                  <a:cubicBezTo>
                    <a:pt x="31438" y="42989"/>
                    <a:pt x="31642" y="42924"/>
                    <a:pt x="31798" y="42823"/>
                  </a:cubicBezTo>
                  <a:cubicBezTo>
                    <a:pt x="31959" y="42709"/>
                    <a:pt x="32068" y="42553"/>
                    <a:pt x="32137" y="42382"/>
                  </a:cubicBezTo>
                  <a:cubicBezTo>
                    <a:pt x="32051" y="42226"/>
                    <a:pt x="32051" y="42005"/>
                    <a:pt x="32093" y="41678"/>
                  </a:cubicBezTo>
                  <a:cubicBezTo>
                    <a:pt x="33131" y="34468"/>
                    <a:pt x="34124" y="27254"/>
                    <a:pt x="35130" y="20039"/>
                  </a:cubicBezTo>
                  <a:cubicBezTo>
                    <a:pt x="35135" y="19975"/>
                    <a:pt x="35140" y="19910"/>
                    <a:pt x="35140" y="19834"/>
                  </a:cubicBezTo>
                  <a:cubicBezTo>
                    <a:pt x="35269" y="18911"/>
                    <a:pt x="35312" y="17971"/>
                    <a:pt x="35478" y="17046"/>
                  </a:cubicBezTo>
                  <a:cubicBezTo>
                    <a:pt x="35495" y="16965"/>
                    <a:pt x="35505" y="16880"/>
                    <a:pt x="35522" y="16794"/>
                  </a:cubicBezTo>
                  <a:lnTo>
                    <a:pt x="35559" y="16794"/>
                  </a:lnTo>
                  <a:cubicBezTo>
                    <a:pt x="35715" y="15639"/>
                    <a:pt x="35871" y="14478"/>
                    <a:pt x="36032" y="13318"/>
                  </a:cubicBezTo>
                  <a:cubicBezTo>
                    <a:pt x="36038" y="13286"/>
                    <a:pt x="36038" y="13258"/>
                    <a:pt x="36043" y="13226"/>
                  </a:cubicBezTo>
                  <a:cubicBezTo>
                    <a:pt x="36219" y="12083"/>
                    <a:pt x="36472" y="10949"/>
                    <a:pt x="36531" y="9794"/>
                  </a:cubicBezTo>
                  <a:cubicBezTo>
                    <a:pt x="36585" y="8693"/>
                    <a:pt x="36956" y="7634"/>
                    <a:pt x="36977" y="6538"/>
                  </a:cubicBezTo>
                  <a:cubicBezTo>
                    <a:pt x="37090" y="6098"/>
                    <a:pt x="37057" y="5619"/>
                    <a:pt x="37144" y="5180"/>
                  </a:cubicBezTo>
                  <a:cubicBezTo>
                    <a:pt x="37198" y="4922"/>
                    <a:pt x="37327" y="4379"/>
                    <a:pt x="37295" y="4287"/>
                  </a:cubicBezTo>
                  <a:lnTo>
                    <a:pt x="37295" y="4287"/>
                  </a:lnTo>
                  <a:cubicBezTo>
                    <a:pt x="37290" y="4290"/>
                    <a:pt x="37282" y="4291"/>
                    <a:pt x="37270" y="4291"/>
                  </a:cubicBezTo>
                  <a:cubicBezTo>
                    <a:pt x="37083" y="4291"/>
                    <a:pt x="36034" y="3980"/>
                    <a:pt x="35279" y="3863"/>
                  </a:cubicBezTo>
                  <a:cubicBezTo>
                    <a:pt x="27678" y="2686"/>
                    <a:pt x="20082" y="1505"/>
                    <a:pt x="12485" y="296"/>
                  </a:cubicBezTo>
                  <a:cubicBezTo>
                    <a:pt x="11858" y="198"/>
                    <a:pt x="11422" y="123"/>
                    <a:pt x="11103" y="123"/>
                  </a:cubicBezTo>
                  <a:cubicBezTo>
                    <a:pt x="10968" y="123"/>
                    <a:pt x="10854" y="136"/>
                    <a:pt x="10755" y="167"/>
                  </a:cubicBezTo>
                  <a:cubicBezTo>
                    <a:pt x="10665" y="119"/>
                    <a:pt x="10578" y="65"/>
                    <a:pt x="10497"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1"/>
            <p:cNvSpPr/>
            <p:nvPr/>
          </p:nvSpPr>
          <p:spPr>
            <a:xfrm>
              <a:off x="2114750" y="2234225"/>
              <a:ext cx="995625" cy="794150"/>
            </a:xfrm>
            <a:custGeom>
              <a:rect b="b" l="l" r="r" t="t"/>
              <a:pathLst>
                <a:path extrusionOk="0" h="31766" w="39825">
                  <a:moveTo>
                    <a:pt x="3713" y="0"/>
                  </a:moveTo>
                  <a:cubicBezTo>
                    <a:pt x="3703" y="5"/>
                    <a:pt x="3698" y="10"/>
                    <a:pt x="3686" y="16"/>
                  </a:cubicBezTo>
                  <a:cubicBezTo>
                    <a:pt x="3621" y="59"/>
                    <a:pt x="3557" y="112"/>
                    <a:pt x="3504" y="166"/>
                  </a:cubicBezTo>
                  <a:cubicBezTo>
                    <a:pt x="3509" y="177"/>
                    <a:pt x="3520" y="182"/>
                    <a:pt x="3525" y="194"/>
                  </a:cubicBezTo>
                  <a:cubicBezTo>
                    <a:pt x="3633" y="338"/>
                    <a:pt x="3713" y="504"/>
                    <a:pt x="3762" y="698"/>
                  </a:cubicBezTo>
                  <a:cubicBezTo>
                    <a:pt x="3621" y="913"/>
                    <a:pt x="3530" y="1220"/>
                    <a:pt x="3482" y="1622"/>
                  </a:cubicBezTo>
                  <a:cubicBezTo>
                    <a:pt x="2402" y="9981"/>
                    <a:pt x="1274" y="18341"/>
                    <a:pt x="120" y="26689"/>
                  </a:cubicBezTo>
                  <a:cubicBezTo>
                    <a:pt x="65" y="27076"/>
                    <a:pt x="135" y="27806"/>
                    <a:pt x="23" y="27892"/>
                  </a:cubicBezTo>
                  <a:cubicBezTo>
                    <a:pt x="16" y="27897"/>
                    <a:pt x="6" y="27902"/>
                    <a:pt x="1" y="27902"/>
                  </a:cubicBezTo>
                  <a:cubicBezTo>
                    <a:pt x="76" y="27957"/>
                    <a:pt x="629" y="27924"/>
                    <a:pt x="931" y="27967"/>
                  </a:cubicBezTo>
                  <a:cubicBezTo>
                    <a:pt x="3472" y="28296"/>
                    <a:pt x="6023" y="28521"/>
                    <a:pt x="8575" y="28789"/>
                  </a:cubicBezTo>
                  <a:cubicBezTo>
                    <a:pt x="8599" y="28784"/>
                    <a:pt x="8633" y="28782"/>
                    <a:pt x="8673" y="28782"/>
                  </a:cubicBezTo>
                  <a:cubicBezTo>
                    <a:pt x="9083" y="28782"/>
                    <a:pt x="10250" y="29030"/>
                    <a:pt x="10670" y="29080"/>
                  </a:cubicBezTo>
                  <a:cubicBezTo>
                    <a:pt x="13619" y="29424"/>
                    <a:pt x="16564" y="29772"/>
                    <a:pt x="19512" y="30094"/>
                  </a:cubicBezTo>
                  <a:cubicBezTo>
                    <a:pt x="22902" y="30460"/>
                    <a:pt x="26293" y="30803"/>
                    <a:pt x="29683" y="31158"/>
                  </a:cubicBezTo>
                  <a:cubicBezTo>
                    <a:pt x="29705" y="31155"/>
                    <a:pt x="29730" y="31154"/>
                    <a:pt x="29757" y="31154"/>
                  </a:cubicBezTo>
                  <a:cubicBezTo>
                    <a:pt x="30140" y="31154"/>
                    <a:pt x="30989" y="31435"/>
                    <a:pt x="31277" y="31435"/>
                  </a:cubicBezTo>
                  <a:cubicBezTo>
                    <a:pt x="31291" y="31435"/>
                    <a:pt x="31304" y="31434"/>
                    <a:pt x="31315" y="31433"/>
                  </a:cubicBezTo>
                  <a:cubicBezTo>
                    <a:pt x="31418" y="31421"/>
                    <a:pt x="31511" y="31416"/>
                    <a:pt x="31594" y="31416"/>
                  </a:cubicBezTo>
                  <a:cubicBezTo>
                    <a:pt x="31984" y="31416"/>
                    <a:pt x="32181" y="31535"/>
                    <a:pt x="32282" y="31733"/>
                  </a:cubicBezTo>
                  <a:cubicBezTo>
                    <a:pt x="32470" y="31745"/>
                    <a:pt x="32664" y="31755"/>
                    <a:pt x="32852" y="31760"/>
                  </a:cubicBezTo>
                  <a:cubicBezTo>
                    <a:pt x="32901" y="31760"/>
                    <a:pt x="32943" y="31760"/>
                    <a:pt x="32986" y="31765"/>
                  </a:cubicBezTo>
                  <a:cubicBezTo>
                    <a:pt x="33144" y="31580"/>
                    <a:pt x="33360" y="31469"/>
                    <a:pt x="33658" y="31469"/>
                  </a:cubicBezTo>
                  <a:cubicBezTo>
                    <a:pt x="33888" y="31469"/>
                    <a:pt x="34167" y="31535"/>
                    <a:pt x="34506" y="31685"/>
                  </a:cubicBezTo>
                  <a:cubicBezTo>
                    <a:pt x="34557" y="31708"/>
                    <a:pt x="34613" y="31716"/>
                    <a:pt x="34673" y="31716"/>
                  </a:cubicBezTo>
                  <a:cubicBezTo>
                    <a:pt x="34819" y="31716"/>
                    <a:pt x="34985" y="31668"/>
                    <a:pt x="35135" y="31668"/>
                  </a:cubicBezTo>
                  <a:cubicBezTo>
                    <a:pt x="35140" y="31668"/>
                    <a:pt x="35145" y="31668"/>
                    <a:pt x="35151" y="31669"/>
                  </a:cubicBezTo>
                  <a:cubicBezTo>
                    <a:pt x="36092" y="31696"/>
                    <a:pt x="37037" y="31723"/>
                    <a:pt x="37977" y="31755"/>
                  </a:cubicBezTo>
                  <a:cubicBezTo>
                    <a:pt x="37950" y="31728"/>
                    <a:pt x="37923" y="31706"/>
                    <a:pt x="37897" y="31680"/>
                  </a:cubicBezTo>
                  <a:cubicBezTo>
                    <a:pt x="37816" y="31589"/>
                    <a:pt x="37762" y="31487"/>
                    <a:pt x="37724" y="31378"/>
                  </a:cubicBezTo>
                  <a:cubicBezTo>
                    <a:pt x="37885" y="31255"/>
                    <a:pt x="37929" y="31019"/>
                    <a:pt x="37929" y="30674"/>
                  </a:cubicBezTo>
                  <a:cubicBezTo>
                    <a:pt x="37923" y="29960"/>
                    <a:pt x="37999" y="29241"/>
                    <a:pt x="38047" y="28526"/>
                  </a:cubicBezTo>
                  <a:cubicBezTo>
                    <a:pt x="38014" y="28058"/>
                    <a:pt x="38095" y="27619"/>
                    <a:pt x="38133" y="27140"/>
                  </a:cubicBezTo>
                  <a:cubicBezTo>
                    <a:pt x="38165" y="26727"/>
                    <a:pt x="38175" y="26313"/>
                    <a:pt x="38181" y="25899"/>
                  </a:cubicBezTo>
                  <a:cubicBezTo>
                    <a:pt x="38116" y="25690"/>
                    <a:pt x="38219" y="25415"/>
                    <a:pt x="38230" y="25206"/>
                  </a:cubicBezTo>
                  <a:cubicBezTo>
                    <a:pt x="38509" y="20409"/>
                    <a:pt x="38788" y="15611"/>
                    <a:pt x="39090" y="10819"/>
                  </a:cubicBezTo>
                  <a:cubicBezTo>
                    <a:pt x="39207" y="10567"/>
                    <a:pt x="39395" y="10390"/>
                    <a:pt x="39653" y="10293"/>
                  </a:cubicBezTo>
                  <a:cubicBezTo>
                    <a:pt x="39658" y="10255"/>
                    <a:pt x="39658" y="10218"/>
                    <a:pt x="39663" y="10181"/>
                  </a:cubicBezTo>
                  <a:cubicBezTo>
                    <a:pt x="39502" y="9992"/>
                    <a:pt x="39476" y="9702"/>
                    <a:pt x="39509" y="9288"/>
                  </a:cubicBezTo>
                  <a:cubicBezTo>
                    <a:pt x="39626" y="7828"/>
                    <a:pt x="39648" y="6355"/>
                    <a:pt x="39760" y="4894"/>
                  </a:cubicBezTo>
                  <a:cubicBezTo>
                    <a:pt x="39824" y="4104"/>
                    <a:pt x="39675" y="3722"/>
                    <a:pt x="38740" y="3670"/>
                  </a:cubicBezTo>
                  <a:cubicBezTo>
                    <a:pt x="35989" y="3508"/>
                    <a:pt x="33249" y="3202"/>
                    <a:pt x="30499" y="3003"/>
                  </a:cubicBezTo>
                  <a:cubicBezTo>
                    <a:pt x="30102" y="2976"/>
                    <a:pt x="29864" y="2901"/>
                    <a:pt x="29747" y="2696"/>
                  </a:cubicBezTo>
                  <a:cubicBezTo>
                    <a:pt x="29683" y="2686"/>
                    <a:pt x="29613" y="2681"/>
                    <a:pt x="29542" y="2675"/>
                  </a:cubicBezTo>
                  <a:cubicBezTo>
                    <a:pt x="29301" y="2648"/>
                    <a:pt x="29065" y="2626"/>
                    <a:pt x="28823" y="2599"/>
                  </a:cubicBezTo>
                  <a:cubicBezTo>
                    <a:pt x="28768" y="2626"/>
                    <a:pt x="28710" y="2654"/>
                    <a:pt x="28646" y="2670"/>
                  </a:cubicBezTo>
                  <a:cubicBezTo>
                    <a:pt x="27620" y="2589"/>
                    <a:pt x="26593" y="2503"/>
                    <a:pt x="25567" y="2423"/>
                  </a:cubicBezTo>
                  <a:cubicBezTo>
                    <a:pt x="24015" y="2229"/>
                    <a:pt x="22451" y="2106"/>
                    <a:pt x="20893" y="1950"/>
                  </a:cubicBezTo>
                  <a:lnTo>
                    <a:pt x="20893" y="1950"/>
                  </a:lnTo>
                  <a:cubicBezTo>
                    <a:pt x="20904" y="1972"/>
                    <a:pt x="20920" y="1987"/>
                    <a:pt x="20931" y="2009"/>
                  </a:cubicBezTo>
                  <a:cubicBezTo>
                    <a:pt x="20442" y="1950"/>
                    <a:pt x="19948" y="1897"/>
                    <a:pt x="19460" y="1843"/>
                  </a:cubicBezTo>
                  <a:lnTo>
                    <a:pt x="19460" y="1837"/>
                  </a:lnTo>
                  <a:cubicBezTo>
                    <a:pt x="19271" y="1826"/>
                    <a:pt x="19083" y="1821"/>
                    <a:pt x="18895" y="1805"/>
                  </a:cubicBezTo>
                  <a:cubicBezTo>
                    <a:pt x="17477" y="1697"/>
                    <a:pt x="16043" y="1461"/>
                    <a:pt x="14650" y="1230"/>
                  </a:cubicBezTo>
                  <a:lnTo>
                    <a:pt x="14307" y="1176"/>
                  </a:lnTo>
                  <a:cubicBezTo>
                    <a:pt x="11756" y="886"/>
                    <a:pt x="9198" y="596"/>
                    <a:pt x="6646" y="306"/>
                  </a:cubicBezTo>
                  <a:cubicBezTo>
                    <a:pt x="6185" y="229"/>
                    <a:pt x="5723" y="161"/>
                    <a:pt x="5252" y="161"/>
                  </a:cubicBezTo>
                  <a:cubicBezTo>
                    <a:pt x="5235" y="161"/>
                    <a:pt x="5218" y="161"/>
                    <a:pt x="5201" y="161"/>
                  </a:cubicBezTo>
                  <a:cubicBezTo>
                    <a:pt x="4707" y="107"/>
                    <a:pt x="4207" y="59"/>
                    <a:pt x="3713" y="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1"/>
            <p:cNvSpPr/>
            <p:nvPr/>
          </p:nvSpPr>
          <p:spPr>
            <a:xfrm>
              <a:off x="5311075" y="2027375"/>
              <a:ext cx="576600" cy="641200"/>
            </a:xfrm>
            <a:custGeom>
              <a:rect b="b" l="l" r="r" t="t"/>
              <a:pathLst>
                <a:path extrusionOk="0" h="25648" w="23064">
                  <a:moveTo>
                    <a:pt x="21135" y="1"/>
                  </a:moveTo>
                  <a:cubicBezTo>
                    <a:pt x="20964" y="1"/>
                    <a:pt x="20786" y="55"/>
                    <a:pt x="20597" y="162"/>
                  </a:cubicBezTo>
                  <a:cubicBezTo>
                    <a:pt x="20227" y="372"/>
                    <a:pt x="19835" y="549"/>
                    <a:pt x="19422" y="737"/>
                  </a:cubicBezTo>
                  <a:cubicBezTo>
                    <a:pt x="18288" y="1252"/>
                    <a:pt x="17111" y="1784"/>
                    <a:pt x="16343" y="3009"/>
                  </a:cubicBezTo>
                  <a:cubicBezTo>
                    <a:pt x="15886" y="3734"/>
                    <a:pt x="15118" y="3858"/>
                    <a:pt x="14232" y="4003"/>
                  </a:cubicBezTo>
                  <a:cubicBezTo>
                    <a:pt x="13442" y="4126"/>
                    <a:pt x="12566" y="4266"/>
                    <a:pt x="11874" y="4890"/>
                  </a:cubicBezTo>
                  <a:cubicBezTo>
                    <a:pt x="11524" y="4734"/>
                    <a:pt x="11165" y="4652"/>
                    <a:pt x="10815" y="4578"/>
                  </a:cubicBezTo>
                  <a:cubicBezTo>
                    <a:pt x="10407" y="4491"/>
                    <a:pt x="10020" y="4406"/>
                    <a:pt x="9687" y="4196"/>
                  </a:cubicBezTo>
                  <a:cubicBezTo>
                    <a:pt x="9182" y="3869"/>
                    <a:pt x="8505" y="3498"/>
                    <a:pt x="7721" y="3498"/>
                  </a:cubicBezTo>
                  <a:cubicBezTo>
                    <a:pt x="7646" y="3498"/>
                    <a:pt x="7565" y="3504"/>
                    <a:pt x="7485" y="3509"/>
                  </a:cubicBezTo>
                  <a:cubicBezTo>
                    <a:pt x="7485" y="3509"/>
                    <a:pt x="3761" y="4416"/>
                    <a:pt x="2311" y="4545"/>
                  </a:cubicBezTo>
                  <a:cubicBezTo>
                    <a:pt x="1570" y="4610"/>
                    <a:pt x="1113" y="4647"/>
                    <a:pt x="838" y="4781"/>
                  </a:cubicBezTo>
                  <a:cubicBezTo>
                    <a:pt x="597" y="4761"/>
                    <a:pt x="361" y="4749"/>
                    <a:pt x="114" y="4739"/>
                  </a:cubicBezTo>
                  <a:cubicBezTo>
                    <a:pt x="76" y="4798"/>
                    <a:pt x="49" y="4868"/>
                    <a:pt x="22" y="4943"/>
                  </a:cubicBezTo>
                  <a:cubicBezTo>
                    <a:pt x="49" y="5577"/>
                    <a:pt x="0" y="6222"/>
                    <a:pt x="280" y="6893"/>
                  </a:cubicBezTo>
                  <a:cubicBezTo>
                    <a:pt x="307" y="6861"/>
                    <a:pt x="329" y="6834"/>
                    <a:pt x="355" y="6812"/>
                  </a:cubicBezTo>
                  <a:cubicBezTo>
                    <a:pt x="463" y="7580"/>
                    <a:pt x="587" y="8349"/>
                    <a:pt x="640" y="9123"/>
                  </a:cubicBezTo>
                  <a:cubicBezTo>
                    <a:pt x="684" y="9692"/>
                    <a:pt x="726" y="10261"/>
                    <a:pt x="774" y="10826"/>
                  </a:cubicBezTo>
                  <a:cubicBezTo>
                    <a:pt x="710" y="10836"/>
                    <a:pt x="640" y="10841"/>
                    <a:pt x="575" y="10853"/>
                  </a:cubicBezTo>
                  <a:cubicBezTo>
                    <a:pt x="796" y="12797"/>
                    <a:pt x="1016" y="14741"/>
                    <a:pt x="1237" y="16692"/>
                  </a:cubicBezTo>
                  <a:cubicBezTo>
                    <a:pt x="1237" y="17218"/>
                    <a:pt x="1225" y="17746"/>
                    <a:pt x="1220" y="18272"/>
                  </a:cubicBezTo>
                  <a:cubicBezTo>
                    <a:pt x="1199" y="19598"/>
                    <a:pt x="1398" y="20791"/>
                    <a:pt x="1790" y="22021"/>
                  </a:cubicBezTo>
                  <a:cubicBezTo>
                    <a:pt x="1812" y="22194"/>
                    <a:pt x="1827" y="22360"/>
                    <a:pt x="1849" y="22526"/>
                  </a:cubicBezTo>
                  <a:cubicBezTo>
                    <a:pt x="1902" y="22580"/>
                    <a:pt x="1892" y="22854"/>
                    <a:pt x="1892" y="22854"/>
                  </a:cubicBezTo>
                  <a:cubicBezTo>
                    <a:pt x="2005" y="22715"/>
                    <a:pt x="2268" y="22413"/>
                    <a:pt x="2429" y="22306"/>
                  </a:cubicBezTo>
                  <a:cubicBezTo>
                    <a:pt x="2632" y="22436"/>
                    <a:pt x="2874" y="22504"/>
                    <a:pt x="3166" y="22504"/>
                  </a:cubicBezTo>
                  <a:cubicBezTo>
                    <a:pt x="3246" y="22504"/>
                    <a:pt x="3330" y="22499"/>
                    <a:pt x="3417" y="22489"/>
                  </a:cubicBezTo>
                  <a:cubicBezTo>
                    <a:pt x="3520" y="22462"/>
                    <a:pt x="3627" y="22445"/>
                    <a:pt x="3746" y="22430"/>
                  </a:cubicBezTo>
                  <a:cubicBezTo>
                    <a:pt x="3767" y="22360"/>
                    <a:pt x="3778" y="22258"/>
                    <a:pt x="3821" y="22247"/>
                  </a:cubicBezTo>
                  <a:cubicBezTo>
                    <a:pt x="3844" y="22239"/>
                    <a:pt x="3865" y="22236"/>
                    <a:pt x="3885" y="22236"/>
                  </a:cubicBezTo>
                  <a:cubicBezTo>
                    <a:pt x="3979" y="22236"/>
                    <a:pt x="4021" y="22317"/>
                    <a:pt x="4030" y="22424"/>
                  </a:cubicBezTo>
                  <a:cubicBezTo>
                    <a:pt x="4197" y="22435"/>
                    <a:pt x="4314" y="22494"/>
                    <a:pt x="4299" y="22687"/>
                  </a:cubicBezTo>
                  <a:cubicBezTo>
                    <a:pt x="4317" y="22687"/>
                    <a:pt x="4334" y="22686"/>
                    <a:pt x="4351" y="22686"/>
                  </a:cubicBezTo>
                  <a:cubicBezTo>
                    <a:pt x="4512" y="22686"/>
                    <a:pt x="4621" y="22736"/>
                    <a:pt x="4572" y="22945"/>
                  </a:cubicBezTo>
                  <a:cubicBezTo>
                    <a:pt x="4635" y="22919"/>
                    <a:pt x="4690" y="22908"/>
                    <a:pt x="4740" y="22908"/>
                  </a:cubicBezTo>
                  <a:cubicBezTo>
                    <a:pt x="4917" y="22908"/>
                    <a:pt x="5019" y="23056"/>
                    <a:pt x="5100" y="23241"/>
                  </a:cubicBezTo>
                  <a:lnTo>
                    <a:pt x="5078" y="23219"/>
                  </a:lnTo>
                  <a:lnTo>
                    <a:pt x="5078" y="23219"/>
                  </a:lnTo>
                  <a:cubicBezTo>
                    <a:pt x="5502" y="24347"/>
                    <a:pt x="6727" y="24111"/>
                    <a:pt x="7500" y="24649"/>
                  </a:cubicBezTo>
                  <a:cubicBezTo>
                    <a:pt x="8000" y="24991"/>
                    <a:pt x="8505" y="25121"/>
                    <a:pt x="9002" y="25121"/>
                  </a:cubicBezTo>
                  <a:cubicBezTo>
                    <a:pt x="9835" y="25121"/>
                    <a:pt x="10642" y="24755"/>
                    <a:pt x="11353" y="24411"/>
                  </a:cubicBezTo>
                  <a:cubicBezTo>
                    <a:pt x="11735" y="24226"/>
                    <a:pt x="12008" y="24110"/>
                    <a:pt x="12248" y="24110"/>
                  </a:cubicBezTo>
                  <a:cubicBezTo>
                    <a:pt x="12510" y="24110"/>
                    <a:pt x="12734" y="24248"/>
                    <a:pt x="13023" y="24584"/>
                  </a:cubicBezTo>
                  <a:cubicBezTo>
                    <a:pt x="13114" y="24691"/>
                    <a:pt x="13216" y="24788"/>
                    <a:pt x="13324" y="24879"/>
                  </a:cubicBezTo>
                  <a:cubicBezTo>
                    <a:pt x="13647" y="25159"/>
                    <a:pt x="14022" y="25385"/>
                    <a:pt x="14361" y="25648"/>
                  </a:cubicBezTo>
                  <a:cubicBezTo>
                    <a:pt x="14463" y="25636"/>
                    <a:pt x="14559" y="25599"/>
                    <a:pt x="14656" y="25556"/>
                  </a:cubicBezTo>
                  <a:cubicBezTo>
                    <a:pt x="14869" y="25460"/>
                    <a:pt x="15076" y="25329"/>
                    <a:pt x="15313" y="25329"/>
                  </a:cubicBezTo>
                  <a:cubicBezTo>
                    <a:pt x="15368" y="25329"/>
                    <a:pt x="15425" y="25336"/>
                    <a:pt x="15484" y="25353"/>
                  </a:cubicBezTo>
                  <a:cubicBezTo>
                    <a:pt x="15414" y="24917"/>
                    <a:pt x="15623" y="24676"/>
                    <a:pt x="16032" y="24562"/>
                  </a:cubicBezTo>
                  <a:cubicBezTo>
                    <a:pt x="16317" y="23654"/>
                    <a:pt x="15844" y="22682"/>
                    <a:pt x="16310" y="21780"/>
                  </a:cubicBezTo>
                  <a:cubicBezTo>
                    <a:pt x="16489" y="21441"/>
                    <a:pt x="16626" y="21103"/>
                    <a:pt x="16893" y="21103"/>
                  </a:cubicBezTo>
                  <a:cubicBezTo>
                    <a:pt x="17017" y="21103"/>
                    <a:pt x="17169" y="21175"/>
                    <a:pt x="17366" y="21353"/>
                  </a:cubicBezTo>
                  <a:lnTo>
                    <a:pt x="17366" y="21353"/>
                  </a:lnTo>
                  <a:cubicBezTo>
                    <a:pt x="17363" y="21352"/>
                    <a:pt x="17361" y="21350"/>
                    <a:pt x="17359" y="21349"/>
                  </a:cubicBezTo>
                  <a:lnTo>
                    <a:pt x="17359" y="21349"/>
                  </a:lnTo>
                  <a:lnTo>
                    <a:pt x="17386" y="21371"/>
                  </a:lnTo>
                  <a:cubicBezTo>
                    <a:pt x="17379" y="21365"/>
                    <a:pt x="17372" y="21359"/>
                    <a:pt x="17366" y="21353"/>
                  </a:cubicBezTo>
                  <a:lnTo>
                    <a:pt x="17366" y="21353"/>
                  </a:lnTo>
                  <a:cubicBezTo>
                    <a:pt x="17532" y="21439"/>
                    <a:pt x="17688" y="21498"/>
                    <a:pt x="17806" y="21498"/>
                  </a:cubicBezTo>
                  <a:cubicBezTo>
                    <a:pt x="17987" y="21498"/>
                    <a:pt x="18078" y="21360"/>
                    <a:pt x="17981" y="20969"/>
                  </a:cubicBezTo>
                  <a:cubicBezTo>
                    <a:pt x="17837" y="20362"/>
                    <a:pt x="18003" y="19905"/>
                    <a:pt x="18427" y="19502"/>
                  </a:cubicBezTo>
                  <a:cubicBezTo>
                    <a:pt x="18433" y="19077"/>
                    <a:pt x="18599" y="18755"/>
                    <a:pt x="18997" y="18572"/>
                  </a:cubicBezTo>
                  <a:lnTo>
                    <a:pt x="19035" y="18508"/>
                  </a:lnTo>
                  <a:cubicBezTo>
                    <a:pt x="19169" y="18428"/>
                    <a:pt x="19298" y="18346"/>
                    <a:pt x="19432" y="18266"/>
                  </a:cubicBezTo>
                  <a:cubicBezTo>
                    <a:pt x="20726" y="18036"/>
                    <a:pt x="22221" y="16434"/>
                    <a:pt x="22377" y="15140"/>
                  </a:cubicBezTo>
                  <a:cubicBezTo>
                    <a:pt x="22397" y="14973"/>
                    <a:pt x="22419" y="14801"/>
                    <a:pt x="22446" y="14629"/>
                  </a:cubicBezTo>
                  <a:cubicBezTo>
                    <a:pt x="22521" y="14113"/>
                    <a:pt x="22618" y="13603"/>
                    <a:pt x="22699" y="13092"/>
                  </a:cubicBezTo>
                  <a:cubicBezTo>
                    <a:pt x="22280" y="12529"/>
                    <a:pt x="22816" y="11621"/>
                    <a:pt x="22172" y="11078"/>
                  </a:cubicBezTo>
                  <a:cubicBezTo>
                    <a:pt x="22156" y="10680"/>
                    <a:pt x="22139" y="10347"/>
                    <a:pt x="22145" y="10068"/>
                  </a:cubicBezTo>
                  <a:cubicBezTo>
                    <a:pt x="22199" y="9982"/>
                    <a:pt x="22248" y="9901"/>
                    <a:pt x="22268" y="9821"/>
                  </a:cubicBezTo>
                  <a:cubicBezTo>
                    <a:pt x="22355" y="9504"/>
                    <a:pt x="22409" y="9192"/>
                    <a:pt x="22435" y="8881"/>
                  </a:cubicBezTo>
                  <a:cubicBezTo>
                    <a:pt x="22446" y="8870"/>
                    <a:pt x="22446" y="8865"/>
                    <a:pt x="22451" y="8859"/>
                  </a:cubicBezTo>
                  <a:cubicBezTo>
                    <a:pt x="22451" y="8843"/>
                    <a:pt x="22972" y="8741"/>
                    <a:pt x="22972" y="8725"/>
                  </a:cubicBezTo>
                  <a:cubicBezTo>
                    <a:pt x="23064" y="7570"/>
                    <a:pt x="22295" y="6528"/>
                    <a:pt x="22139" y="5400"/>
                  </a:cubicBezTo>
                  <a:cubicBezTo>
                    <a:pt x="22027" y="4771"/>
                    <a:pt x="21973" y="4132"/>
                    <a:pt x="21887" y="3498"/>
                  </a:cubicBezTo>
                  <a:cubicBezTo>
                    <a:pt x="21849" y="3202"/>
                    <a:pt x="21802" y="2907"/>
                    <a:pt x="21747" y="2611"/>
                  </a:cubicBezTo>
                  <a:cubicBezTo>
                    <a:pt x="21693" y="2423"/>
                    <a:pt x="21673" y="2241"/>
                    <a:pt x="21651" y="2069"/>
                  </a:cubicBezTo>
                  <a:cubicBezTo>
                    <a:pt x="21597" y="1746"/>
                    <a:pt x="21544" y="1424"/>
                    <a:pt x="21500" y="1102"/>
                  </a:cubicBezTo>
                  <a:cubicBezTo>
                    <a:pt x="21425" y="876"/>
                    <a:pt x="21383" y="598"/>
                    <a:pt x="21194" y="543"/>
                  </a:cubicBezTo>
                  <a:cubicBezTo>
                    <a:pt x="21178" y="355"/>
                    <a:pt x="21194" y="178"/>
                    <a:pt x="21232" y="17"/>
                  </a:cubicBezTo>
                  <a:cubicBezTo>
                    <a:pt x="21200" y="11"/>
                    <a:pt x="21167" y="1"/>
                    <a:pt x="21135"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1"/>
            <p:cNvSpPr/>
            <p:nvPr/>
          </p:nvSpPr>
          <p:spPr>
            <a:xfrm>
              <a:off x="5929025" y="1330075"/>
              <a:ext cx="820225" cy="710775"/>
            </a:xfrm>
            <a:custGeom>
              <a:rect b="b" l="l" r="r" t="t"/>
              <a:pathLst>
                <a:path extrusionOk="0" h="28431" w="32809">
                  <a:moveTo>
                    <a:pt x="27044" y="1"/>
                  </a:moveTo>
                  <a:cubicBezTo>
                    <a:pt x="26840" y="1"/>
                    <a:pt x="26642" y="53"/>
                    <a:pt x="26448" y="102"/>
                  </a:cubicBezTo>
                  <a:cubicBezTo>
                    <a:pt x="26394" y="118"/>
                    <a:pt x="26340" y="135"/>
                    <a:pt x="26287" y="145"/>
                  </a:cubicBezTo>
                  <a:cubicBezTo>
                    <a:pt x="25851" y="253"/>
                    <a:pt x="25417" y="382"/>
                    <a:pt x="24998" y="511"/>
                  </a:cubicBezTo>
                  <a:cubicBezTo>
                    <a:pt x="24051" y="790"/>
                    <a:pt x="23155" y="1059"/>
                    <a:pt x="22263" y="1085"/>
                  </a:cubicBezTo>
                  <a:cubicBezTo>
                    <a:pt x="19980" y="1156"/>
                    <a:pt x="18829" y="2590"/>
                    <a:pt x="17723" y="3970"/>
                  </a:cubicBezTo>
                  <a:lnTo>
                    <a:pt x="17637" y="4077"/>
                  </a:lnTo>
                  <a:cubicBezTo>
                    <a:pt x="17106" y="4739"/>
                    <a:pt x="16778" y="5507"/>
                    <a:pt x="16461" y="6249"/>
                  </a:cubicBezTo>
                  <a:cubicBezTo>
                    <a:pt x="16005" y="7328"/>
                    <a:pt x="15569" y="8349"/>
                    <a:pt x="14542" y="8939"/>
                  </a:cubicBezTo>
                  <a:cubicBezTo>
                    <a:pt x="14237" y="9111"/>
                    <a:pt x="14065" y="9460"/>
                    <a:pt x="14103" y="9820"/>
                  </a:cubicBezTo>
                  <a:cubicBezTo>
                    <a:pt x="14140" y="10137"/>
                    <a:pt x="14339" y="10385"/>
                    <a:pt x="14613" y="10471"/>
                  </a:cubicBezTo>
                  <a:cubicBezTo>
                    <a:pt x="14973" y="10578"/>
                    <a:pt x="15005" y="10702"/>
                    <a:pt x="15032" y="11282"/>
                  </a:cubicBezTo>
                  <a:cubicBezTo>
                    <a:pt x="15043" y="11588"/>
                    <a:pt x="15058" y="11937"/>
                    <a:pt x="15214" y="12265"/>
                  </a:cubicBezTo>
                  <a:cubicBezTo>
                    <a:pt x="15284" y="12416"/>
                    <a:pt x="15355" y="12631"/>
                    <a:pt x="15295" y="12792"/>
                  </a:cubicBezTo>
                  <a:cubicBezTo>
                    <a:pt x="15226" y="12958"/>
                    <a:pt x="15016" y="13076"/>
                    <a:pt x="14849" y="13147"/>
                  </a:cubicBezTo>
                  <a:cubicBezTo>
                    <a:pt x="14393" y="13334"/>
                    <a:pt x="14022" y="13662"/>
                    <a:pt x="13721" y="14139"/>
                  </a:cubicBezTo>
                  <a:cubicBezTo>
                    <a:pt x="13211" y="14945"/>
                    <a:pt x="12394" y="15150"/>
                    <a:pt x="11443" y="15381"/>
                  </a:cubicBezTo>
                  <a:cubicBezTo>
                    <a:pt x="10815" y="15537"/>
                    <a:pt x="10170" y="15698"/>
                    <a:pt x="9585" y="16053"/>
                  </a:cubicBezTo>
                  <a:cubicBezTo>
                    <a:pt x="8876" y="15714"/>
                    <a:pt x="8160" y="15547"/>
                    <a:pt x="7398" y="15547"/>
                  </a:cubicBezTo>
                  <a:cubicBezTo>
                    <a:pt x="5883" y="15547"/>
                    <a:pt x="4438" y="16251"/>
                    <a:pt x="3278" y="16815"/>
                  </a:cubicBezTo>
                  <a:cubicBezTo>
                    <a:pt x="2724" y="17089"/>
                    <a:pt x="2343" y="17595"/>
                    <a:pt x="2262" y="18168"/>
                  </a:cubicBezTo>
                  <a:cubicBezTo>
                    <a:pt x="2182" y="18728"/>
                    <a:pt x="2385" y="19271"/>
                    <a:pt x="2821" y="19663"/>
                  </a:cubicBezTo>
                  <a:cubicBezTo>
                    <a:pt x="3530" y="20302"/>
                    <a:pt x="3551" y="20903"/>
                    <a:pt x="2886" y="21741"/>
                  </a:cubicBezTo>
                  <a:cubicBezTo>
                    <a:pt x="2192" y="22611"/>
                    <a:pt x="1440" y="23397"/>
                    <a:pt x="656" y="24074"/>
                  </a:cubicBezTo>
                  <a:cubicBezTo>
                    <a:pt x="414" y="24282"/>
                    <a:pt x="161" y="24535"/>
                    <a:pt x="0" y="24847"/>
                  </a:cubicBezTo>
                  <a:cubicBezTo>
                    <a:pt x="37" y="24847"/>
                    <a:pt x="76" y="24852"/>
                    <a:pt x="108" y="24863"/>
                  </a:cubicBezTo>
                  <a:cubicBezTo>
                    <a:pt x="263" y="24900"/>
                    <a:pt x="387" y="25008"/>
                    <a:pt x="457" y="25142"/>
                  </a:cubicBezTo>
                  <a:cubicBezTo>
                    <a:pt x="312" y="25443"/>
                    <a:pt x="307" y="25765"/>
                    <a:pt x="484" y="26174"/>
                  </a:cubicBezTo>
                  <a:cubicBezTo>
                    <a:pt x="650" y="26564"/>
                    <a:pt x="890" y="26676"/>
                    <a:pt x="1149" y="26676"/>
                  </a:cubicBezTo>
                  <a:cubicBezTo>
                    <a:pt x="1425" y="26676"/>
                    <a:pt x="1723" y="26549"/>
                    <a:pt x="1978" y="26496"/>
                  </a:cubicBezTo>
                  <a:cubicBezTo>
                    <a:pt x="4755" y="25948"/>
                    <a:pt x="7510" y="25314"/>
                    <a:pt x="10294" y="24783"/>
                  </a:cubicBezTo>
                  <a:cubicBezTo>
                    <a:pt x="10554" y="24734"/>
                    <a:pt x="10869" y="24562"/>
                    <a:pt x="11175" y="24562"/>
                  </a:cubicBezTo>
                  <a:cubicBezTo>
                    <a:pt x="11242" y="24562"/>
                    <a:pt x="11308" y="24570"/>
                    <a:pt x="11373" y="24589"/>
                  </a:cubicBezTo>
                  <a:cubicBezTo>
                    <a:pt x="11792" y="24545"/>
                    <a:pt x="12206" y="24471"/>
                    <a:pt x="12615" y="24384"/>
                  </a:cubicBezTo>
                  <a:cubicBezTo>
                    <a:pt x="12615" y="24364"/>
                    <a:pt x="12608" y="24342"/>
                    <a:pt x="12608" y="24320"/>
                  </a:cubicBezTo>
                  <a:lnTo>
                    <a:pt x="21844" y="22423"/>
                  </a:lnTo>
                  <a:cubicBezTo>
                    <a:pt x="21859" y="22418"/>
                    <a:pt x="21871" y="22413"/>
                    <a:pt x="21886" y="22413"/>
                  </a:cubicBezTo>
                  <a:cubicBezTo>
                    <a:pt x="21956" y="22397"/>
                    <a:pt x="22021" y="22386"/>
                    <a:pt x="22091" y="22370"/>
                  </a:cubicBezTo>
                  <a:cubicBezTo>
                    <a:pt x="22102" y="22483"/>
                    <a:pt x="22117" y="22584"/>
                    <a:pt x="22139" y="22681"/>
                  </a:cubicBezTo>
                  <a:cubicBezTo>
                    <a:pt x="22719" y="23584"/>
                    <a:pt x="23703" y="24255"/>
                    <a:pt x="24589" y="24808"/>
                  </a:cubicBezTo>
                  <a:cubicBezTo>
                    <a:pt x="25239" y="25217"/>
                    <a:pt x="25970" y="25743"/>
                    <a:pt x="26733" y="26040"/>
                  </a:cubicBezTo>
                  <a:cubicBezTo>
                    <a:pt x="26749" y="26045"/>
                    <a:pt x="26765" y="26050"/>
                    <a:pt x="26781" y="26055"/>
                  </a:cubicBezTo>
                  <a:cubicBezTo>
                    <a:pt x="26926" y="26098"/>
                    <a:pt x="27071" y="26142"/>
                    <a:pt x="27217" y="26184"/>
                  </a:cubicBezTo>
                  <a:cubicBezTo>
                    <a:pt x="27318" y="26211"/>
                    <a:pt x="27420" y="26233"/>
                    <a:pt x="27527" y="26244"/>
                  </a:cubicBezTo>
                  <a:cubicBezTo>
                    <a:pt x="27576" y="26249"/>
                    <a:pt x="27614" y="26281"/>
                    <a:pt x="27636" y="26318"/>
                  </a:cubicBezTo>
                  <a:cubicBezTo>
                    <a:pt x="28860" y="26700"/>
                    <a:pt x="30069" y="27114"/>
                    <a:pt x="31192" y="27699"/>
                  </a:cubicBezTo>
                  <a:cubicBezTo>
                    <a:pt x="31390" y="27801"/>
                    <a:pt x="31551" y="27860"/>
                    <a:pt x="31680" y="27893"/>
                  </a:cubicBezTo>
                  <a:cubicBezTo>
                    <a:pt x="31819" y="28049"/>
                    <a:pt x="31955" y="28220"/>
                    <a:pt x="32072" y="28425"/>
                  </a:cubicBezTo>
                  <a:lnTo>
                    <a:pt x="32077" y="28430"/>
                  </a:lnTo>
                  <a:cubicBezTo>
                    <a:pt x="32518" y="28334"/>
                    <a:pt x="32701" y="27952"/>
                    <a:pt x="32808" y="27630"/>
                  </a:cubicBezTo>
                  <a:lnTo>
                    <a:pt x="32808" y="27630"/>
                  </a:lnTo>
                  <a:cubicBezTo>
                    <a:pt x="32685" y="27651"/>
                    <a:pt x="32551" y="27667"/>
                    <a:pt x="32411" y="27667"/>
                  </a:cubicBezTo>
                  <a:lnTo>
                    <a:pt x="32406" y="27667"/>
                  </a:lnTo>
                  <a:cubicBezTo>
                    <a:pt x="32347" y="27667"/>
                    <a:pt x="32293" y="27657"/>
                    <a:pt x="32238" y="27640"/>
                  </a:cubicBezTo>
                  <a:cubicBezTo>
                    <a:pt x="32298" y="27501"/>
                    <a:pt x="32347" y="27329"/>
                    <a:pt x="32406" y="27136"/>
                  </a:cubicBezTo>
                  <a:cubicBezTo>
                    <a:pt x="32347" y="27071"/>
                    <a:pt x="32238" y="26953"/>
                    <a:pt x="32245" y="26947"/>
                  </a:cubicBezTo>
                  <a:cubicBezTo>
                    <a:pt x="32545" y="26635"/>
                    <a:pt x="32690" y="26323"/>
                    <a:pt x="32739" y="26001"/>
                  </a:cubicBezTo>
                  <a:cubicBezTo>
                    <a:pt x="32761" y="25879"/>
                    <a:pt x="32766" y="25750"/>
                    <a:pt x="32761" y="25621"/>
                  </a:cubicBezTo>
                  <a:cubicBezTo>
                    <a:pt x="32739" y="25041"/>
                    <a:pt x="32496" y="24449"/>
                    <a:pt x="32389" y="23863"/>
                  </a:cubicBezTo>
                  <a:cubicBezTo>
                    <a:pt x="32250" y="23112"/>
                    <a:pt x="32035" y="21957"/>
                    <a:pt x="31879" y="21005"/>
                  </a:cubicBezTo>
                  <a:cubicBezTo>
                    <a:pt x="31896" y="20737"/>
                    <a:pt x="31928" y="20506"/>
                    <a:pt x="31992" y="20313"/>
                  </a:cubicBezTo>
                  <a:lnTo>
                    <a:pt x="31960" y="20313"/>
                  </a:lnTo>
                  <a:cubicBezTo>
                    <a:pt x="31901" y="20313"/>
                    <a:pt x="31847" y="20302"/>
                    <a:pt x="31794" y="20286"/>
                  </a:cubicBezTo>
                  <a:cubicBezTo>
                    <a:pt x="31643" y="19110"/>
                    <a:pt x="31556" y="17927"/>
                    <a:pt x="31626" y="16730"/>
                  </a:cubicBezTo>
                  <a:cubicBezTo>
                    <a:pt x="31653" y="16273"/>
                    <a:pt x="31658" y="15815"/>
                    <a:pt x="31594" y="15371"/>
                  </a:cubicBezTo>
                  <a:cubicBezTo>
                    <a:pt x="31600" y="15354"/>
                    <a:pt x="31611" y="15338"/>
                    <a:pt x="31621" y="15327"/>
                  </a:cubicBezTo>
                  <a:cubicBezTo>
                    <a:pt x="31605" y="15322"/>
                    <a:pt x="31594" y="15311"/>
                    <a:pt x="31578" y="15306"/>
                  </a:cubicBezTo>
                  <a:cubicBezTo>
                    <a:pt x="31541" y="15048"/>
                    <a:pt x="31471" y="14801"/>
                    <a:pt x="31368" y="14553"/>
                  </a:cubicBezTo>
                  <a:cubicBezTo>
                    <a:pt x="31036" y="14365"/>
                    <a:pt x="31020" y="14070"/>
                    <a:pt x="31090" y="13742"/>
                  </a:cubicBezTo>
                  <a:cubicBezTo>
                    <a:pt x="30182" y="12738"/>
                    <a:pt x="30627" y="11421"/>
                    <a:pt x="30299" y="10283"/>
                  </a:cubicBezTo>
                  <a:cubicBezTo>
                    <a:pt x="30036" y="10191"/>
                    <a:pt x="30026" y="9971"/>
                    <a:pt x="30026" y="9745"/>
                  </a:cubicBezTo>
                  <a:cubicBezTo>
                    <a:pt x="30023" y="9745"/>
                    <a:pt x="30019" y="9745"/>
                    <a:pt x="30016" y="9745"/>
                  </a:cubicBezTo>
                  <a:cubicBezTo>
                    <a:pt x="29012" y="9745"/>
                    <a:pt x="29257" y="8986"/>
                    <a:pt x="29230" y="8397"/>
                  </a:cubicBezTo>
                  <a:cubicBezTo>
                    <a:pt x="28548" y="7484"/>
                    <a:pt x="28226" y="6485"/>
                    <a:pt x="28527" y="5346"/>
                  </a:cubicBezTo>
                  <a:cubicBezTo>
                    <a:pt x="28764" y="4437"/>
                    <a:pt x="28162" y="3658"/>
                    <a:pt x="28156" y="2788"/>
                  </a:cubicBezTo>
                  <a:cubicBezTo>
                    <a:pt x="27721" y="2439"/>
                    <a:pt x="27517" y="1875"/>
                    <a:pt x="27485" y="1429"/>
                  </a:cubicBezTo>
                  <a:cubicBezTo>
                    <a:pt x="27468" y="930"/>
                    <a:pt x="27527" y="564"/>
                    <a:pt x="27721" y="286"/>
                  </a:cubicBezTo>
                  <a:cubicBezTo>
                    <a:pt x="27710" y="274"/>
                    <a:pt x="27705" y="264"/>
                    <a:pt x="27694" y="253"/>
                  </a:cubicBezTo>
                  <a:cubicBezTo>
                    <a:pt x="27576" y="140"/>
                    <a:pt x="27371" y="1"/>
                    <a:pt x="27044" y="1"/>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1"/>
            <p:cNvSpPr/>
            <p:nvPr/>
          </p:nvSpPr>
          <p:spPr>
            <a:xfrm>
              <a:off x="5840500" y="1889325"/>
              <a:ext cx="769600" cy="507500"/>
            </a:xfrm>
            <a:custGeom>
              <a:rect b="b" l="l" r="r" t="t"/>
              <a:pathLst>
                <a:path extrusionOk="0" h="20300" w="30784">
                  <a:moveTo>
                    <a:pt x="25632" y="0"/>
                  </a:moveTo>
                  <a:cubicBezTo>
                    <a:pt x="25562" y="16"/>
                    <a:pt x="25497" y="27"/>
                    <a:pt x="25427" y="43"/>
                  </a:cubicBezTo>
                  <a:cubicBezTo>
                    <a:pt x="25412" y="43"/>
                    <a:pt x="25400" y="48"/>
                    <a:pt x="25385" y="53"/>
                  </a:cubicBezTo>
                  <a:lnTo>
                    <a:pt x="16149" y="1950"/>
                  </a:lnTo>
                  <a:cubicBezTo>
                    <a:pt x="16149" y="1972"/>
                    <a:pt x="16156" y="1994"/>
                    <a:pt x="16156" y="2014"/>
                  </a:cubicBezTo>
                  <a:cubicBezTo>
                    <a:pt x="15747" y="2101"/>
                    <a:pt x="15333" y="2175"/>
                    <a:pt x="14914" y="2219"/>
                  </a:cubicBezTo>
                  <a:cubicBezTo>
                    <a:pt x="14849" y="2200"/>
                    <a:pt x="14783" y="2192"/>
                    <a:pt x="14716" y="2192"/>
                  </a:cubicBezTo>
                  <a:cubicBezTo>
                    <a:pt x="14410" y="2192"/>
                    <a:pt x="14095" y="2364"/>
                    <a:pt x="13835" y="2413"/>
                  </a:cubicBezTo>
                  <a:cubicBezTo>
                    <a:pt x="11051" y="2944"/>
                    <a:pt x="8296" y="3578"/>
                    <a:pt x="5519" y="4126"/>
                  </a:cubicBezTo>
                  <a:cubicBezTo>
                    <a:pt x="5264" y="4179"/>
                    <a:pt x="4966" y="4306"/>
                    <a:pt x="4690" y="4306"/>
                  </a:cubicBezTo>
                  <a:cubicBezTo>
                    <a:pt x="4431" y="4306"/>
                    <a:pt x="4191" y="4194"/>
                    <a:pt x="4025" y="3804"/>
                  </a:cubicBezTo>
                  <a:cubicBezTo>
                    <a:pt x="3848" y="3395"/>
                    <a:pt x="3853" y="3073"/>
                    <a:pt x="3998" y="2772"/>
                  </a:cubicBezTo>
                  <a:cubicBezTo>
                    <a:pt x="3928" y="2638"/>
                    <a:pt x="3804" y="2530"/>
                    <a:pt x="3649" y="2493"/>
                  </a:cubicBezTo>
                  <a:cubicBezTo>
                    <a:pt x="3617" y="2482"/>
                    <a:pt x="3578" y="2477"/>
                    <a:pt x="3541" y="2477"/>
                  </a:cubicBezTo>
                  <a:lnTo>
                    <a:pt x="3526" y="2477"/>
                  </a:lnTo>
                  <a:cubicBezTo>
                    <a:pt x="3337" y="2477"/>
                    <a:pt x="3166" y="2574"/>
                    <a:pt x="3063" y="2735"/>
                  </a:cubicBezTo>
                  <a:cubicBezTo>
                    <a:pt x="2779" y="3212"/>
                    <a:pt x="2403" y="3385"/>
                    <a:pt x="1999" y="3573"/>
                  </a:cubicBezTo>
                  <a:cubicBezTo>
                    <a:pt x="1699" y="3707"/>
                    <a:pt x="1381" y="3852"/>
                    <a:pt x="1124" y="4115"/>
                  </a:cubicBezTo>
                  <a:cubicBezTo>
                    <a:pt x="1059" y="4186"/>
                    <a:pt x="984" y="4250"/>
                    <a:pt x="915" y="4320"/>
                  </a:cubicBezTo>
                  <a:cubicBezTo>
                    <a:pt x="603" y="4605"/>
                    <a:pt x="194" y="4985"/>
                    <a:pt x="55" y="5539"/>
                  </a:cubicBezTo>
                  <a:cubicBezTo>
                    <a:pt x="17" y="5700"/>
                    <a:pt x="1" y="5877"/>
                    <a:pt x="17" y="6065"/>
                  </a:cubicBezTo>
                  <a:cubicBezTo>
                    <a:pt x="206" y="6120"/>
                    <a:pt x="248" y="6398"/>
                    <a:pt x="323" y="6624"/>
                  </a:cubicBezTo>
                  <a:cubicBezTo>
                    <a:pt x="367" y="6946"/>
                    <a:pt x="420" y="7268"/>
                    <a:pt x="474" y="7591"/>
                  </a:cubicBezTo>
                  <a:cubicBezTo>
                    <a:pt x="496" y="7763"/>
                    <a:pt x="516" y="7945"/>
                    <a:pt x="570" y="8133"/>
                  </a:cubicBezTo>
                  <a:cubicBezTo>
                    <a:pt x="625" y="8429"/>
                    <a:pt x="672" y="8724"/>
                    <a:pt x="710" y="9020"/>
                  </a:cubicBezTo>
                  <a:cubicBezTo>
                    <a:pt x="796" y="9654"/>
                    <a:pt x="850" y="10293"/>
                    <a:pt x="962" y="10922"/>
                  </a:cubicBezTo>
                  <a:cubicBezTo>
                    <a:pt x="1118" y="12050"/>
                    <a:pt x="1527" y="14225"/>
                    <a:pt x="1656" y="14225"/>
                  </a:cubicBezTo>
                  <a:cubicBezTo>
                    <a:pt x="1704" y="14225"/>
                    <a:pt x="1748" y="14231"/>
                    <a:pt x="1795" y="14247"/>
                  </a:cubicBezTo>
                  <a:cubicBezTo>
                    <a:pt x="2080" y="15956"/>
                    <a:pt x="2381" y="17669"/>
                    <a:pt x="2660" y="19378"/>
                  </a:cubicBezTo>
                  <a:cubicBezTo>
                    <a:pt x="2759" y="19983"/>
                    <a:pt x="2978" y="20300"/>
                    <a:pt x="3516" y="20300"/>
                  </a:cubicBezTo>
                  <a:cubicBezTo>
                    <a:pt x="3628" y="20300"/>
                    <a:pt x="3754" y="20286"/>
                    <a:pt x="3896" y="20258"/>
                  </a:cubicBezTo>
                  <a:cubicBezTo>
                    <a:pt x="5212" y="20000"/>
                    <a:pt x="6539" y="19807"/>
                    <a:pt x="7860" y="19614"/>
                  </a:cubicBezTo>
                  <a:cubicBezTo>
                    <a:pt x="7898" y="19630"/>
                    <a:pt x="7930" y="19641"/>
                    <a:pt x="7969" y="19657"/>
                  </a:cubicBezTo>
                  <a:cubicBezTo>
                    <a:pt x="8033" y="19690"/>
                    <a:pt x="8091" y="19727"/>
                    <a:pt x="8150" y="19770"/>
                  </a:cubicBezTo>
                  <a:cubicBezTo>
                    <a:pt x="8183" y="19695"/>
                    <a:pt x="8215" y="19625"/>
                    <a:pt x="8252" y="19554"/>
                  </a:cubicBezTo>
                  <a:cubicBezTo>
                    <a:pt x="8505" y="19517"/>
                    <a:pt x="8758" y="19479"/>
                    <a:pt x="9005" y="19442"/>
                  </a:cubicBezTo>
                  <a:cubicBezTo>
                    <a:pt x="10999" y="19259"/>
                    <a:pt x="12943" y="18852"/>
                    <a:pt x="14887" y="18421"/>
                  </a:cubicBezTo>
                  <a:cubicBezTo>
                    <a:pt x="15274" y="18336"/>
                    <a:pt x="15661" y="18249"/>
                    <a:pt x="16053" y="18163"/>
                  </a:cubicBezTo>
                  <a:cubicBezTo>
                    <a:pt x="16826" y="17992"/>
                    <a:pt x="17606" y="17830"/>
                    <a:pt x="18390" y="17680"/>
                  </a:cubicBezTo>
                  <a:cubicBezTo>
                    <a:pt x="19459" y="17476"/>
                    <a:pt x="20528" y="17240"/>
                    <a:pt x="21597" y="17014"/>
                  </a:cubicBezTo>
                  <a:cubicBezTo>
                    <a:pt x="23134" y="16460"/>
                    <a:pt x="24778" y="16536"/>
                    <a:pt x="26357" y="16229"/>
                  </a:cubicBezTo>
                  <a:cubicBezTo>
                    <a:pt x="26567" y="16192"/>
                    <a:pt x="26808" y="16234"/>
                    <a:pt x="26975" y="16117"/>
                  </a:cubicBezTo>
                  <a:cubicBezTo>
                    <a:pt x="27136" y="16187"/>
                    <a:pt x="27287" y="16288"/>
                    <a:pt x="27410" y="16450"/>
                  </a:cubicBezTo>
                  <a:cubicBezTo>
                    <a:pt x="27534" y="16321"/>
                    <a:pt x="27636" y="16138"/>
                    <a:pt x="27684" y="15869"/>
                  </a:cubicBezTo>
                  <a:cubicBezTo>
                    <a:pt x="27738" y="15552"/>
                    <a:pt x="27835" y="15428"/>
                    <a:pt x="28249" y="15408"/>
                  </a:cubicBezTo>
                  <a:cubicBezTo>
                    <a:pt x="28243" y="15343"/>
                    <a:pt x="28237" y="15284"/>
                    <a:pt x="28232" y="15220"/>
                  </a:cubicBezTo>
                  <a:cubicBezTo>
                    <a:pt x="28221" y="15096"/>
                    <a:pt x="28259" y="14972"/>
                    <a:pt x="28334" y="14870"/>
                  </a:cubicBezTo>
                  <a:cubicBezTo>
                    <a:pt x="28437" y="14870"/>
                    <a:pt x="28544" y="14870"/>
                    <a:pt x="28646" y="14875"/>
                  </a:cubicBezTo>
                  <a:cubicBezTo>
                    <a:pt x="28727" y="14811"/>
                    <a:pt x="28812" y="14746"/>
                    <a:pt x="28903" y="14687"/>
                  </a:cubicBezTo>
                  <a:cubicBezTo>
                    <a:pt x="28909" y="14682"/>
                    <a:pt x="28920" y="14677"/>
                    <a:pt x="28931" y="14672"/>
                  </a:cubicBezTo>
                  <a:cubicBezTo>
                    <a:pt x="29038" y="14602"/>
                    <a:pt x="29151" y="14532"/>
                    <a:pt x="29275" y="14461"/>
                  </a:cubicBezTo>
                  <a:cubicBezTo>
                    <a:pt x="29613" y="14274"/>
                    <a:pt x="29903" y="14032"/>
                    <a:pt x="30128" y="13764"/>
                  </a:cubicBezTo>
                  <a:cubicBezTo>
                    <a:pt x="30171" y="13469"/>
                    <a:pt x="30252" y="13231"/>
                    <a:pt x="30537" y="13075"/>
                  </a:cubicBezTo>
                  <a:cubicBezTo>
                    <a:pt x="30783" y="12426"/>
                    <a:pt x="30730" y="11684"/>
                    <a:pt x="30247" y="10992"/>
                  </a:cubicBezTo>
                  <a:cubicBezTo>
                    <a:pt x="29602" y="10067"/>
                    <a:pt x="28656" y="9170"/>
                    <a:pt x="28484" y="8005"/>
                  </a:cubicBezTo>
                  <a:cubicBezTo>
                    <a:pt x="28420" y="7580"/>
                    <a:pt x="28398" y="7129"/>
                    <a:pt x="28581" y="6725"/>
                  </a:cubicBezTo>
                  <a:cubicBezTo>
                    <a:pt x="28581" y="6725"/>
                    <a:pt x="28586" y="6725"/>
                    <a:pt x="28586" y="6720"/>
                  </a:cubicBezTo>
                  <a:cubicBezTo>
                    <a:pt x="28559" y="6710"/>
                    <a:pt x="28539" y="6700"/>
                    <a:pt x="28533" y="6678"/>
                  </a:cubicBezTo>
                  <a:cubicBezTo>
                    <a:pt x="28490" y="6500"/>
                    <a:pt x="28566" y="6388"/>
                    <a:pt x="28742" y="6345"/>
                  </a:cubicBezTo>
                  <a:lnTo>
                    <a:pt x="28742" y="6345"/>
                  </a:lnTo>
                  <a:cubicBezTo>
                    <a:pt x="28737" y="6388"/>
                    <a:pt x="28737" y="6430"/>
                    <a:pt x="28732" y="6468"/>
                  </a:cubicBezTo>
                  <a:lnTo>
                    <a:pt x="28829" y="6323"/>
                  </a:lnTo>
                  <a:cubicBezTo>
                    <a:pt x="28812" y="6323"/>
                    <a:pt x="28796" y="6323"/>
                    <a:pt x="28775" y="6318"/>
                  </a:cubicBezTo>
                  <a:cubicBezTo>
                    <a:pt x="28839" y="6162"/>
                    <a:pt x="28925" y="6055"/>
                    <a:pt x="29054" y="6033"/>
                  </a:cubicBezTo>
                  <a:cubicBezTo>
                    <a:pt x="29134" y="5926"/>
                    <a:pt x="29221" y="5813"/>
                    <a:pt x="29290" y="5700"/>
                  </a:cubicBezTo>
                  <a:cubicBezTo>
                    <a:pt x="29307" y="5163"/>
                    <a:pt x="29526" y="4652"/>
                    <a:pt x="29731" y="4191"/>
                  </a:cubicBezTo>
                  <a:cubicBezTo>
                    <a:pt x="29752" y="4137"/>
                    <a:pt x="29769" y="4089"/>
                    <a:pt x="29784" y="4040"/>
                  </a:cubicBezTo>
                  <a:cubicBezTo>
                    <a:pt x="29925" y="3879"/>
                    <a:pt x="30096" y="3750"/>
                    <a:pt x="30322" y="3685"/>
                  </a:cubicBezTo>
                  <a:cubicBezTo>
                    <a:pt x="30306" y="3680"/>
                    <a:pt x="30290" y="3675"/>
                    <a:pt x="30274" y="3670"/>
                  </a:cubicBezTo>
                  <a:cubicBezTo>
                    <a:pt x="29511" y="3373"/>
                    <a:pt x="28780" y="2847"/>
                    <a:pt x="28130" y="2438"/>
                  </a:cubicBezTo>
                  <a:cubicBezTo>
                    <a:pt x="27244" y="1885"/>
                    <a:pt x="26260" y="1214"/>
                    <a:pt x="25680" y="311"/>
                  </a:cubicBezTo>
                  <a:cubicBezTo>
                    <a:pt x="25658" y="214"/>
                    <a:pt x="25643" y="113"/>
                    <a:pt x="25632"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1"/>
            <p:cNvSpPr/>
            <p:nvPr/>
          </p:nvSpPr>
          <p:spPr>
            <a:xfrm>
              <a:off x="6546025" y="1897500"/>
              <a:ext cx="435050" cy="499100"/>
            </a:xfrm>
            <a:custGeom>
              <a:rect b="b" l="l" r="r" t="t"/>
              <a:pathLst>
                <a:path extrusionOk="0" h="19964" w="17402">
                  <a:moveTo>
                    <a:pt x="17401" y="1"/>
                  </a:moveTo>
                  <a:cubicBezTo>
                    <a:pt x="16074" y="1"/>
                    <a:pt x="14746" y="1328"/>
                    <a:pt x="13103" y="1607"/>
                  </a:cubicBezTo>
                  <a:cubicBezTo>
                    <a:pt x="12990" y="1667"/>
                    <a:pt x="12877" y="1736"/>
                    <a:pt x="12765" y="1801"/>
                  </a:cubicBezTo>
                  <a:cubicBezTo>
                    <a:pt x="12195" y="2123"/>
                    <a:pt x="11626" y="2461"/>
                    <a:pt x="10997" y="2719"/>
                  </a:cubicBezTo>
                  <a:cubicBezTo>
                    <a:pt x="10906" y="2783"/>
                    <a:pt x="10820" y="2848"/>
                    <a:pt x="10729" y="2917"/>
                  </a:cubicBezTo>
                  <a:cubicBezTo>
                    <a:pt x="10111" y="3407"/>
                    <a:pt x="9499" y="3998"/>
                    <a:pt x="8654" y="4449"/>
                  </a:cubicBezTo>
                  <a:cubicBezTo>
                    <a:pt x="8564" y="4486"/>
                    <a:pt x="8473" y="4519"/>
                    <a:pt x="8381" y="4551"/>
                  </a:cubicBezTo>
                  <a:cubicBezTo>
                    <a:pt x="8257" y="4610"/>
                    <a:pt x="8139" y="4670"/>
                    <a:pt x="8021" y="4729"/>
                  </a:cubicBezTo>
                  <a:cubicBezTo>
                    <a:pt x="7791" y="4846"/>
                    <a:pt x="7575" y="4970"/>
                    <a:pt x="7404" y="5077"/>
                  </a:cubicBezTo>
                  <a:cubicBezTo>
                    <a:pt x="7323" y="5024"/>
                    <a:pt x="7231" y="4975"/>
                    <a:pt x="7139" y="4938"/>
                  </a:cubicBezTo>
                  <a:cubicBezTo>
                    <a:pt x="6936" y="4776"/>
                    <a:pt x="6846" y="4704"/>
                    <a:pt x="6702" y="4704"/>
                  </a:cubicBezTo>
                  <a:cubicBezTo>
                    <a:pt x="6588" y="4704"/>
                    <a:pt x="6439" y="4750"/>
                    <a:pt x="6172" y="4831"/>
                  </a:cubicBezTo>
                  <a:cubicBezTo>
                    <a:pt x="6060" y="4777"/>
                    <a:pt x="5942" y="4722"/>
                    <a:pt x="5829" y="4670"/>
                  </a:cubicBezTo>
                  <a:cubicBezTo>
                    <a:pt x="4905" y="4256"/>
                    <a:pt x="3938" y="3928"/>
                    <a:pt x="2956" y="3621"/>
                  </a:cubicBezTo>
                  <a:cubicBezTo>
                    <a:pt x="2934" y="3584"/>
                    <a:pt x="2896" y="3552"/>
                    <a:pt x="2847" y="3547"/>
                  </a:cubicBezTo>
                  <a:cubicBezTo>
                    <a:pt x="2740" y="3536"/>
                    <a:pt x="2638" y="3514"/>
                    <a:pt x="2537" y="3487"/>
                  </a:cubicBezTo>
                  <a:cubicBezTo>
                    <a:pt x="2391" y="3445"/>
                    <a:pt x="2246" y="3401"/>
                    <a:pt x="2101" y="3358"/>
                  </a:cubicBezTo>
                  <a:cubicBezTo>
                    <a:pt x="1875" y="3423"/>
                    <a:pt x="1704" y="3552"/>
                    <a:pt x="1563" y="3713"/>
                  </a:cubicBezTo>
                  <a:cubicBezTo>
                    <a:pt x="1548" y="3762"/>
                    <a:pt x="1531" y="3810"/>
                    <a:pt x="1510" y="3864"/>
                  </a:cubicBezTo>
                  <a:cubicBezTo>
                    <a:pt x="1305" y="4325"/>
                    <a:pt x="1086" y="4836"/>
                    <a:pt x="1069" y="5373"/>
                  </a:cubicBezTo>
                  <a:cubicBezTo>
                    <a:pt x="1000" y="5486"/>
                    <a:pt x="913" y="5599"/>
                    <a:pt x="833" y="5706"/>
                  </a:cubicBezTo>
                  <a:cubicBezTo>
                    <a:pt x="704" y="5728"/>
                    <a:pt x="618" y="5835"/>
                    <a:pt x="554" y="5991"/>
                  </a:cubicBezTo>
                  <a:cubicBezTo>
                    <a:pt x="575" y="5996"/>
                    <a:pt x="591" y="5996"/>
                    <a:pt x="608" y="5996"/>
                  </a:cubicBezTo>
                  <a:lnTo>
                    <a:pt x="511" y="6141"/>
                  </a:lnTo>
                  <a:cubicBezTo>
                    <a:pt x="516" y="6103"/>
                    <a:pt x="516" y="6061"/>
                    <a:pt x="521" y="6018"/>
                  </a:cubicBezTo>
                  <a:lnTo>
                    <a:pt x="521" y="6018"/>
                  </a:lnTo>
                  <a:cubicBezTo>
                    <a:pt x="345" y="6061"/>
                    <a:pt x="269" y="6173"/>
                    <a:pt x="312" y="6351"/>
                  </a:cubicBezTo>
                  <a:cubicBezTo>
                    <a:pt x="318" y="6373"/>
                    <a:pt x="338" y="6383"/>
                    <a:pt x="365" y="6393"/>
                  </a:cubicBezTo>
                  <a:cubicBezTo>
                    <a:pt x="365" y="6398"/>
                    <a:pt x="360" y="6398"/>
                    <a:pt x="360" y="6398"/>
                  </a:cubicBezTo>
                  <a:cubicBezTo>
                    <a:pt x="177" y="6802"/>
                    <a:pt x="199" y="7253"/>
                    <a:pt x="263" y="7678"/>
                  </a:cubicBezTo>
                  <a:cubicBezTo>
                    <a:pt x="435" y="8843"/>
                    <a:pt x="1381" y="9740"/>
                    <a:pt x="2026" y="10665"/>
                  </a:cubicBezTo>
                  <a:cubicBezTo>
                    <a:pt x="2509" y="11357"/>
                    <a:pt x="2562" y="12099"/>
                    <a:pt x="2316" y="12748"/>
                  </a:cubicBezTo>
                  <a:cubicBezTo>
                    <a:pt x="2031" y="12904"/>
                    <a:pt x="1950" y="13142"/>
                    <a:pt x="1907" y="13437"/>
                  </a:cubicBezTo>
                  <a:cubicBezTo>
                    <a:pt x="1682" y="13705"/>
                    <a:pt x="1392" y="13947"/>
                    <a:pt x="1054" y="14134"/>
                  </a:cubicBezTo>
                  <a:cubicBezTo>
                    <a:pt x="930" y="14205"/>
                    <a:pt x="817" y="14275"/>
                    <a:pt x="710" y="14345"/>
                  </a:cubicBezTo>
                  <a:cubicBezTo>
                    <a:pt x="699" y="14350"/>
                    <a:pt x="688" y="14355"/>
                    <a:pt x="682" y="14360"/>
                  </a:cubicBezTo>
                  <a:cubicBezTo>
                    <a:pt x="591" y="14419"/>
                    <a:pt x="506" y="14484"/>
                    <a:pt x="425" y="14548"/>
                  </a:cubicBezTo>
                  <a:cubicBezTo>
                    <a:pt x="323" y="14543"/>
                    <a:pt x="216" y="14543"/>
                    <a:pt x="113" y="14543"/>
                  </a:cubicBezTo>
                  <a:cubicBezTo>
                    <a:pt x="38" y="14645"/>
                    <a:pt x="0" y="14769"/>
                    <a:pt x="11" y="14893"/>
                  </a:cubicBezTo>
                  <a:cubicBezTo>
                    <a:pt x="16" y="14957"/>
                    <a:pt x="22" y="15016"/>
                    <a:pt x="28" y="15081"/>
                  </a:cubicBezTo>
                  <a:cubicBezTo>
                    <a:pt x="216" y="16891"/>
                    <a:pt x="1230" y="18019"/>
                    <a:pt x="3117" y="18535"/>
                  </a:cubicBezTo>
                  <a:cubicBezTo>
                    <a:pt x="3207" y="18562"/>
                    <a:pt x="3293" y="18583"/>
                    <a:pt x="3385" y="18605"/>
                  </a:cubicBezTo>
                  <a:cubicBezTo>
                    <a:pt x="4094" y="18782"/>
                    <a:pt x="4411" y="18884"/>
                    <a:pt x="4481" y="19492"/>
                  </a:cubicBezTo>
                  <a:cubicBezTo>
                    <a:pt x="4513" y="19755"/>
                    <a:pt x="4728" y="19953"/>
                    <a:pt x="4997" y="19963"/>
                  </a:cubicBezTo>
                  <a:lnTo>
                    <a:pt x="5012" y="19963"/>
                  </a:lnTo>
                  <a:cubicBezTo>
                    <a:pt x="5270" y="19963"/>
                    <a:pt x="5490" y="19782"/>
                    <a:pt x="5539" y="19529"/>
                  </a:cubicBezTo>
                  <a:cubicBezTo>
                    <a:pt x="5738" y="18454"/>
                    <a:pt x="6318" y="17616"/>
                    <a:pt x="6941" y="16735"/>
                  </a:cubicBezTo>
                  <a:cubicBezTo>
                    <a:pt x="7161" y="16418"/>
                    <a:pt x="7387" y="16095"/>
                    <a:pt x="7597" y="15758"/>
                  </a:cubicBezTo>
                  <a:cubicBezTo>
                    <a:pt x="7972" y="15150"/>
                    <a:pt x="8203" y="14511"/>
                    <a:pt x="8279" y="13866"/>
                  </a:cubicBezTo>
                  <a:cubicBezTo>
                    <a:pt x="8295" y="13759"/>
                    <a:pt x="8300" y="13651"/>
                    <a:pt x="8306" y="13544"/>
                  </a:cubicBezTo>
                  <a:cubicBezTo>
                    <a:pt x="8768" y="11954"/>
                    <a:pt x="9434" y="10627"/>
                    <a:pt x="10137" y="9343"/>
                  </a:cubicBezTo>
                  <a:cubicBezTo>
                    <a:pt x="10213" y="9225"/>
                    <a:pt x="10293" y="9106"/>
                    <a:pt x="10374" y="8989"/>
                  </a:cubicBezTo>
                  <a:cubicBezTo>
                    <a:pt x="11014" y="8064"/>
                    <a:pt x="11717" y="7157"/>
                    <a:pt x="12351" y="6173"/>
                  </a:cubicBezTo>
                  <a:cubicBezTo>
                    <a:pt x="12448" y="6076"/>
                    <a:pt x="12544" y="5979"/>
                    <a:pt x="12641" y="5889"/>
                  </a:cubicBezTo>
                  <a:cubicBezTo>
                    <a:pt x="13302" y="5228"/>
                    <a:pt x="13952" y="4578"/>
                    <a:pt x="14516" y="3928"/>
                  </a:cubicBezTo>
                  <a:cubicBezTo>
                    <a:pt x="14612" y="3852"/>
                    <a:pt x="14709" y="3782"/>
                    <a:pt x="14811" y="3718"/>
                  </a:cubicBezTo>
                  <a:cubicBezTo>
                    <a:pt x="16074" y="3321"/>
                    <a:pt x="17401" y="1994"/>
                    <a:pt x="17401"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1"/>
            <p:cNvSpPr/>
            <p:nvPr/>
          </p:nvSpPr>
          <p:spPr>
            <a:xfrm>
              <a:off x="2921275" y="951475"/>
              <a:ext cx="891150" cy="556300"/>
            </a:xfrm>
            <a:custGeom>
              <a:rect b="b" l="l" r="r" t="t"/>
              <a:pathLst>
                <a:path extrusionOk="0" h="22252" w="35646">
                  <a:moveTo>
                    <a:pt x="1434" y="0"/>
                  </a:moveTo>
                  <a:cubicBezTo>
                    <a:pt x="1526" y="151"/>
                    <a:pt x="1536" y="370"/>
                    <a:pt x="1504" y="693"/>
                  </a:cubicBezTo>
                  <a:cubicBezTo>
                    <a:pt x="1235" y="3213"/>
                    <a:pt x="1069" y="5738"/>
                    <a:pt x="881" y="8262"/>
                  </a:cubicBezTo>
                  <a:cubicBezTo>
                    <a:pt x="859" y="8547"/>
                    <a:pt x="715" y="8891"/>
                    <a:pt x="1069" y="9105"/>
                  </a:cubicBezTo>
                  <a:lnTo>
                    <a:pt x="1069" y="10503"/>
                  </a:lnTo>
                  <a:cubicBezTo>
                    <a:pt x="317" y="12291"/>
                    <a:pt x="387" y="14161"/>
                    <a:pt x="537" y="16042"/>
                  </a:cubicBezTo>
                  <a:cubicBezTo>
                    <a:pt x="601" y="16305"/>
                    <a:pt x="601" y="16563"/>
                    <a:pt x="564" y="16816"/>
                  </a:cubicBezTo>
                  <a:cubicBezTo>
                    <a:pt x="564" y="16831"/>
                    <a:pt x="559" y="16848"/>
                    <a:pt x="559" y="16863"/>
                  </a:cubicBezTo>
                  <a:cubicBezTo>
                    <a:pt x="537" y="16997"/>
                    <a:pt x="511" y="17131"/>
                    <a:pt x="479" y="17260"/>
                  </a:cubicBezTo>
                  <a:cubicBezTo>
                    <a:pt x="452" y="17379"/>
                    <a:pt x="419" y="17492"/>
                    <a:pt x="392" y="17605"/>
                  </a:cubicBezTo>
                  <a:cubicBezTo>
                    <a:pt x="317" y="17917"/>
                    <a:pt x="247" y="18222"/>
                    <a:pt x="258" y="18539"/>
                  </a:cubicBezTo>
                  <a:cubicBezTo>
                    <a:pt x="189" y="19040"/>
                    <a:pt x="112" y="19533"/>
                    <a:pt x="33" y="20060"/>
                  </a:cubicBezTo>
                  <a:cubicBezTo>
                    <a:pt x="21" y="20065"/>
                    <a:pt x="11" y="20076"/>
                    <a:pt x="0" y="20087"/>
                  </a:cubicBezTo>
                  <a:cubicBezTo>
                    <a:pt x="16" y="20114"/>
                    <a:pt x="27" y="20141"/>
                    <a:pt x="43" y="20168"/>
                  </a:cubicBezTo>
                  <a:cubicBezTo>
                    <a:pt x="134" y="20312"/>
                    <a:pt x="253" y="20446"/>
                    <a:pt x="414" y="20560"/>
                  </a:cubicBezTo>
                  <a:cubicBezTo>
                    <a:pt x="531" y="20400"/>
                    <a:pt x="712" y="20303"/>
                    <a:pt x="1005" y="20303"/>
                  </a:cubicBezTo>
                  <a:cubicBezTo>
                    <a:pt x="1099" y="20303"/>
                    <a:pt x="1204" y="20313"/>
                    <a:pt x="1322" y="20334"/>
                  </a:cubicBezTo>
                  <a:cubicBezTo>
                    <a:pt x="1622" y="20355"/>
                    <a:pt x="1929" y="20372"/>
                    <a:pt x="2230" y="20387"/>
                  </a:cubicBezTo>
                  <a:cubicBezTo>
                    <a:pt x="2386" y="20451"/>
                    <a:pt x="2542" y="20560"/>
                    <a:pt x="2696" y="20570"/>
                  </a:cubicBezTo>
                  <a:cubicBezTo>
                    <a:pt x="6162" y="20758"/>
                    <a:pt x="9621" y="20941"/>
                    <a:pt x="13087" y="21118"/>
                  </a:cubicBezTo>
                  <a:cubicBezTo>
                    <a:pt x="20318" y="21483"/>
                    <a:pt x="27555" y="21844"/>
                    <a:pt x="34790" y="22209"/>
                  </a:cubicBezTo>
                  <a:cubicBezTo>
                    <a:pt x="34978" y="22219"/>
                    <a:pt x="35182" y="22209"/>
                    <a:pt x="35343" y="22251"/>
                  </a:cubicBezTo>
                  <a:cubicBezTo>
                    <a:pt x="35376" y="22236"/>
                    <a:pt x="35403" y="22219"/>
                    <a:pt x="35430" y="22204"/>
                  </a:cubicBezTo>
                  <a:cubicBezTo>
                    <a:pt x="35408" y="22139"/>
                    <a:pt x="35387" y="22063"/>
                    <a:pt x="35365" y="22010"/>
                  </a:cubicBezTo>
                  <a:cubicBezTo>
                    <a:pt x="35338" y="21929"/>
                    <a:pt x="35306" y="21849"/>
                    <a:pt x="35284" y="21763"/>
                  </a:cubicBezTo>
                  <a:cubicBezTo>
                    <a:pt x="35274" y="21730"/>
                    <a:pt x="35269" y="21698"/>
                    <a:pt x="35263" y="21661"/>
                  </a:cubicBezTo>
                  <a:cubicBezTo>
                    <a:pt x="35349" y="21586"/>
                    <a:pt x="35425" y="21510"/>
                    <a:pt x="35489" y="21418"/>
                  </a:cubicBezTo>
                  <a:cubicBezTo>
                    <a:pt x="35467" y="20758"/>
                    <a:pt x="35645" y="20114"/>
                    <a:pt x="35623" y="19469"/>
                  </a:cubicBezTo>
                  <a:cubicBezTo>
                    <a:pt x="35606" y="19410"/>
                    <a:pt x="35596" y="19350"/>
                    <a:pt x="35581" y="19291"/>
                  </a:cubicBezTo>
                  <a:cubicBezTo>
                    <a:pt x="35413" y="18711"/>
                    <a:pt x="35085" y="18169"/>
                    <a:pt x="35016" y="17562"/>
                  </a:cubicBezTo>
                  <a:cubicBezTo>
                    <a:pt x="34833" y="17089"/>
                    <a:pt x="34678" y="16605"/>
                    <a:pt x="34592" y="16079"/>
                  </a:cubicBezTo>
                  <a:cubicBezTo>
                    <a:pt x="34302" y="14317"/>
                    <a:pt x="34478" y="12517"/>
                    <a:pt x="34188" y="10749"/>
                  </a:cubicBezTo>
                  <a:cubicBezTo>
                    <a:pt x="34156" y="10573"/>
                    <a:pt x="34113" y="10406"/>
                    <a:pt x="34059" y="10245"/>
                  </a:cubicBezTo>
                  <a:cubicBezTo>
                    <a:pt x="34054" y="10213"/>
                    <a:pt x="34049" y="10186"/>
                    <a:pt x="34044" y="10159"/>
                  </a:cubicBezTo>
                  <a:lnTo>
                    <a:pt x="33995" y="9960"/>
                  </a:lnTo>
                  <a:cubicBezTo>
                    <a:pt x="33937" y="9708"/>
                    <a:pt x="33888" y="9653"/>
                    <a:pt x="33883" y="9648"/>
                  </a:cubicBezTo>
                  <a:cubicBezTo>
                    <a:pt x="33866" y="9648"/>
                    <a:pt x="33850" y="9643"/>
                    <a:pt x="33828" y="9638"/>
                  </a:cubicBezTo>
                  <a:cubicBezTo>
                    <a:pt x="33732" y="9407"/>
                    <a:pt x="33625" y="9170"/>
                    <a:pt x="33523" y="8929"/>
                  </a:cubicBezTo>
                  <a:cubicBezTo>
                    <a:pt x="33404" y="8735"/>
                    <a:pt x="33340" y="8520"/>
                    <a:pt x="33308" y="8289"/>
                  </a:cubicBezTo>
                  <a:cubicBezTo>
                    <a:pt x="33099" y="7538"/>
                    <a:pt x="32873" y="6801"/>
                    <a:pt x="32846" y="6011"/>
                  </a:cubicBezTo>
                  <a:cubicBezTo>
                    <a:pt x="32787" y="4330"/>
                    <a:pt x="33292" y="2772"/>
                    <a:pt x="33496" y="1139"/>
                  </a:cubicBezTo>
                  <a:lnTo>
                    <a:pt x="33248" y="1139"/>
                  </a:lnTo>
                  <a:cubicBezTo>
                    <a:pt x="33253" y="1118"/>
                    <a:pt x="33260" y="1091"/>
                    <a:pt x="33260" y="1069"/>
                  </a:cubicBezTo>
                  <a:cubicBezTo>
                    <a:pt x="33286" y="854"/>
                    <a:pt x="33442" y="687"/>
                    <a:pt x="33635" y="628"/>
                  </a:cubicBezTo>
                  <a:cubicBezTo>
                    <a:pt x="33592" y="613"/>
                    <a:pt x="33543" y="607"/>
                    <a:pt x="33496" y="607"/>
                  </a:cubicBezTo>
                  <a:lnTo>
                    <a:pt x="33491" y="607"/>
                  </a:lnTo>
                  <a:cubicBezTo>
                    <a:pt x="33243" y="607"/>
                    <a:pt x="32990" y="613"/>
                    <a:pt x="32744" y="613"/>
                  </a:cubicBezTo>
                  <a:cubicBezTo>
                    <a:pt x="32464" y="613"/>
                    <a:pt x="32179" y="607"/>
                    <a:pt x="31900" y="602"/>
                  </a:cubicBezTo>
                  <a:cubicBezTo>
                    <a:pt x="29650" y="543"/>
                    <a:pt x="27361" y="499"/>
                    <a:pt x="25153" y="462"/>
                  </a:cubicBezTo>
                  <a:cubicBezTo>
                    <a:pt x="21091" y="392"/>
                    <a:pt x="16955" y="317"/>
                    <a:pt x="12812" y="119"/>
                  </a:cubicBezTo>
                  <a:cubicBezTo>
                    <a:pt x="11466" y="227"/>
                    <a:pt x="10107" y="269"/>
                    <a:pt x="8744" y="269"/>
                  </a:cubicBezTo>
                  <a:cubicBezTo>
                    <a:pt x="6307" y="269"/>
                    <a:pt x="3856" y="134"/>
                    <a:pt x="1434" y="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1"/>
            <p:cNvSpPr/>
            <p:nvPr/>
          </p:nvSpPr>
          <p:spPr>
            <a:xfrm>
              <a:off x="3740925" y="906475"/>
              <a:ext cx="901875" cy="1013375"/>
            </a:xfrm>
            <a:custGeom>
              <a:rect b="b" l="l" r="r" t="t"/>
              <a:pathLst>
                <a:path extrusionOk="0" h="40535" w="36075">
                  <a:moveTo>
                    <a:pt x="21173" y="23734"/>
                  </a:moveTo>
                  <a:cubicBezTo>
                    <a:pt x="21168" y="23739"/>
                    <a:pt x="21164" y="23743"/>
                    <a:pt x="21159" y="23747"/>
                  </a:cubicBezTo>
                  <a:lnTo>
                    <a:pt x="21159" y="23747"/>
                  </a:lnTo>
                  <a:cubicBezTo>
                    <a:pt x="21158" y="23750"/>
                    <a:pt x="21157" y="23753"/>
                    <a:pt x="21156" y="23756"/>
                  </a:cubicBezTo>
                  <a:lnTo>
                    <a:pt x="21173" y="23734"/>
                  </a:lnTo>
                  <a:close/>
                  <a:moveTo>
                    <a:pt x="10288" y="0"/>
                  </a:moveTo>
                  <a:cubicBezTo>
                    <a:pt x="10224" y="0"/>
                    <a:pt x="10159" y="0"/>
                    <a:pt x="10095" y="5"/>
                  </a:cubicBezTo>
                  <a:cubicBezTo>
                    <a:pt x="9713" y="49"/>
                    <a:pt x="9435" y="194"/>
                    <a:pt x="9257" y="441"/>
                  </a:cubicBezTo>
                  <a:cubicBezTo>
                    <a:pt x="8983" y="823"/>
                    <a:pt x="9090" y="1274"/>
                    <a:pt x="9160" y="1569"/>
                  </a:cubicBezTo>
                  <a:cubicBezTo>
                    <a:pt x="9170" y="1634"/>
                    <a:pt x="9187" y="1687"/>
                    <a:pt x="9192" y="1736"/>
                  </a:cubicBezTo>
                  <a:cubicBezTo>
                    <a:pt x="9246" y="2187"/>
                    <a:pt x="9165" y="2306"/>
                    <a:pt x="9150" y="2321"/>
                  </a:cubicBezTo>
                  <a:cubicBezTo>
                    <a:pt x="9128" y="2343"/>
                    <a:pt x="9031" y="2423"/>
                    <a:pt x="8622" y="2423"/>
                  </a:cubicBezTo>
                  <a:cubicBezTo>
                    <a:pt x="8558" y="2423"/>
                    <a:pt x="8488" y="2418"/>
                    <a:pt x="8413" y="2418"/>
                  </a:cubicBezTo>
                  <a:cubicBezTo>
                    <a:pt x="7913" y="2391"/>
                    <a:pt x="7372" y="2380"/>
                    <a:pt x="6710" y="2380"/>
                  </a:cubicBezTo>
                  <a:cubicBezTo>
                    <a:pt x="6323" y="2380"/>
                    <a:pt x="5942" y="2386"/>
                    <a:pt x="5555" y="2386"/>
                  </a:cubicBezTo>
                  <a:cubicBezTo>
                    <a:pt x="5173" y="2391"/>
                    <a:pt x="4793" y="2396"/>
                    <a:pt x="4411" y="2396"/>
                  </a:cubicBezTo>
                  <a:cubicBezTo>
                    <a:pt x="4142" y="2396"/>
                    <a:pt x="3869" y="2391"/>
                    <a:pt x="3600" y="2386"/>
                  </a:cubicBezTo>
                  <a:cubicBezTo>
                    <a:pt x="3353" y="2386"/>
                    <a:pt x="3110" y="2380"/>
                    <a:pt x="2864" y="2380"/>
                  </a:cubicBezTo>
                  <a:cubicBezTo>
                    <a:pt x="2381" y="2380"/>
                    <a:pt x="1892" y="2391"/>
                    <a:pt x="1402" y="2396"/>
                  </a:cubicBezTo>
                  <a:lnTo>
                    <a:pt x="995" y="2402"/>
                  </a:lnTo>
                  <a:cubicBezTo>
                    <a:pt x="946" y="2402"/>
                    <a:pt x="898" y="2413"/>
                    <a:pt x="849" y="2428"/>
                  </a:cubicBezTo>
                  <a:cubicBezTo>
                    <a:pt x="656" y="2487"/>
                    <a:pt x="500" y="2654"/>
                    <a:pt x="474" y="2869"/>
                  </a:cubicBezTo>
                  <a:cubicBezTo>
                    <a:pt x="474" y="2891"/>
                    <a:pt x="467" y="2918"/>
                    <a:pt x="462" y="2939"/>
                  </a:cubicBezTo>
                  <a:lnTo>
                    <a:pt x="710" y="2939"/>
                  </a:lnTo>
                  <a:cubicBezTo>
                    <a:pt x="506" y="4572"/>
                    <a:pt x="1" y="6130"/>
                    <a:pt x="60" y="7811"/>
                  </a:cubicBezTo>
                  <a:cubicBezTo>
                    <a:pt x="87" y="8601"/>
                    <a:pt x="313" y="9338"/>
                    <a:pt x="522" y="10089"/>
                  </a:cubicBezTo>
                  <a:cubicBezTo>
                    <a:pt x="554" y="10320"/>
                    <a:pt x="618" y="10535"/>
                    <a:pt x="737" y="10729"/>
                  </a:cubicBezTo>
                  <a:cubicBezTo>
                    <a:pt x="839" y="10970"/>
                    <a:pt x="946" y="11207"/>
                    <a:pt x="1042" y="11438"/>
                  </a:cubicBezTo>
                  <a:cubicBezTo>
                    <a:pt x="1064" y="11443"/>
                    <a:pt x="1080" y="11448"/>
                    <a:pt x="1097" y="11448"/>
                  </a:cubicBezTo>
                  <a:cubicBezTo>
                    <a:pt x="1102" y="11453"/>
                    <a:pt x="1151" y="11508"/>
                    <a:pt x="1209" y="11760"/>
                  </a:cubicBezTo>
                  <a:lnTo>
                    <a:pt x="1258" y="11959"/>
                  </a:lnTo>
                  <a:cubicBezTo>
                    <a:pt x="1263" y="11986"/>
                    <a:pt x="1268" y="12013"/>
                    <a:pt x="1273" y="12045"/>
                  </a:cubicBezTo>
                  <a:cubicBezTo>
                    <a:pt x="1327" y="12206"/>
                    <a:pt x="1370" y="12373"/>
                    <a:pt x="1402" y="12549"/>
                  </a:cubicBezTo>
                  <a:cubicBezTo>
                    <a:pt x="1692" y="14317"/>
                    <a:pt x="1516" y="16117"/>
                    <a:pt x="1806" y="17879"/>
                  </a:cubicBezTo>
                  <a:cubicBezTo>
                    <a:pt x="1892" y="18405"/>
                    <a:pt x="2047" y="18889"/>
                    <a:pt x="2230" y="19362"/>
                  </a:cubicBezTo>
                  <a:cubicBezTo>
                    <a:pt x="2299" y="19969"/>
                    <a:pt x="2627" y="20511"/>
                    <a:pt x="2795" y="21091"/>
                  </a:cubicBezTo>
                  <a:cubicBezTo>
                    <a:pt x="2810" y="21150"/>
                    <a:pt x="2820" y="21210"/>
                    <a:pt x="2837" y="21269"/>
                  </a:cubicBezTo>
                  <a:cubicBezTo>
                    <a:pt x="2859" y="21914"/>
                    <a:pt x="2681" y="22558"/>
                    <a:pt x="2703" y="23218"/>
                  </a:cubicBezTo>
                  <a:cubicBezTo>
                    <a:pt x="2639" y="23310"/>
                    <a:pt x="2563" y="23386"/>
                    <a:pt x="2477" y="23461"/>
                  </a:cubicBezTo>
                  <a:cubicBezTo>
                    <a:pt x="2483" y="23498"/>
                    <a:pt x="2488" y="23530"/>
                    <a:pt x="2498" y="23563"/>
                  </a:cubicBezTo>
                  <a:cubicBezTo>
                    <a:pt x="2520" y="23649"/>
                    <a:pt x="2552" y="23729"/>
                    <a:pt x="2579" y="23810"/>
                  </a:cubicBezTo>
                  <a:cubicBezTo>
                    <a:pt x="2601" y="23863"/>
                    <a:pt x="2622" y="23939"/>
                    <a:pt x="2644" y="24004"/>
                  </a:cubicBezTo>
                  <a:cubicBezTo>
                    <a:pt x="2654" y="24036"/>
                    <a:pt x="2659" y="24068"/>
                    <a:pt x="2666" y="24095"/>
                  </a:cubicBezTo>
                  <a:cubicBezTo>
                    <a:pt x="2815" y="24170"/>
                    <a:pt x="2896" y="24331"/>
                    <a:pt x="2827" y="24681"/>
                  </a:cubicBezTo>
                  <a:cubicBezTo>
                    <a:pt x="2031" y="25502"/>
                    <a:pt x="2009" y="26216"/>
                    <a:pt x="2359" y="26883"/>
                  </a:cubicBezTo>
                  <a:cubicBezTo>
                    <a:pt x="2569" y="27280"/>
                    <a:pt x="2912" y="27661"/>
                    <a:pt x="3299" y="28033"/>
                  </a:cubicBezTo>
                  <a:cubicBezTo>
                    <a:pt x="3606" y="28457"/>
                    <a:pt x="3557" y="28946"/>
                    <a:pt x="3557" y="29429"/>
                  </a:cubicBezTo>
                  <a:cubicBezTo>
                    <a:pt x="3551" y="31948"/>
                    <a:pt x="3450" y="34474"/>
                    <a:pt x="3589" y="36988"/>
                  </a:cubicBezTo>
                  <a:cubicBezTo>
                    <a:pt x="3648" y="38035"/>
                    <a:pt x="3504" y="39040"/>
                    <a:pt x="3331" y="40039"/>
                  </a:cubicBezTo>
                  <a:cubicBezTo>
                    <a:pt x="3353" y="40195"/>
                    <a:pt x="3385" y="40334"/>
                    <a:pt x="3433" y="40458"/>
                  </a:cubicBezTo>
                  <a:cubicBezTo>
                    <a:pt x="3589" y="40383"/>
                    <a:pt x="3755" y="40329"/>
                    <a:pt x="3943" y="40297"/>
                  </a:cubicBezTo>
                  <a:cubicBezTo>
                    <a:pt x="4042" y="40475"/>
                    <a:pt x="4223" y="40535"/>
                    <a:pt x="4553" y="40535"/>
                  </a:cubicBezTo>
                  <a:cubicBezTo>
                    <a:pt x="4781" y="40535"/>
                    <a:pt x="5079" y="40506"/>
                    <a:pt x="5470" y="40470"/>
                  </a:cubicBezTo>
                  <a:cubicBezTo>
                    <a:pt x="5631" y="40405"/>
                    <a:pt x="5792" y="40361"/>
                    <a:pt x="5947" y="40329"/>
                  </a:cubicBezTo>
                  <a:cubicBezTo>
                    <a:pt x="6222" y="40346"/>
                    <a:pt x="6490" y="40361"/>
                    <a:pt x="6759" y="40361"/>
                  </a:cubicBezTo>
                  <a:cubicBezTo>
                    <a:pt x="7092" y="40361"/>
                    <a:pt x="7377" y="40341"/>
                    <a:pt x="7645" y="40297"/>
                  </a:cubicBezTo>
                  <a:cubicBezTo>
                    <a:pt x="7784" y="40308"/>
                    <a:pt x="7925" y="40319"/>
                    <a:pt x="8069" y="40324"/>
                  </a:cubicBezTo>
                  <a:cubicBezTo>
                    <a:pt x="14887" y="40141"/>
                    <a:pt x="21699" y="39947"/>
                    <a:pt x="28517" y="39798"/>
                  </a:cubicBezTo>
                  <a:cubicBezTo>
                    <a:pt x="28833" y="39786"/>
                    <a:pt x="29026" y="39739"/>
                    <a:pt x="29134" y="39625"/>
                  </a:cubicBezTo>
                  <a:cubicBezTo>
                    <a:pt x="29268" y="39496"/>
                    <a:pt x="29279" y="39287"/>
                    <a:pt x="29214" y="38948"/>
                  </a:cubicBezTo>
                  <a:cubicBezTo>
                    <a:pt x="29134" y="38529"/>
                    <a:pt x="29177" y="38078"/>
                    <a:pt x="29167" y="37643"/>
                  </a:cubicBezTo>
                  <a:cubicBezTo>
                    <a:pt x="28989" y="37514"/>
                    <a:pt x="28720" y="37428"/>
                    <a:pt x="28882" y="37128"/>
                  </a:cubicBezTo>
                  <a:lnTo>
                    <a:pt x="28882" y="37128"/>
                  </a:lnTo>
                  <a:cubicBezTo>
                    <a:pt x="28828" y="37136"/>
                    <a:pt x="28777" y="37140"/>
                    <a:pt x="28729" y="37140"/>
                  </a:cubicBezTo>
                  <a:cubicBezTo>
                    <a:pt x="28396" y="37140"/>
                    <a:pt x="28192" y="36947"/>
                    <a:pt x="28103" y="36585"/>
                  </a:cubicBezTo>
                  <a:cubicBezTo>
                    <a:pt x="28058" y="36592"/>
                    <a:pt x="28014" y="36595"/>
                    <a:pt x="27973" y="36595"/>
                  </a:cubicBezTo>
                  <a:cubicBezTo>
                    <a:pt x="27570" y="36595"/>
                    <a:pt x="27327" y="36287"/>
                    <a:pt x="27044" y="36047"/>
                  </a:cubicBezTo>
                  <a:cubicBezTo>
                    <a:pt x="26776" y="35908"/>
                    <a:pt x="26318" y="35811"/>
                    <a:pt x="26276" y="35623"/>
                  </a:cubicBezTo>
                  <a:cubicBezTo>
                    <a:pt x="25986" y="34274"/>
                    <a:pt x="24783" y="33974"/>
                    <a:pt x="23836" y="33367"/>
                  </a:cubicBezTo>
                  <a:cubicBezTo>
                    <a:pt x="23531" y="32680"/>
                    <a:pt x="22586" y="32943"/>
                    <a:pt x="22236" y="32320"/>
                  </a:cubicBezTo>
                  <a:cubicBezTo>
                    <a:pt x="22169" y="32349"/>
                    <a:pt x="22110" y="32362"/>
                    <a:pt x="22057" y="32362"/>
                  </a:cubicBezTo>
                  <a:cubicBezTo>
                    <a:pt x="21878" y="32362"/>
                    <a:pt x="21775" y="32212"/>
                    <a:pt x="21688" y="32030"/>
                  </a:cubicBezTo>
                  <a:lnTo>
                    <a:pt x="21688" y="32030"/>
                  </a:lnTo>
                  <a:lnTo>
                    <a:pt x="21709" y="32050"/>
                  </a:lnTo>
                  <a:cubicBezTo>
                    <a:pt x="21135" y="30659"/>
                    <a:pt x="21483" y="29209"/>
                    <a:pt x="21500" y="27796"/>
                  </a:cubicBezTo>
                  <a:cubicBezTo>
                    <a:pt x="21505" y="27248"/>
                    <a:pt x="21425" y="26716"/>
                    <a:pt x="21425" y="26174"/>
                  </a:cubicBezTo>
                  <a:cubicBezTo>
                    <a:pt x="21390" y="26178"/>
                    <a:pt x="21355" y="26179"/>
                    <a:pt x="21320" y="26179"/>
                  </a:cubicBezTo>
                  <a:cubicBezTo>
                    <a:pt x="20888" y="26179"/>
                    <a:pt x="20566" y="25875"/>
                    <a:pt x="20705" y="25556"/>
                  </a:cubicBezTo>
                  <a:cubicBezTo>
                    <a:pt x="20965" y="24964"/>
                    <a:pt x="20651" y="24247"/>
                    <a:pt x="21159" y="23747"/>
                  </a:cubicBezTo>
                  <a:lnTo>
                    <a:pt x="21159" y="23747"/>
                  </a:lnTo>
                  <a:cubicBezTo>
                    <a:pt x="21253" y="23493"/>
                    <a:pt x="21476" y="23483"/>
                    <a:pt x="21694" y="23466"/>
                  </a:cubicBezTo>
                  <a:cubicBezTo>
                    <a:pt x="21790" y="23218"/>
                    <a:pt x="22016" y="23218"/>
                    <a:pt x="22231" y="23203"/>
                  </a:cubicBezTo>
                  <a:cubicBezTo>
                    <a:pt x="22328" y="22950"/>
                    <a:pt x="22559" y="22950"/>
                    <a:pt x="22773" y="22935"/>
                  </a:cubicBezTo>
                  <a:cubicBezTo>
                    <a:pt x="22951" y="22757"/>
                    <a:pt x="23127" y="22585"/>
                    <a:pt x="23300" y="22407"/>
                  </a:cubicBezTo>
                  <a:cubicBezTo>
                    <a:pt x="23305" y="21301"/>
                    <a:pt x="23332" y="20200"/>
                    <a:pt x="23300" y="19093"/>
                  </a:cubicBezTo>
                  <a:cubicBezTo>
                    <a:pt x="23283" y="18524"/>
                    <a:pt x="23402" y="18068"/>
                    <a:pt x="23853" y="17681"/>
                  </a:cubicBezTo>
                  <a:cubicBezTo>
                    <a:pt x="23896" y="17649"/>
                    <a:pt x="23933" y="17610"/>
                    <a:pt x="23977" y="17578"/>
                  </a:cubicBezTo>
                  <a:cubicBezTo>
                    <a:pt x="24094" y="17545"/>
                    <a:pt x="24235" y="17525"/>
                    <a:pt x="24391" y="17525"/>
                  </a:cubicBezTo>
                  <a:cubicBezTo>
                    <a:pt x="24513" y="17525"/>
                    <a:pt x="24649" y="17540"/>
                    <a:pt x="24793" y="17567"/>
                  </a:cubicBezTo>
                  <a:cubicBezTo>
                    <a:pt x="25507" y="16923"/>
                    <a:pt x="26201" y="16246"/>
                    <a:pt x="26878" y="15591"/>
                  </a:cubicBezTo>
                  <a:cubicBezTo>
                    <a:pt x="29177" y="13350"/>
                    <a:pt x="31353" y="11239"/>
                    <a:pt x="34361" y="10127"/>
                  </a:cubicBezTo>
                  <a:cubicBezTo>
                    <a:pt x="34763" y="9977"/>
                    <a:pt x="35097" y="9719"/>
                    <a:pt x="35425" y="9467"/>
                  </a:cubicBezTo>
                  <a:cubicBezTo>
                    <a:pt x="35559" y="9365"/>
                    <a:pt x="35698" y="9256"/>
                    <a:pt x="35844" y="9155"/>
                  </a:cubicBezTo>
                  <a:cubicBezTo>
                    <a:pt x="35988" y="9058"/>
                    <a:pt x="36075" y="8892"/>
                    <a:pt x="36075" y="8714"/>
                  </a:cubicBezTo>
                  <a:cubicBezTo>
                    <a:pt x="36075" y="8537"/>
                    <a:pt x="35988" y="8371"/>
                    <a:pt x="35839" y="8274"/>
                  </a:cubicBezTo>
                  <a:cubicBezTo>
                    <a:pt x="35623" y="8128"/>
                    <a:pt x="35398" y="8053"/>
                    <a:pt x="35162" y="8053"/>
                  </a:cubicBezTo>
                  <a:cubicBezTo>
                    <a:pt x="34785" y="8053"/>
                    <a:pt x="34500" y="8242"/>
                    <a:pt x="34292" y="8381"/>
                  </a:cubicBezTo>
                  <a:cubicBezTo>
                    <a:pt x="34259" y="8403"/>
                    <a:pt x="34216" y="8430"/>
                    <a:pt x="34178" y="8456"/>
                  </a:cubicBezTo>
                  <a:cubicBezTo>
                    <a:pt x="33474" y="7817"/>
                    <a:pt x="32685" y="7731"/>
                    <a:pt x="31998" y="7731"/>
                  </a:cubicBezTo>
                  <a:cubicBezTo>
                    <a:pt x="31852" y="7731"/>
                    <a:pt x="31708" y="7731"/>
                    <a:pt x="31562" y="7736"/>
                  </a:cubicBezTo>
                  <a:cubicBezTo>
                    <a:pt x="31428" y="7741"/>
                    <a:pt x="31289" y="7741"/>
                    <a:pt x="31153" y="7741"/>
                  </a:cubicBezTo>
                  <a:cubicBezTo>
                    <a:pt x="31031" y="7741"/>
                    <a:pt x="30902" y="7741"/>
                    <a:pt x="30778" y="7731"/>
                  </a:cubicBezTo>
                  <a:cubicBezTo>
                    <a:pt x="30746" y="7726"/>
                    <a:pt x="30709" y="7726"/>
                    <a:pt x="30670" y="7726"/>
                  </a:cubicBezTo>
                  <a:cubicBezTo>
                    <a:pt x="30558" y="7726"/>
                    <a:pt x="30444" y="7741"/>
                    <a:pt x="30348" y="7753"/>
                  </a:cubicBezTo>
                  <a:cubicBezTo>
                    <a:pt x="30290" y="7758"/>
                    <a:pt x="30235" y="7769"/>
                    <a:pt x="30181" y="7769"/>
                  </a:cubicBezTo>
                  <a:cubicBezTo>
                    <a:pt x="29935" y="7328"/>
                    <a:pt x="29613" y="7102"/>
                    <a:pt x="29219" y="7102"/>
                  </a:cubicBezTo>
                  <a:cubicBezTo>
                    <a:pt x="28892" y="7102"/>
                    <a:pt x="28624" y="7263"/>
                    <a:pt x="28388" y="7404"/>
                  </a:cubicBezTo>
                  <a:cubicBezTo>
                    <a:pt x="28339" y="7436"/>
                    <a:pt x="28285" y="7468"/>
                    <a:pt x="28237" y="7495"/>
                  </a:cubicBezTo>
                  <a:lnTo>
                    <a:pt x="28205" y="7511"/>
                  </a:lnTo>
                  <a:cubicBezTo>
                    <a:pt x="27340" y="7994"/>
                    <a:pt x="26813" y="8284"/>
                    <a:pt x="26459" y="8284"/>
                  </a:cubicBezTo>
                  <a:cubicBezTo>
                    <a:pt x="26061" y="8284"/>
                    <a:pt x="25545" y="7897"/>
                    <a:pt x="24525" y="7129"/>
                  </a:cubicBezTo>
                  <a:lnTo>
                    <a:pt x="24277" y="6941"/>
                  </a:lnTo>
                  <a:cubicBezTo>
                    <a:pt x="24235" y="6909"/>
                    <a:pt x="24191" y="6871"/>
                    <a:pt x="24154" y="6834"/>
                  </a:cubicBezTo>
                  <a:cubicBezTo>
                    <a:pt x="23987" y="6678"/>
                    <a:pt x="23756" y="6464"/>
                    <a:pt x="23417" y="6464"/>
                  </a:cubicBezTo>
                  <a:cubicBezTo>
                    <a:pt x="23144" y="6464"/>
                    <a:pt x="22902" y="6598"/>
                    <a:pt x="22693" y="6866"/>
                  </a:cubicBezTo>
                  <a:cubicBezTo>
                    <a:pt x="22612" y="6963"/>
                    <a:pt x="22554" y="7022"/>
                    <a:pt x="22515" y="7059"/>
                  </a:cubicBezTo>
                  <a:cubicBezTo>
                    <a:pt x="22467" y="6995"/>
                    <a:pt x="22392" y="6883"/>
                    <a:pt x="22279" y="6689"/>
                  </a:cubicBezTo>
                  <a:cubicBezTo>
                    <a:pt x="21587" y="5464"/>
                    <a:pt x="20280" y="4706"/>
                    <a:pt x="18879" y="4706"/>
                  </a:cubicBezTo>
                  <a:cubicBezTo>
                    <a:pt x="18250" y="4706"/>
                    <a:pt x="17622" y="4862"/>
                    <a:pt x="17074" y="5163"/>
                  </a:cubicBezTo>
                  <a:cubicBezTo>
                    <a:pt x="16832" y="5297"/>
                    <a:pt x="16596" y="5373"/>
                    <a:pt x="16423" y="5373"/>
                  </a:cubicBezTo>
                  <a:cubicBezTo>
                    <a:pt x="16370" y="5373"/>
                    <a:pt x="16326" y="5361"/>
                    <a:pt x="16294" y="5351"/>
                  </a:cubicBezTo>
                  <a:cubicBezTo>
                    <a:pt x="15215" y="4840"/>
                    <a:pt x="14087" y="4659"/>
                    <a:pt x="12996" y="4476"/>
                  </a:cubicBezTo>
                  <a:cubicBezTo>
                    <a:pt x="12808" y="4443"/>
                    <a:pt x="12619" y="4411"/>
                    <a:pt x="12432" y="4379"/>
                  </a:cubicBezTo>
                  <a:cubicBezTo>
                    <a:pt x="12222" y="4347"/>
                    <a:pt x="11981" y="4213"/>
                    <a:pt x="11910" y="4099"/>
                  </a:cubicBezTo>
                  <a:cubicBezTo>
                    <a:pt x="11900" y="4084"/>
                    <a:pt x="11890" y="4062"/>
                    <a:pt x="11910" y="4002"/>
                  </a:cubicBezTo>
                  <a:cubicBezTo>
                    <a:pt x="12136" y="3315"/>
                    <a:pt x="11975" y="2730"/>
                    <a:pt x="11835" y="2214"/>
                  </a:cubicBezTo>
                  <a:cubicBezTo>
                    <a:pt x="11766" y="1956"/>
                    <a:pt x="11701" y="1714"/>
                    <a:pt x="11696" y="1483"/>
                  </a:cubicBezTo>
                  <a:cubicBezTo>
                    <a:pt x="11659" y="581"/>
                    <a:pt x="11104" y="0"/>
                    <a:pt x="10288"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1"/>
            <p:cNvSpPr/>
            <p:nvPr/>
          </p:nvSpPr>
          <p:spPr>
            <a:xfrm>
              <a:off x="4666025" y="2829850"/>
              <a:ext cx="4175" cy="3625"/>
            </a:xfrm>
            <a:custGeom>
              <a:rect b="b" l="l" r="r" t="t"/>
              <a:pathLst>
                <a:path extrusionOk="0" h="145" w="167">
                  <a:moveTo>
                    <a:pt x="87" y="1"/>
                  </a:moveTo>
                  <a:cubicBezTo>
                    <a:pt x="60" y="38"/>
                    <a:pt x="27" y="70"/>
                    <a:pt x="0" y="108"/>
                  </a:cubicBezTo>
                  <a:cubicBezTo>
                    <a:pt x="27" y="124"/>
                    <a:pt x="55" y="135"/>
                    <a:pt x="80" y="145"/>
                  </a:cubicBezTo>
                  <a:cubicBezTo>
                    <a:pt x="107" y="124"/>
                    <a:pt x="134" y="102"/>
                    <a:pt x="167" y="75"/>
                  </a:cubicBezTo>
                  <a:cubicBezTo>
                    <a:pt x="140" y="48"/>
                    <a:pt x="113" y="28"/>
                    <a:pt x="87"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1"/>
            <p:cNvSpPr/>
            <p:nvPr/>
          </p:nvSpPr>
          <p:spPr>
            <a:xfrm>
              <a:off x="733450" y="1799325"/>
              <a:ext cx="871125" cy="1335825"/>
            </a:xfrm>
            <a:custGeom>
              <a:rect b="b" l="l" r="r" t="t"/>
              <a:pathLst>
                <a:path extrusionOk="0" h="53433" w="34845">
                  <a:moveTo>
                    <a:pt x="5458" y="1"/>
                  </a:moveTo>
                  <a:cubicBezTo>
                    <a:pt x="5324" y="33"/>
                    <a:pt x="5205" y="87"/>
                    <a:pt x="5108" y="151"/>
                  </a:cubicBezTo>
                  <a:cubicBezTo>
                    <a:pt x="4937" y="269"/>
                    <a:pt x="4818" y="425"/>
                    <a:pt x="4727" y="598"/>
                  </a:cubicBezTo>
                  <a:cubicBezTo>
                    <a:pt x="4808" y="828"/>
                    <a:pt x="4786" y="1134"/>
                    <a:pt x="4674" y="1558"/>
                  </a:cubicBezTo>
                  <a:cubicBezTo>
                    <a:pt x="3132" y="7548"/>
                    <a:pt x="1687" y="13566"/>
                    <a:pt x="161" y="19561"/>
                  </a:cubicBezTo>
                  <a:cubicBezTo>
                    <a:pt x="43" y="20034"/>
                    <a:pt x="0" y="20431"/>
                    <a:pt x="129" y="20759"/>
                  </a:cubicBezTo>
                  <a:cubicBezTo>
                    <a:pt x="134" y="20786"/>
                    <a:pt x="129" y="20801"/>
                    <a:pt x="139" y="20828"/>
                  </a:cubicBezTo>
                  <a:cubicBezTo>
                    <a:pt x="1875" y="25830"/>
                    <a:pt x="5604" y="30719"/>
                    <a:pt x="8659" y="35011"/>
                  </a:cubicBezTo>
                  <a:cubicBezTo>
                    <a:pt x="10422" y="37488"/>
                    <a:pt x="12539" y="39696"/>
                    <a:pt x="14381" y="42114"/>
                  </a:cubicBezTo>
                  <a:cubicBezTo>
                    <a:pt x="16035" y="44279"/>
                    <a:pt x="17255" y="46706"/>
                    <a:pt x="19045" y="48780"/>
                  </a:cubicBezTo>
                  <a:cubicBezTo>
                    <a:pt x="19055" y="48796"/>
                    <a:pt x="19071" y="48801"/>
                    <a:pt x="19087" y="48812"/>
                  </a:cubicBezTo>
                  <a:cubicBezTo>
                    <a:pt x="19174" y="48957"/>
                    <a:pt x="19291" y="49086"/>
                    <a:pt x="19464" y="49173"/>
                  </a:cubicBezTo>
                  <a:cubicBezTo>
                    <a:pt x="19539" y="49511"/>
                    <a:pt x="19678" y="49801"/>
                    <a:pt x="20000" y="49979"/>
                  </a:cubicBezTo>
                  <a:cubicBezTo>
                    <a:pt x="20081" y="50306"/>
                    <a:pt x="20221" y="50596"/>
                    <a:pt x="20528" y="50773"/>
                  </a:cubicBezTo>
                  <a:cubicBezTo>
                    <a:pt x="20533" y="51068"/>
                    <a:pt x="20769" y="51122"/>
                    <a:pt x="20984" y="51197"/>
                  </a:cubicBezTo>
                  <a:cubicBezTo>
                    <a:pt x="21252" y="51429"/>
                    <a:pt x="21462" y="51708"/>
                    <a:pt x="21623" y="52009"/>
                  </a:cubicBezTo>
                  <a:cubicBezTo>
                    <a:pt x="21720" y="52191"/>
                    <a:pt x="21795" y="52385"/>
                    <a:pt x="21859" y="52590"/>
                  </a:cubicBezTo>
                  <a:cubicBezTo>
                    <a:pt x="21869" y="52755"/>
                    <a:pt x="21879" y="52922"/>
                    <a:pt x="22076" y="52922"/>
                  </a:cubicBezTo>
                  <a:cubicBezTo>
                    <a:pt x="22095" y="52922"/>
                    <a:pt x="22116" y="52920"/>
                    <a:pt x="22139" y="52917"/>
                  </a:cubicBezTo>
                  <a:cubicBezTo>
                    <a:pt x="22192" y="53088"/>
                    <a:pt x="22236" y="53260"/>
                    <a:pt x="22268" y="53433"/>
                  </a:cubicBezTo>
                  <a:cubicBezTo>
                    <a:pt x="22311" y="53428"/>
                    <a:pt x="22348" y="53416"/>
                    <a:pt x="22385" y="53401"/>
                  </a:cubicBezTo>
                  <a:cubicBezTo>
                    <a:pt x="22385" y="53395"/>
                    <a:pt x="22385" y="53395"/>
                    <a:pt x="22391" y="53395"/>
                  </a:cubicBezTo>
                  <a:cubicBezTo>
                    <a:pt x="22547" y="53363"/>
                    <a:pt x="22687" y="53309"/>
                    <a:pt x="22816" y="53239"/>
                  </a:cubicBezTo>
                  <a:cubicBezTo>
                    <a:pt x="22993" y="52401"/>
                    <a:pt x="23213" y="51563"/>
                    <a:pt x="23272" y="50714"/>
                  </a:cubicBezTo>
                  <a:cubicBezTo>
                    <a:pt x="23251" y="50569"/>
                    <a:pt x="23256" y="50423"/>
                    <a:pt x="23288" y="50262"/>
                  </a:cubicBezTo>
                  <a:cubicBezTo>
                    <a:pt x="23288" y="50069"/>
                    <a:pt x="23278" y="49875"/>
                    <a:pt x="23256" y="49682"/>
                  </a:cubicBezTo>
                  <a:cubicBezTo>
                    <a:pt x="23116" y="48517"/>
                    <a:pt x="23664" y="47259"/>
                    <a:pt x="23127" y="46051"/>
                  </a:cubicBezTo>
                  <a:lnTo>
                    <a:pt x="23127" y="46051"/>
                  </a:lnTo>
                  <a:cubicBezTo>
                    <a:pt x="23159" y="46053"/>
                    <a:pt x="23192" y="46053"/>
                    <a:pt x="23224" y="46053"/>
                  </a:cubicBezTo>
                  <a:cubicBezTo>
                    <a:pt x="23662" y="46053"/>
                    <a:pt x="24123" y="45937"/>
                    <a:pt x="24559" y="45937"/>
                  </a:cubicBezTo>
                  <a:cubicBezTo>
                    <a:pt x="24576" y="45937"/>
                    <a:pt x="24593" y="45938"/>
                    <a:pt x="24610" y="45938"/>
                  </a:cubicBezTo>
                  <a:cubicBezTo>
                    <a:pt x="24787" y="45943"/>
                    <a:pt x="24964" y="45970"/>
                    <a:pt x="25137" y="46029"/>
                  </a:cubicBezTo>
                  <a:cubicBezTo>
                    <a:pt x="25249" y="46072"/>
                    <a:pt x="25362" y="46131"/>
                    <a:pt x="25464" y="46213"/>
                  </a:cubicBezTo>
                  <a:cubicBezTo>
                    <a:pt x="25626" y="46330"/>
                    <a:pt x="25775" y="46503"/>
                    <a:pt x="25910" y="46739"/>
                  </a:cubicBezTo>
                  <a:cubicBezTo>
                    <a:pt x="26004" y="46899"/>
                    <a:pt x="26086" y="46968"/>
                    <a:pt x="26164" y="46968"/>
                  </a:cubicBezTo>
                  <a:cubicBezTo>
                    <a:pt x="26301" y="46968"/>
                    <a:pt x="26425" y="46755"/>
                    <a:pt x="26576" y="46443"/>
                  </a:cubicBezTo>
                  <a:cubicBezTo>
                    <a:pt x="26716" y="46158"/>
                    <a:pt x="26807" y="45863"/>
                    <a:pt x="26883" y="45563"/>
                  </a:cubicBezTo>
                  <a:cubicBezTo>
                    <a:pt x="26947" y="45310"/>
                    <a:pt x="26995" y="45047"/>
                    <a:pt x="27049" y="44789"/>
                  </a:cubicBezTo>
                  <a:cubicBezTo>
                    <a:pt x="27076" y="44665"/>
                    <a:pt x="27097" y="44547"/>
                    <a:pt x="27129" y="44428"/>
                  </a:cubicBezTo>
                  <a:cubicBezTo>
                    <a:pt x="27253" y="43902"/>
                    <a:pt x="27425" y="43397"/>
                    <a:pt x="27785" y="42957"/>
                  </a:cubicBezTo>
                  <a:cubicBezTo>
                    <a:pt x="27817" y="42898"/>
                    <a:pt x="27833" y="42838"/>
                    <a:pt x="27828" y="42791"/>
                  </a:cubicBezTo>
                  <a:cubicBezTo>
                    <a:pt x="27994" y="42189"/>
                    <a:pt x="28113" y="41791"/>
                    <a:pt x="28263" y="41539"/>
                  </a:cubicBezTo>
                  <a:cubicBezTo>
                    <a:pt x="28313" y="41382"/>
                    <a:pt x="28364" y="41224"/>
                    <a:pt x="28410" y="41062"/>
                  </a:cubicBezTo>
                  <a:lnTo>
                    <a:pt x="28410" y="41062"/>
                  </a:lnTo>
                  <a:cubicBezTo>
                    <a:pt x="28415" y="41068"/>
                    <a:pt x="28420" y="41071"/>
                    <a:pt x="28423" y="41071"/>
                  </a:cubicBezTo>
                  <a:cubicBezTo>
                    <a:pt x="28427" y="41071"/>
                    <a:pt x="28428" y="41062"/>
                    <a:pt x="28418" y="41033"/>
                  </a:cubicBezTo>
                  <a:cubicBezTo>
                    <a:pt x="29203" y="38192"/>
                    <a:pt x="29166" y="34683"/>
                    <a:pt x="29751" y="31799"/>
                  </a:cubicBezTo>
                  <a:cubicBezTo>
                    <a:pt x="31373" y="23767"/>
                    <a:pt x="32878" y="15703"/>
                    <a:pt x="34468" y="7667"/>
                  </a:cubicBezTo>
                  <a:cubicBezTo>
                    <a:pt x="34537" y="7323"/>
                    <a:pt x="34543" y="7082"/>
                    <a:pt x="34457" y="6898"/>
                  </a:cubicBezTo>
                  <a:cubicBezTo>
                    <a:pt x="34549" y="6742"/>
                    <a:pt x="34671" y="6598"/>
                    <a:pt x="34844" y="6496"/>
                  </a:cubicBezTo>
                  <a:cubicBezTo>
                    <a:pt x="34817" y="6458"/>
                    <a:pt x="34785" y="6425"/>
                    <a:pt x="34753" y="6393"/>
                  </a:cubicBezTo>
                  <a:cubicBezTo>
                    <a:pt x="30250" y="5512"/>
                    <a:pt x="25743" y="4647"/>
                    <a:pt x="21237" y="3789"/>
                  </a:cubicBezTo>
                  <a:cubicBezTo>
                    <a:pt x="20747" y="3697"/>
                    <a:pt x="20479" y="3536"/>
                    <a:pt x="20350" y="3299"/>
                  </a:cubicBezTo>
                  <a:cubicBezTo>
                    <a:pt x="20151" y="3251"/>
                    <a:pt x="19952" y="3214"/>
                    <a:pt x="19747" y="3165"/>
                  </a:cubicBezTo>
                  <a:cubicBezTo>
                    <a:pt x="19710" y="3159"/>
                    <a:pt x="19673" y="3149"/>
                    <a:pt x="19635" y="3144"/>
                  </a:cubicBezTo>
                  <a:cubicBezTo>
                    <a:pt x="19507" y="3239"/>
                    <a:pt x="19349" y="3280"/>
                    <a:pt x="19154" y="3280"/>
                  </a:cubicBezTo>
                  <a:cubicBezTo>
                    <a:pt x="18998" y="3280"/>
                    <a:pt x="18817" y="3254"/>
                    <a:pt x="18609" y="3208"/>
                  </a:cubicBezTo>
                  <a:cubicBezTo>
                    <a:pt x="14210" y="2209"/>
                    <a:pt x="9826" y="1129"/>
                    <a:pt x="5458" y="1"/>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1"/>
            <p:cNvSpPr/>
            <p:nvPr/>
          </p:nvSpPr>
          <p:spPr>
            <a:xfrm>
              <a:off x="4979500" y="3308650"/>
              <a:ext cx="518175" cy="716525"/>
            </a:xfrm>
            <a:custGeom>
              <a:rect b="b" l="l" r="r" t="t"/>
              <a:pathLst>
                <a:path extrusionOk="0" h="28661" w="20727">
                  <a:moveTo>
                    <a:pt x="14022" y="0"/>
                  </a:moveTo>
                  <a:cubicBezTo>
                    <a:pt x="9509" y="506"/>
                    <a:pt x="4991" y="903"/>
                    <a:pt x="467" y="1262"/>
                  </a:cubicBezTo>
                  <a:cubicBezTo>
                    <a:pt x="397" y="1300"/>
                    <a:pt x="344" y="1349"/>
                    <a:pt x="290" y="1397"/>
                  </a:cubicBezTo>
                  <a:cubicBezTo>
                    <a:pt x="317" y="1418"/>
                    <a:pt x="349" y="1440"/>
                    <a:pt x="377" y="1467"/>
                  </a:cubicBezTo>
                  <a:cubicBezTo>
                    <a:pt x="484" y="1574"/>
                    <a:pt x="558" y="1698"/>
                    <a:pt x="612" y="1827"/>
                  </a:cubicBezTo>
                  <a:cubicBezTo>
                    <a:pt x="473" y="1999"/>
                    <a:pt x="446" y="2251"/>
                    <a:pt x="451" y="2601"/>
                  </a:cubicBezTo>
                  <a:cubicBezTo>
                    <a:pt x="478" y="5571"/>
                    <a:pt x="456" y="8542"/>
                    <a:pt x="456" y="11513"/>
                  </a:cubicBezTo>
                  <a:cubicBezTo>
                    <a:pt x="489" y="12184"/>
                    <a:pt x="521" y="12856"/>
                    <a:pt x="521" y="13528"/>
                  </a:cubicBezTo>
                  <a:cubicBezTo>
                    <a:pt x="521" y="14199"/>
                    <a:pt x="489" y="14870"/>
                    <a:pt x="402" y="15542"/>
                  </a:cubicBezTo>
                  <a:cubicBezTo>
                    <a:pt x="258" y="18641"/>
                    <a:pt x="0" y="21742"/>
                    <a:pt x="451" y="24842"/>
                  </a:cubicBezTo>
                  <a:cubicBezTo>
                    <a:pt x="640" y="26114"/>
                    <a:pt x="833" y="27388"/>
                    <a:pt x="1010" y="28661"/>
                  </a:cubicBezTo>
                  <a:cubicBezTo>
                    <a:pt x="1015" y="28661"/>
                    <a:pt x="1015" y="28655"/>
                    <a:pt x="1021" y="28655"/>
                  </a:cubicBezTo>
                  <a:cubicBezTo>
                    <a:pt x="1074" y="28650"/>
                    <a:pt x="1128" y="28645"/>
                    <a:pt x="1176" y="28640"/>
                  </a:cubicBezTo>
                  <a:cubicBezTo>
                    <a:pt x="3561" y="28338"/>
                    <a:pt x="5953" y="27899"/>
                    <a:pt x="8354" y="27817"/>
                  </a:cubicBezTo>
                  <a:cubicBezTo>
                    <a:pt x="9202" y="27790"/>
                    <a:pt x="10047" y="27790"/>
                    <a:pt x="10890" y="27748"/>
                  </a:cubicBezTo>
                  <a:cubicBezTo>
                    <a:pt x="11502" y="27673"/>
                    <a:pt x="12109" y="27602"/>
                    <a:pt x="12722" y="27532"/>
                  </a:cubicBezTo>
                  <a:cubicBezTo>
                    <a:pt x="13323" y="27468"/>
                    <a:pt x="13930" y="27403"/>
                    <a:pt x="14537" y="27334"/>
                  </a:cubicBezTo>
                  <a:cubicBezTo>
                    <a:pt x="14892" y="27269"/>
                    <a:pt x="15241" y="27210"/>
                    <a:pt x="15606" y="27210"/>
                  </a:cubicBezTo>
                  <a:cubicBezTo>
                    <a:pt x="15616" y="27210"/>
                    <a:pt x="15628" y="27215"/>
                    <a:pt x="15638" y="27215"/>
                  </a:cubicBezTo>
                  <a:cubicBezTo>
                    <a:pt x="17186" y="27049"/>
                    <a:pt x="18733" y="26883"/>
                    <a:pt x="20280" y="26711"/>
                  </a:cubicBezTo>
                  <a:cubicBezTo>
                    <a:pt x="20344" y="26699"/>
                    <a:pt x="20414" y="26694"/>
                    <a:pt x="20484" y="26684"/>
                  </a:cubicBezTo>
                  <a:cubicBezTo>
                    <a:pt x="20570" y="26674"/>
                    <a:pt x="20645" y="26533"/>
                    <a:pt x="20726" y="26448"/>
                  </a:cubicBezTo>
                  <a:cubicBezTo>
                    <a:pt x="20409" y="26275"/>
                    <a:pt x="20307" y="25958"/>
                    <a:pt x="20205" y="25642"/>
                  </a:cubicBezTo>
                  <a:cubicBezTo>
                    <a:pt x="19539" y="24820"/>
                    <a:pt x="20484" y="23831"/>
                    <a:pt x="19947" y="22993"/>
                  </a:cubicBezTo>
                  <a:cubicBezTo>
                    <a:pt x="19678" y="22896"/>
                    <a:pt x="19684" y="22660"/>
                    <a:pt x="19667" y="22434"/>
                  </a:cubicBezTo>
                  <a:lnTo>
                    <a:pt x="19678" y="22434"/>
                  </a:lnTo>
                  <a:cubicBezTo>
                    <a:pt x="19072" y="21226"/>
                    <a:pt x="19608" y="20103"/>
                    <a:pt x="19952" y="18964"/>
                  </a:cubicBezTo>
                  <a:lnTo>
                    <a:pt x="19952" y="18964"/>
                  </a:lnTo>
                  <a:cubicBezTo>
                    <a:pt x="19947" y="18970"/>
                    <a:pt x="19942" y="18970"/>
                    <a:pt x="19936" y="18975"/>
                  </a:cubicBezTo>
                  <a:cubicBezTo>
                    <a:pt x="19947" y="18884"/>
                    <a:pt x="19958" y="18792"/>
                    <a:pt x="19968" y="18695"/>
                  </a:cubicBezTo>
                  <a:cubicBezTo>
                    <a:pt x="19910" y="18298"/>
                    <a:pt x="19856" y="17900"/>
                    <a:pt x="19802" y="17503"/>
                  </a:cubicBezTo>
                  <a:lnTo>
                    <a:pt x="19802" y="17498"/>
                  </a:lnTo>
                  <a:cubicBezTo>
                    <a:pt x="20054" y="17024"/>
                    <a:pt x="19291" y="16982"/>
                    <a:pt x="19399" y="16573"/>
                  </a:cubicBezTo>
                  <a:cubicBezTo>
                    <a:pt x="18658" y="16149"/>
                    <a:pt x="18711" y="15386"/>
                    <a:pt x="18599" y="14693"/>
                  </a:cubicBezTo>
                  <a:lnTo>
                    <a:pt x="18599" y="14693"/>
                  </a:lnTo>
                  <a:cubicBezTo>
                    <a:pt x="18604" y="14693"/>
                    <a:pt x="18609" y="14698"/>
                    <a:pt x="18609" y="14698"/>
                  </a:cubicBezTo>
                  <a:cubicBezTo>
                    <a:pt x="17481" y="12410"/>
                    <a:pt x="17057" y="9885"/>
                    <a:pt x="16251" y="7489"/>
                  </a:cubicBezTo>
                  <a:cubicBezTo>
                    <a:pt x="15564" y="5448"/>
                    <a:pt x="14956" y="3374"/>
                    <a:pt x="14381" y="1295"/>
                  </a:cubicBezTo>
                  <a:cubicBezTo>
                    <a:pt x="14301" y="999"/>
                    <a:pt x="14205" y="796"/>
                    <a:pt x="14069" y="655"/>
                  </a:cubicBezTo>
                  <a:cubicBezTo>
                    <a:pt x="14086" y="494"/>
                    <a:pt x="14129" y="339"/>
                    <a:pt x="14225" y="194"/>
                  </a:cubicBezTo>
                  <a:cubicBezTo>
                    <a:pt x="14242" y="172"/>
                    <a:pt x="14257" y="151"/>
                    <a:pt x="14274" y="129"/>
                  </a:cubicBezTo>
                  <a:cubicBezTo>
                    <a:pt x="14205" y="75"/>
                    <a:pt x="14113" y="38"/>
                    <a:pt x="14022" y="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1"/>
            <p:cNvSpPr/>
            <p:nvPr/>
          </p:nvSpPr>
          <p:spPr>
            <a:xfrm>
              <a:off x="5005675" y="3951800"/>
              <a:ext cx="1375725" cy="940325"/>
            </a:xfrm>
            <a:custGeom>
              <a:rect b="b" l="l" r="r" t="t"/>
              <a:pathLst>
                <a:path extrusionOk="0" h="37613" w="55029">
                  <a:moveTo>
                    <a:pt x="38118" y="1"/>
                  </a:moveTo>
                  <a:cubicBezTo>
                    <a:pt x="37965" y="1"/>
                    <a:pt x="37813" y="53"/>
                    <a:pt x="37660" y="174"/>
                  </a:cubicBezTo>
                  <a:cubicBezTo>
                    <a:pt x="37423" y="968"/>
                    <a:pt x="37977" y="1699"/>
                    <a:pt x="37859" y="2483"/>
                  </a:cubicBezTo>
                  <a:cubicBezTo>
                    <a:pt x="37826" y="2682"/>
                    <a:pt x="37923" y="2951"/>
                    <a:pt x="37864" y="3133"/>
                  </a:cubicBezTo>
                  <a:cubicBezTo>
                    <a:pt x="37789" y="3209"/>
                    <a:pt x="37692" y="3289"/>
                    <a:pt x="37558" y="3348"/>
                  </a:cubicBezTo>
                  <a:cubicBezTo>
                    <a:pt x="37517" y="3356"/>
                    <a:pt x="37477" y="3359"/>
                    <a:pt x="37438" y="3359"/>
                  </a:cubicBezTo>
                  <a:cubicBezTo>
                    <a:pt x="37154" y="3359"/>
                    <a:pt x="36910" y="3175"/>
                    <a:pt x="36773" y="2855"/>
                  </a:cubicBezTo>
                  <a:cubicBezTo>
                    <a:pt x="36346" y="2394"/>
                    <a:pt x="35910" y="2183"/>
                    <a:pt x="35261" y="2183"/>
                  </a:cubicBezTo>
                  <a:cubicBezTo>
                    <a:pt x="35159" y="2183"/>
                    <a:pt x="35053" y="2188"/>
                    <a:pt x="34941" y="2198"/>
                  </a:cubicBezTo>
                  <a:cubicBezTo>
                    <a:pt x="30611" y="2580"/>
                    <a:pt x="26277" y="2833"/>
                    <a:pt x="21935" y="3096"/>
                  </a:cubicBezTo>
                  <a:cubicBezTo>
                    <a:pt x="21724" y="3109"/>
                    <a:pt x="21483" y="3162"/>
                    <a:pt x="21256" y="3162"/>
                  </a:cubicBezTo>
                  <a:cubicBezTo>
                    <a:pt x="20939" y="3162"/>
                    <a:pt x="20648" y="3060"/>
                    <a:pt x="20495" y="2607"/>
                  </a:cubicBezTo>
                  <a:cubicBezTo>
                    <a:pt x="20044" y="2527"/>
                    <a:pt x="20275" y="1979"/>
                    <a:pt x="19974" y="1796"/>
                  </a:cubicBezTo>
                  <a:lnTo>
                    <a:pt x="19974" y="1806"/>
                  </a:lnTo>
                  <a:lnTo>
                    <a:pt x="19952" y="1786"/>
                  </a:lnTo>
                  <a:lnTo>
                    <a:pt x="19964" y="1786"/>
                  </a:lnTo>
                  <a:cubicBezTo>
                    <a:pt x="19830" y="1528"/>
                    <a:pt x="19657" y="1404"/>
                    <a:pt x="19464" y="1355"/>
                  </a:cubicBezTo>
                  <a:cubicBezTo>
                    <a:pt x="19469" y="1307"/>
                    <a:pt x="19475" y="1248"/>
                    <a:pt x="19475" y="1216"/>
                  </a:cubicBezTo>
                  <a:cubicBezTo>
                    <a:pt x="19384" y="1173"/>
                    <a:pt x="19303" y="1102"/>
                    <a:pt x="19250" y="1012"/>
                  </a:cubicBezTo>
                  <a:lnTo>
                    <a:pt x="19233" y="985"/>
                  </a:lnTo>
                  <a:cubicBezTo>
                    <a:pt x="17686" y="1157"/>
                    <a:pt x="16139" y="1323"/>
                    <a:pt x="14591" y="1489"/>
                  </a:cubicBezTo>
                  <a:cubicBezTo>
                    <a:pt x="14581" y="1489"/>
                    <a:pt x="14569" y="1484"/>
                    <a:pt x="14559" y="1484"/>
                  </a:cubicBezTo>
                  <a:cubicBezTo>
                    <a:pt x="14194" y="1484"/>
                    <a:pt x="13845" y="1543"/>
                    <a:pt x="13490" y="1608"/>
                  </a:cubicBezTo>
                  <a:cubicBezTo>
                    <a:pt x="12883" y="1677"/>
                    <a:pt x="12276" y="1742"/>
                    <a:pt x="11675" y="1806"/>
                  </a:cubicBezTo>
                  <a:cubicBezTo>
                    <a:pt x="11062" y="1876"/>
                    <a:pt x="10455" y="1947"/>
                    <a:pt x="9843" y="2022"/>
                  </a:cubicBezTo>
                  <a:cubicBezTo>
                    <a:pt x="9000" y="2064"/>
                    <a:pt x="8155" y="2064"/>
                    <a:pt x="7307" y="2091"/>
                  </a:cubicBezTo>
                  <a:cubicBezTo>
                    <a:pt x="4906" y="2173"/>
                    <a:pt x="2514" y="2612"/>
                    <a:pt x="129" y="2914"/>
                  </a:cubicBezTo>
                  <a:cubicBezTo>
                    <a:pt x="141" y="3011"/>
                    <a:pt x="151" y="3101"/>
                    <a:pt x="168" y="3198"/>
                  </a:cubicBezTo>
                  <a:cubicBezTo>
                    <a:pt x="108" y="3209"/>
                    <a:pt x="54" y="3214"/>
                    <a:pt x="0" y="3219"/>
                  </a:cubicBezTo>
                  <a:cubicBezTo>
                    <a:pt x="146" y="4293"/>
                    <a:pt x="285" y="5364"/>
                    <a:pt x="393" y="6443"/>
                  </a:cubicBezTo>
                  <a:cubicBezTo>
                    <a:pt x="419" y="6701"/>
                    <a:pt x="495" y="6846"/>
                    <a:pt x="597" y="6931"/>
                  </a:cubicBezTo>
                  <a:cubicBezTo>
                    <a:pt x="607" y="7023"/>
                    <a:pt x="612" y="7115"/>
                    <a:pt x="624" y="7201"/>
                  </a:cubicBezTo>
                  <a:cubicBezTo>
                    <a:pt x="629" y="7216"/>
                    <a:pt x="624" y="7233"/>
                    <a:pt x="624" y="7243"/>
                  </a:cubicBezTo>
                  <a:cubicBezTo>
                    <a:pt x="624" y="7254"/>
                    <a:pt x="629" y="7271"/>
                    <a:pt x="629" y="7281"/>
                  </a:cubicBezTo>
                  <a:lnTo>
                    <a:pt x="624" y="7523"/>
                  </a:lnTo>
                  <a:cubicBezTo>
                    <a:pt x="726" y="7549"/>
                    <a:pt x="833" y="7571"/>
                    <a:pt x="962" y="7571"/>
                  </a:cubicBezTo>
                  <a:cubicBezTo>
                    <a:pt x="1016" y="7571"/>
                    <a:pt x="1064" y="7566"/>
                    <a:pt x="1113" y="7566"/>
                  </a:cubicBezTo>
                  <a:cubicBezTo>
                    <a:pt x="1145" y="7566"/>
                    <a:pt x="1182" y="7561"/>
                    <a:pt x="1215" y="7561"/>
                  </a:cubicBezTo>
                  <a:cubicBezTo>
                    <a:pt x="1220" y="7561"/>
                    <a:pt x="1252" y="7561"/>
                    <a:pt x="1264" y="7566"/>
                  </a:cubicBezTo>
                  <a:cubicBezTo>
                    <a:pt x="1408" y="7630"/>
                    <a:pt x="1537" y="7662"/>
                    <a:pt x="1666" y="7662"/>
                  </a:cubicBezTo>
                  <a:cubicBezTo>
                    <a:pt x="1924" y="7662"/>
                    <a:pt x="2359" y="7544"/>
                    <a:pt x="2385" y="6760"/>
                  </a:cubicBezTo>
                  <a:cubicBezTo>
                    <a:pt x="2385" y="6723"/>
                    <a:pt x="2385" y="6685"/>
                    <a:pt x="2392" y="6653"/>
                  </a:cubicBezTo>
                  <a:cubicBezTo>
                    <a:pt x="2466" y="6453"/>
                    <a:pt x="2521" y="6249"/>
                    <a:pt x="2574" y="6056"/>
                  </a:cubicBezTo>
                  <a:cubicBezTo>
                    <a:pt x="2595" y="5976"/>
                    <a:pt x="2617" y="5895"/>
                    <a:pt x="2638" y="5815"/>
                  </a:cubicBezTo>
                  <a:cubicBezTo>
                    <a:pt x="2660" y="5905"/>
                    <a:pt x="2675" y="5992"/>
                    <a:pt x="2692" y="6083"/>
                  </a:cubicBezTo>
                  <a:cubicBezTo>
                    <a:pt x="2826" y="6782"/>
                    <a:pt x="3009" y="7732"/>
                    <a:pt x="3971" y="8114"/>
                  </a:cubicBezTo>
                  <a:cubicBezTo>
                    <a:pt x="4185" y="8194"/>
                    <a:pt x="4395" y="8238"/>
                    <a:pt x="4594" y="8238"/>
                  </a:cubicBezTo>
                  <a:cubicBezTo>
                    <a:pt x="5120" y="8238"/>
                    <a:pt x="5486" y="7968"/>
                    <a:pt x="5770" y="7625"/>
                  </a:cubicBezTo>
                  <a:cubicBezTo>
                    <a:pt x="5749" y="7603"/>
                    <a:pt x="5727" y="7576"/>
                    <a:pt x="5712" y="7549"/>
                  </a:cubicBezTo>
                  <a:cubicBezTo>
                    <a:pt x="5588" y="7367"/>
                    <a:pt x="5529" y="7087"/>
                    <a:pt x="5888" y="6755"/>
                  </a:cubicBezTo>
                  <a:cubicBezTo>
                    <a:pt x="5905" y="6738"/>
                    <a:pt x="5926" y="6723"/>
                    <a:pt x="5937" y="6706"/>
                  </a:cubicBezTo>
                  <a:cubicBezTo>
                    <a:pt x="6039" y="6604"/>
                    <a:pt x="6178" y="6550"/>
                    <a:pt x="6313" y="6550"/>
                  </a:cubicBezTo>
                  <a:cubicBezTo>
                    <a:pt x="6414" y="6550"/>
                    <a:pt x="6518" y="6582"/>
                    <a:pt x="6603" y="6636"/>
                  </a:cubicBezTo>
                  <a:cubicBezTo>
                    <a:pt x="6576" y="6792"/>
                    <a:pt x="6372" y="6931"/>
                    <a:pt x="6313" y="7087"/>
                  </a:cubicBezTo>
                  <a:cubicBezTo>
                    <a:pt x="6367" y="7136"/>
                    <a:pt x="6414" y="7184"/>
                    <a:pt x="6463" y="7233"/>
                  </a:cubicBezTo>
                  <a:cubicBezTo>
                    <a:pt x="6684" y="7233"/>
                    <a:pt x="6845" y="7169"/>
                    <a:pt x="6974" y="7072"/>
                  </a:cubicBezTo>
                  <a:lnTo>
                    <a:pt x="6974" y="7072"/>
                  </a:lnTo>
                  <a:cubicBezTo>
                    <a:pt x="7027" y="7243"/>
                    <a:pt x="6995" y="7437"/>
                    <a:pt x="6872" y="7581"/>
                  </a:cubicBezTo>
                  <a:cubicBezTo>
                    <a:pt x="6808" y="7652"/>
                    <a:pt x="6743" y="7705"/>
                    <a:pt x="6679" y="7754"/>
                  </a:cubicBezTo>
                  <a:cubicBezTo>
                    <a:pt x="7517" y="7641"/>
                    <a:pt x="7768" y="6872"/>
                    <a:pt x="7865" y="6572"/>
                  </a:cubicBezTo>
                  <a:cubicBezTo>
                    <a:pt x="7973" y="6244"/>
                    <a:pt x="8323" y="6239"/>
                    <a:pt x="8338" y="6239"/>
                  </a:cubicBezTo>
                  <a:cubicBezTo>
                    <a:pt x="8618" y="6641"/>
                    <a:pt x="8961" y="6846"/>
                    <a:pt x="9370" y="6846"/>
                  </a:cubicBezTo>
                  <a:cubicBezTo>
                    <a:pt x="9638" y="6846"/>
                    <a:pt x="9875" y="6750"/>
                    <a:pt x="10068" y="6674"/>
                  </a:cubicBezTo>
                  <a:cubicBezTo>
                    <a:pt x="10170" y="6636"/>
                    <a:pt x="10294" y="6588"/>
                    <a:pt x="10347" y="6588"/>
                  </a:cubicBezTo>
                  <a:cubicBezTo>
                    <a:pt x="10418" y="6604"/>
                    <a:pt x="10493" y="6609"/>
                    <a:pt x="10562" y="6609"/>
                  </a:cubicBezTo>
                  <a:cubicBezTo>
                    <a:pt x="10944" y="6609"/>
                    <a:pt x="11276" y="6427"/>
                    <a:pt x="11578" y="6266"/>
                  </a:cubicBezTo>
                  <a:cubicBezTo>
                    <a:pt x="11750" y="6169"/>
                    <a:pt x="11970" y="6051"/>
                    <a:pt x="12082" y="6051"/>
                  </a:cubicBezTo>
                  <a:cubicBezTo>
                    <a:pt x="12082" y="6051"/>
                    <a:pt x="12196" y="6110"/>
                    <a:pt x="12330" y="6485"/>
                  </a:cubicBezTo>
                  <a:cubicBezTo>
                    <a:pt x="12410" y="6701"/>
                    <a:pt x="12610" y="6835"/>
                    <a:pt x="12829" y="6835"/>
                  </a:cubicBezTo>
                  <a:cubicBezTo>
                    <a:pt x="12868" y="6835"/>
                    <a:pt x="12905" y="6835"/>
                    <a:pt x="12937" y="6824"/>
                  </a:cubicBezTo>
                  <a:cubicBezTo>
                    <a:pt x="12990" y="6814"/>
                    <a:pt x="13049" y="6808"/>
                    <a:pt x="13103" y="6808"/>
                  </a:cubicBezTo>
                  <a:cubicBezTo>
                    <a:pt x="13421" y="6808"/>
                    <a:pt x="13764" y="6996"/>
                    <a:pt x="14130" y="7189"/>
                  </a:cubicBezTo>
                  <a:cubicBezTo>
                    <a:pt x="14581" y="7437"/>
                    <a:pt x="15092" y="7710"/>
                    <a:pt x="15698" y="7710"/>
                  </a:cubicBezTo>
                  <a:cubicBezTo>
                    <a:pt x="16026" y="7710"/>
                    <a:pt x="16354" y="7630"/>
                    <a:pt x="16665" y="7469"/>
                  </a:cubicBezTo>
                  <a:cubicBezTo>
                    <a:pt x="16800" y="7506"/>
                    <a:pt x="17019" y="7635"/>
                    <a:pt x="17111" y="7727"/>
                  </a:cubicBezTo>
                  <a:cubicBezTo>
                    <a:pt x="17106" y="8640"/>
                    <a:pt x="17691" y="9000"/>
                    <a:pt x="18089" y="9237"/>
                  </a:cubicBezTo>
                  <a:cubicBezTo>
                    <a:pt x="18196" y="9301"/>
                    <a:pt x="18298" y="9361"/>
                    <a:pt x="18379" y="9425"/>
                  </a:cubicBezTo>
                  <a:cubicBezTo>
                    <a:pt x="18422" y="9462"/>
                    <a:pt x="18470" y="9495"/>
                    <a:pt x="18513" y="9532"/>
                  </a:cubicBezTo>
                  <a:cubicBezTo>
                    <a:pt x="18551" y="9554"/>
                    <a:pt x="18599" y="9591"/>
                    <a:pt x="18626" y="9612"/>
                  </a:cubicBezTo>
                  <a:cubicBezTo>
                    <a:pt x="18605" y="9914"/>
                    <a:pt x="18615" y="10321"/>
                    <a:pt x="18863" y="10628"/>
                  </a:cubicBezTo>
                  <a:cubicBezTo>
                    <a:pt x="21607" y="10764"/>
                    <a:pt x="24143" y="13721"/>
                    <a:pt x="27016" y="13721"/>
                  </a:cubicBezTo>
                  <a:cubicBezTo>
                    <a:pt x="28017" y="13721"/>
                    <a:pt x="29059" y="13362"/>
                    <a:pt x="30165" y="12401"/>
                  </a:cubicBezTo>
                  <a:cubicBezTo>
                    <a:pt x="30569" y="12384"/>
                    <a:pt x="30988" y="12358"/>
                    <a:pt x="31427" y="12320"/>
                  </a:cubicBezTo>
                  <a:cubicBezTo>
                    <a:pt x="31868" y="12282"/>
                    <a:pt x="32336" y="12229"/>
                    <a:pt x="32830" y="12170"/>
                  </a:cubicBezTo>
                  <a:cubicBezTo>
                    <a:pt x="33239" y="12287"/>
                    <a:pt x="33646" y="12406"/>
                    <a:pt x="34071" y="12513"/>
                  </a:cubicBezTo>
                  <a:cubicBezTo>
                    <a:pt x="34082" y="12530"/>
                    <a:pt x="34098" y="12552"/>
                    <a:pt x="34109" y="12567"/>
                  </a:cubicBezTo>
                  <a:cubicBezTo>
                    <a:pt x="34147" y="12621"/>
                    <a:pt x="34189" y="12681"/>
                    <a:pt x="34227" y="12723"/>
                  </a:cubicBezTo>
                  <a:cubicBezTo>
                    <a:pt x="35699" y="14479"/>
                    <a:pt x="36021" y="16199"/>
                    <a:pt x="35221" y="17987"/>
                  </a:cubicBezTo>
                  <a:cubicBezTo>
                    <a:pt x="34856" y="18805"/>
                    <a:pt x="35000" y="19546"/>
                    <a:pt x="35129" y="20201"/>
                  </a:cubicBezTo>
                  <a:cubicBezTo>
                    <a:pt x="35183" y="20469"/>
                    <a:pt x="35231" y="20722"/>
                    <a:pt x="35243" y="20970"/>
                  </a:cubicBezTo>
                  <a:cubicBezTo>
                    <a:pt x="35275" y="21550"/>
                    <a:pt x="35790" y="22038"/>
                    <a:pt x="36371" y="22038"/>
                  </a:cubicBezTo>
                  <a:cubicBezTo>
                    <a:pt x="36505" y="22038"/>
                    <a:pt x="36634" y="22017"/>
                    <a:pt x="36752" y="21964"/>
                  </a:cubicBezTo>
                  <a:cubicBezTo>
                    <a:pt x="37090" y="21823"/>
                    <a:pt x="37214" y="21603"/>
                    <a:pt x="37256" y="21441"/>
                  </a:cubicBezTo>
                  <a:cubicBezTo>
                    <a:pt x="37358" y="21093"/>
                    <a:pt x="37160" y="20819"/>
                    <a:pt x="37042" y="20658"/>
                  </a:cubicBezTo>
                  <a:cubicBezTo>
                    <a:pt x="37026" y="20625"/>
                    <a:pt x="37004" y="20603"/>
                    <a:pt x="36988" y="20578"/>
                  </a:cubicBezTo>
                  <a:cubicBezTo>
                    <a:pt x="36988" y="20571"/>
                    <a:pt x="36983" y="20566"/>
                    <a:pt x="36983" y="20561"/>
                  </a:cubicBezTo>
                  <a:lnTo>
                    <a:pt x="36983" y="20561"/>
                  </a:lnTo>
                  <a:cubicBezTo>
                    <a:pt x="37160" y="20727"/>
                    <a:pt x="37348" y="20765"/>
                    <a:pt x="37487" y="20765"/>
                  </a:cubicBezTo>
                  <a:cubicBezTo>
                    <a:pt x="37574" y="20765"/>
                    <a:pt x="37648" y="20754"/>
                    <a:pt x="37713" y="20732"/>
                  </a:cubicBezTo>
                  <a:lnTo>
                    <a:pt x="37713" y="20732"/>
                  </a:lnTo>
                  <a:cubicBezTo>
                    <a:pt x="37623" y="20953"/>
                    <a:pt x="37552" y="21178"/>
                    <a:pt x="37487" y="21404"/>
                  </a:cubicBezTo>
                  <a:cubicBezTo>
                    <a:pt x="37353" y="21840"/>
                    <a:pt x="37241" y="22222"/>
                    <a:pt x="36951" y="22463"/>
                  </a:cubicBezTo>
                  <a:cubicBezTo>
                    <a:pt x="36585" y="22763"/>
                    <a:pt x="36527" y="23075"/>
                    <a:pt x="36537" y="23285"/>
                  </a:cubicBezTo>
                  <a:cubicBezTo>
                    <a:pt x="36552" y="23553"/>
                    <a:pt x="36703" y="23789"/>
                    <a:pt x="36956" y="23956"/>
                  </a:cubicBezTo>
                  <a:cubicBezTo>
                    <a:pt x="37519" y="24317"/>
                    <a:pt x="37816" y="24902"/>
                    <a:pt x="38127" y="25520"/>
                  </a:cubicBezTo>
                  <a:cubicBezTo>
                    <a:pt x="38267" y="25799"/>
                    <a:pt x="38407" y="26090"/>
                    <a:pt x="38583" y="26368"/>
                  </a:cubicBezTo>
                  <a:cubicBezTo>
                    <a:pt x="38707" y="26561"/>
                    <a:pt x="39352" y="27540"/>
                    <a:pt x="40179" y="27540"/>
                  </a:cubicBezTo>
                  <a:cubicBezTo>
                    <a:pt x="40388" y="27540"/>
                    <a:pt x="40588" y="27476"/>
                    <a:pt x="40760" y="27352"/>
                  </a:cubicBezTo>
                  <a:cubicBezTo>
                    <a:pt x="40839" y="27298"/>
                    <a:pt x="40904" y="27255"/>
                    <a:pt x="40953" y="27233"/>
                  </a:cubicBezTo>
                  <a:cubicBezTo>
                    <a:pt x="40968" y="27292"/>
                    <a:pt x="40980" y="27362"/>
                    <a:pt x="40990" y="27416"/>
                  </a:cubicBezTo>
                  <a:cubicBezTo>
                    <a:pt x="41007" y="27496"/>
                    <a:pt x="41023" y="27572"/>
                    <a:pt x="41039" y="27642"/>
                  </a:cubicBezTo>
                  <a:cubicBezTo>
                    <a:pt x="41060" y="27739"/>
                    <a:pt x="41072" y="27862"/>
                    <a:pt x="41082" y="27991"/>
                  </a:cubicBezTo>
                  <a:cubicBezTo>
                    <a:pt x="41114" y="28383"/>
                    <a:pt x="41168" y="28979"/>
                    <a:pt x="41721" y="29306"/>
                  </a:cubicBezTo>
                  <a:cubicBezTo>
                    <a:pt x="42677" y="29876"/>
                    <a:pt x="43016" y="30806"/>
                    <a:pt x="43408" y="31885"/>
                  </a:cubicBezTo>
                  <a:lnTo>
                    <a:pt x="43521" y="32197"/>
                  </a:lnTo>
                  <a:cubicBezTo>
                    <a:pt x="43639" y="32509"/>
                    <a:pt x="43940" y="33330"/>
                    <a:pt x="44928" y="33347"/>
                  </a:cubicBezTo>
                  <a:cubicBezTo>
                    <a:pt x="45965" y="33368"/>
                    <a:pt x="46594" y="34002"/>
                    <a:pt x="47206" y="34959"/>
                  </a:cubicBezTo>
                  <a:cubicBezTo>
                    <a:pt x="47630" y="35614"/>
                    <a:pt x="48151" y="36248"/>
                    <a:pt x="49049" y="36474"/>
                  </a:cubicBezTo>
                  <a:cubicBezTo>
                    <a:pt x="49043" y="36484"/>
                    <a:pt x="49043" y="36489"/>
                    <a:pt x="49038" y="36501"/>
                  </a:cubicBezTo>
                  <a:cubicBezTo>
                    <a:pt x="49011" y="36559"/>
                    <a:pt x="48979" y="36623"/>
                    <a:pt x="48957" y="36688"/>
                  </a:cubicBezTo>
                  <a:cubicBezTo>
                    <a:pt x="49011" y="36554"/>
                    <a:pt x="49118" y="36447"/>
                    <a:pt x="49259" y="36392"/>
                  </a:cubicBezTo>
                  <a:cubicBezTo>
                    <a:pt x="49323" y="36372"/>
                    <a:pt x="49388" y="36360"/>
                    <a:pt x="49446" y="36360"/>
                  </a:cubicBezTo>
                  <a:cubicBezTo>
                    <a:pt x="49517" y="36360"/>
                    <a:pt x="49581" y="36372"/>
                    <a:pt x="49646" y="36398"/>
                  </a:cubicBezTo>
                  <a:cubicBezTo>
                    <a:pt x="49613" y="36554"/>
                    <a:pt x="49510" y="36732"/>
                    <a:pt x="49446" y="36893"/>
                  </a:cubicBezTo>
                  <a:cubicBezTo>
                    <a:pt x="49522" y="36957"/>
                    <a:pt x="49591" y="37022"/>
                    <a:pt x="49666" y="37086"/>
                  </a:cubicBezTo>
                  <a:cubicBezTo>
                    <a:pt x="49849" y="37086"/>
                    <a:pt x="50021" y="37064"/>
                    <a:pt x="50199" y="37037"/>
                  </a:cubicBezTo>
                  <a:lnTo>
                    <a:pt x="50199" y="37037"/>
                  </a:lnTo>
                  <a:cubicBezTo>
                    <a:pt x="50199" y="37081"/>
                    <a:pt x="50199" y="37124"/>
                    <a:pt x="50194" y="37166"/>
                  </a:cubicBezTo>
                  <a:cubicBezTo>
                    <a:pt x="50166" y="37344"/>
                    <a:pt x="50048" y="37500"/>
                    <a:pt x="49887" y="37575"/>
                  </a:cubicBezTo>
                  <a:lnTo>
                    <a:pt x="49795" y="37612"/>
                  </a:lnTo>
                  <a:cubicBezTo>
                    <a:pt x="50816" y="37575"/>
                    <a:pt x="51660" y="37145"/>
                    <a:pt x="52471" y="36726"/>
                  </a:cubicBezTo>
                  <a:cubicBezTo>
                    <a:pt x="52643" y="36640"/>
                    <a:pt x="52815" y="36548"/>
                    <a:pt x="52986" y="36469"/>
                  </a:cubicBezTo>
                  <a:cubicBezTo>
                    <a:pt x="53539" y="36199"/>
                    <a:pt x="53889" y="35839"/>
                    <a:pt x="54023" y="35405"/>
                  </a:cubicBezTo>
                  <a:cubicBezTo>
                    <a:pt x="54152" y="34986"/>
                    <a:pt x="54072" y="34518"/>
                    <a:pt x="53787" y="34019"/>
                  </a:cubicBezTo>
                  <a:cubicBezTo>
                    <a:pt x="53572" y="33637"/>
                    <a:pt x="53400" y="33105"/>
                    <a:pt x="53829" y="32745"/>
                  </a:cubicBezTo>
                  <a:cubicBezTo>
                    <a:pt x="55029" y="31735"/>
                    <a:pt x="54523" y="30575"/>
                    <a:pt x="54281" y="30010"/>
                  </a:cubicBezTo>
                  <a:cubicBezTo>
                    <a:pt x="54196" y="29807"/>
                    <a:pt x="54169" y="29629"/>
                    <a:pt x="54201" y="29398"/>
                  </a:cubicBezTo>
                  <a:cubicBezTo>
                    <a:pt x="54571" y="26637"/>
                    <a:pt x="53926" y="24295"/>
                    <a:pt x="52282" y="22447"/>
                  </a:cubicBezTo>
                  <a:cubicBezTo>
                    <a:pt x="51848" y="21952"/>
                    <a:pt x="51504" y="21356"/>
                    <a:pt x="51208" y="20556"/>
                  </a:cubicBezTo>
                  <a:cubicBezTo>
                    <a:pt x="51171" y="20459"/>
                    <a:pt x="51139" y="20367"/>
                    <a:pt x="51106" y="20276"/>
                  </a:cubicBezTo>
                  <a:cubicBezTo>
                    <a:pt x="50859" y="19594"/>
                    <a:pt x="50586" y="18820"/>
                    <a:pt x="49919" y="18262"/>
                  </a:cubicBezTo>
                  <a:cubicBezTo>
                    <a:pt x="49162" y="17623"/>
                    <a:pt x="49027" y="16645"/>
                    <a:pt x="49145" y="16006"/>
                  </a:cubicBezTo>
                  <a:cubicBezTo>
                    <a:pt x="49510" y="13963"/>
                    <a:pt x="48265" y="12809"/>
                    <a:pt x="47265" y="11875"/>
                  </a:cubicBezTo>
                  <a:lnTo>
                    <a:pt x="47222" y="11836"/>
                  </a:lnTo>
                  <a:cubicBezTo>
                    <a:pt x="46551" y="11203"/>
                    <a:pt x="45954" y="10477"/>
                    <a:pt x="45384" y="9768"/>
                  </a:cubicBezTo>
                  <a:cubicBezTo>
                    <a:pt x="44977" y="9264"/>
                    <a:pt x="44553" y="8742"/>
                    <a:pt x="44095" y="8253"/>
                  </a:cubicBezTo>
                  <a:cubicBezTo>
                    <a:pt x="43440" y="7549"/>
                    <a:pt x="43269" y="6636"/>
                    <a:pt x="43080" y="5669"/>
                  </a:cubicBezTo>
                  <a:cubicBezTo>
                    <a:pt x="42902" y="4745"/>
                    <a:pt x="42715" y="3795"/>
                    <a:pt x="42118" y="2946"/>
                  </a:cubicBezTo>
                  <a:cubicBezTo>
                    <a:pt x="42049" y="2849"/>
                    <a:pt x="41968" y="2758"/>
                    <a:pt x="41888" y="2672"/>
                  </a:cubicBezTo>
                  <a:cubicBezTo>
                    <a:pt x="41694" y="2456"/>
                    <a:pt x="41571" y="2307"/>
                    <a:pt x="41598" y="2178"/>
                  </a:cubicBezTo>
                  <a:cubicBezTo>
                    <a:pt x="41727" y="1409"/>
                    <a:pt x="41630" y="845"/>
                    <a:pt x="41291" y="447"/>
                  </a:cubicBezTo>
                  <a:cubicBezTo>
                    <a:pt x="41194" y="329"/>
                    <a:pt x="41077" y="232"/>
                    <a:pt x="40943" y="152"/>
                  </a:cubicBezTo>
                  <a:cubicBezTo>
                    <a:pt x="40910" y="222"/>
                    <a:pt x="40867" y="291"/>
                    <a:pt x="40819" y="356"/>
                  </a:cubicBezTo>
                  <a:cubicBezTo>
                    <a:pt x="40743" y="442"/>
                    <a:pt x="40663" y="512"/>
                    <a:pt x="40582" y="561"/>
                  </a:cubicBezTo>
                  <a:cubicBezTo>
                    <a:pt x="40359" y="456"/>
                    <a:pt x="40082" y="417"/>
                    <a:pt x="39770" y="417"/>
                  </a:cubicBezTo>
                  <a:cubicBezTo>
                    <a:pt x="39584" y="417"/>
                    <a:pt x="39386" y="430"/>
                    <a:pt x="39180" y="453"/>
                  </a:cubicBezTo>
                  <a:cubicBezTo>
                    <a:pt x="39135" y="457"/>
                    <a:pt x="39090" y="461"/>
                    <a:pt x="39045" y="461"/>
                  </a:cubicBezTo>
                  <a:cubicBezTo>
                    <a:pt x="38874" y="461"/>
                    <a:pt x="38713" y="411"/>
                    <a:pt x="38654" y="190"/>
                  </a:cubicBezTo>
                  <a:cubicBezTo>
                    <a:pt x="38476" y="73"/>
                    <a:pt x="38297" y="1"/>
                    <a:pt x="38118" y="1"/>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1"/>
            <p:cNvSpPr/>
            <p:nvPr/>
          </p:nvSpPr>
          <p:spPr>
            <a:xfrm>
              <a:off x="1443900" y="1960100"/>
              <a:ext cx="764900" cy="972325"/>
            </a:xfrm>
            <a:custGeom>
              <a:rect b="b" l="l" r="r" t="t"/>
              <a:pathLst>
                <a:path extrusionOk="0" h="38893" w="30596">
                  <a:moveTo>
                    <a:pt x="20286" y="9036"/>
                  </a:moveTo>
                  <a:cubicBezTo>
                    <a:pt x="20314" y="9155"/>
                    <a:pt x="20366" y="9277"/>
                    <a:pt x="20463" y="9401"/>
                  </a:cubicBezTo>
                  <a:cubicBezTo>
                    <a:pt x="20684" y="9686"/>
                    <a:pt x="21103" y="9793"/>
                    <a:pt x="21430" y="9869"/>
                  </a:cubicBezTo>
                  <a:cubicBezTo>
                    <a:pt x="21371" y="9864"/>
                    <a:pt x="21318" y="9852"/>
                    <a:pt x="21259" y="9842"/>
                  </a:cubicBezTo>
                  <a:cubicBezTo>
                    <a:pt x="21253" y="9842"/>
                    <a:pt x="21248" y="9837"/>
                    <a:pt x="21242" y="9837"/>
                  </a:cubicBezTo>
                  <a:cubicBezTo>
                    <a:pt x="21194" y="9825"/>
                    <a:pt x="21145" y="9815"/>
                    <a:pt x="21097" y="9805"/>
                  </a:cubicBezTo>
                  <a:cubicBezTo>
                    <a:pt x="21087" y="9800"/>
                    <a:pt x="21070" y="9793"/>
                    <a:pt x="21060" y="9788"/>
                  </a:cubicBezTo>
                  <a:cubicBezTo>
                    <a:pt x="21023" y="9778"/>
                    <a:pt x="20979" y="9767"/>
                    <a:pt x="20941" y="9751"/>
                  </a:cubicBezTo>
                  <a:cubicBezTo>
                    <a:pt x="20931" y="9745"/>
                    <a:pt x="20914" y="9740"/>
                    <a:pt x="20899" y="9735"/>
                  </a:cubicBezTo>
                  <a:cubicBezTo>
                    <a:pt x="20855" y="9713"/>
                    <a:pt x="20807" y="9691"/>
                    <a:pt x="20765" y="9671"/>
                  </a:cubicBezTo>
                  <a:cubicBezTo>
                    <a:pt x="20765" y="9664"/>
                    <a:pt x="20758" y="9664"/>
                    <a:pt x="20753" y="9659"/>
                  </a:cubicBezTo>
                  <a:cubicBezTo>
                    <a:pt x="20706" y="9632"/>
                    <a:pt x="20662" y="9606"/>
                    <a:pt x="20614" y="9568"/>
                  </a:cubicBezTo>
                  <a:cubicBezTo>
                    <a:pt x="20604" y="9562"/>
                    <a:pt x="20592" y="9552"/>
                    <a:pt x="20582" y="9542"/>
                  </a:cubicBezTo>
                  <a:cubicBezTo>
                    <a:pt x="20550" y="9515"/>
                    <a:pt x="20517" y="9488"/>
                    <a:pt x="20485" y="9461"/>
                  </a:cubicBezTo>
                  <a:cubicBezTo>
                    <a:pt x="20468" y="9445"/>
                    <a:pt x="20458" y="9428"/>
                    <a:pt x="20443" y="9418"/>
                  </a:cubicBezTo>
                  <a:cubicBezTo>
                    <a:pt x="20415" y="9386"/>
                    <a:pt x="20388" y="9353"/>
                    <a:pt x="20361" y="9316"/>
                  </a:cubicBezTo>
                  <a:cubicBezTo>
                    <a:pt x="20346" y="9304"/>
                    <a:pt x="20334" y="9289"/>
                    <a:pt x="20324" y="9272"/>
                  </a:cubicBezTo>
                  <a:cubicBezTo>
                    <a:pt x="20286" y="9219"/>
                    <a:pt x="20249" y="9165"/>
                    <a:pt x="20217" y="9106"/>
                  </a:cubicBezTo>
                  <a:cubicBezTo>
                    <a:pt x="20238" y="9079"/>
                    <a:pt x="20259" y="9058"/>
                    <a:pt x="20286" y="9036"/>
                  </a:cubicBezTo>
                  <a:close/>
                  <a:moveTo>
                    <a:pt x="6544" y="1"/>
                  </a:moveTo>
                  <a:cubicBezTo>
                    <a:pt x="6501" y="21"/>
                    <a:pt x="6464" y="38"/>
                    <a:pt x="6426" y="65"/>
                  </a:cubicBezTo>
                  <a:cubicBezTo>
                    <a:pt x="6253" y="167"/>
                    <a:pt x="6131" y="311"/>
                    <a:pt x="6039" y="467"/>
                  </a:cubicBezTo>
                  <a:cubicBezTo>
                    <a:pt x="6125" y="651"/>
                    <a:pt x="6119" y="892"/>
                    <a:pt x="6050" y="1236"/>
                  </a:cubicBezTo>
                  <a:cubicBezTo>
                    <a:pt x="4460" y="9272"/>
                    <a:pt x="2955" y="17336"/>
                    <a:pt x="1333" y="25368"/>
                  </a:cubicBezTo>
                  <a:cubicBezTo>
                    <a:pt x="748" y="28252"/>
                    <a:pt x="0" y="34602"/>
                    <a:pt x="0" y="34602"/>
                  </a:cubicBezTo>
                  <a:cubicBezTo>
                    <a:pt x="81" y="34667"/>
                    <a:pt x="168" y="34721"/>
                    <a:pt x="258" y="34769"/>
                  </a:cubicBezTo>
                  <a:cubicBezTo>
                    <a:pt x="357" y="34738"/>
                    <a:pt x="471" y="34725"/>
                    <a:pt x="606" y="34725"/>
                  </a:cubicBezTo>
                  <a:cubicBezTo>
                    <a:pt x="925" y="34725"/>
                    <a:pt x="1361" y="34800"/>
                    <a:pt x="1988" y="34898"/>
                  </a:cubicBezTo>
                  <a:cubicBezTo>
                    <a:pt x="9585" y="36107"/>
                    <a:pt x="17181" y="37288"/>
                    <a:pt x="24782" y="38465"/>
                  </a:cubicBezTo>
                  <a:cubicBezTo>
                    <a:pt x="25537" y="38582"/>
                    <a:pt x="26586" y="38893"/>
                    <a:pt x="26773" y="38893"/>
                  </a:cubicBezTo>
                  <a:cubicBezTo>
                    <a:pt x="26785" y="38893"/>
                    <a:pt x="26793" y="38892"/>
                    <a:pt x="26798" y="38889"/>
                  </a:cubicBezTo>
                  <a:cubicBezTo>
                    <a:pt x="26808" y="38884"/>
                    <a:pt x="26818" y="38879"/>
                    <a:pt x="26835" y="38867"/>
                  </a:cubicBezTo>
                  <a:cubicBezTo>
                    <a:pt x="26840" y="38867"/>
                    <a:pt x="26850" y="38862"/>
                    <a:pt x="26857" y="38857"/>
                  </a:cubicBezTo>
                  <a:cubicBezTo>
                    <a:pt x="26969" y="38771"/>
                    <a:pt x="26899" y="38041"/>
                    <a:pt x="26954" y="37654"/>
                  </a:cubicBezTo>
                  <a:cubicBezTo>
                    <a:pt x="28108" y="29306"/>
                    <a:pt x="29236" y="20946"/>
                    <a:pt x="30316" y="12587"/>
                  </a:cubicBezTo>
                  <a:cubicBezTo>
                    <a:pt x="30364" y="12185"/>
                    <a:pt x="30455" y="11878"/>
                    <a:pt x="30596" y="11663"/>
                  </a:cubicBezTo>
                  <a:cubicBezTo>
                    <a:pt x="30547" y="11469"/>
                    <a:pt x="30467" y="11303"/>
                    <a:pt x="30359" y="11159"/>
                  </a:cubicBezTo>
                  <a:cubicBezTo>
                    <a:pt x="30354" y="11147"/>
                    <a:pt x="30343" y="11142"/>
                    <a:pt x="30338" y="11131"/>
                  </a:cubicBezTo>
                  <a:cubicBezTo>
                    <a:pt x="30274" y="11045"/>
                    <a:pt x="30192" y="10975"/>
                    <a:pt x="30112" y="10911"/>
                  </a:cubicBezTo>
                  <a:cubicBezTo>
                    <a:pt x="29984" y="10896"/>
                    <a:pt x="29855" y="10879"/>
                    <a:pt x="29731" y="10857"/>
                  </a:cubicBezTo>
                  <a:cubicBezTo>
                    <a:pt x="27759" y="10556"/>
                    <a:pt x="25793" y="10239"/>
                    <a:pt x="23827" y="9929"/>
                  </a:cubicBezTo>
                  <a:cubicBezTo>
                    <a:pt x="23601" y="9880"/>
                    <a:pt x="23376" y="9832"/>
                    <a:pt x="23150" y="9788"/>
                  </a:cubicBezTo>
                  <a:cubicBezTo>
                    <a:pt x="22677" y="9703"/>
                    <a:pt x="22188" y="9696"/>
                    <a:pt x="21715" y="9627"/>
                  </a:cubicBezTo>
                  <a:cubicBezTo>
                    <a:pt x="21435" y="9584"/>
                    <a:pt x="21167" y="9503"/>
                    <a:pt x="20909" y="9381"/>
                  </a:cubicBezTo>
                  <a:cubicBezTo>
                    <a:pt x="20604" y="9235"/>
                    <a:pt x="20528" y="9004"/>
                    <a:pt x="20533" y="8757"/>
                  </a:cubicBezTo>
                  <a:cubicBezTo>
                    <a:pt x="20539" y="8746"/>
                    <a:pt x="20539" y="8729"/>
                    <a:pt x="20544" y="8719"/>
                  </a:cubicBezTo>
                  <a:cubicBezTo>
                    <a:pt x="20765" y="7053"/>
                    <a:pt x="21157" y="5416"/>
                    <a:pt x="21511" y="3777"/>
                  </a:cubicBezTo>
                  <a:cubicBezTo>
                    <a:pt x="21474" y="3465"/>
                    <a:pt x="21366" y="3160"/>
                    <a:pt x="21157" y="2869"/>
                  </a:cubicBezTo>
                  <a:cubicBezTo>
                    <a:pt x="21135" y="2842"/>
                    <a:pt x="21113" y="2815"/>
                    <a:pt x="21092" y="2788"/>
                  </a:cubicBezTo>
                  <a:cubicBezTo>
                    <a:pt x="21003" y="2823"/>
                    <a:pt x="20903" y="2841"/>
                    <a:pt x="20789" y="2841"/>
                  </a:cubicBezTo>
                  <a:cubicBezTo>
                    <a:pt x="20620" y="2841"/>
                    <a:pt x="20422" y="2802"/>
                    <a:pt x="20185" y="2719"/>
                  </a:cubicBezTo>
                  <a:cubicBezTo>
                    <a:pt x="20019" y="2794"/>
                    <a:pt x="19856" y="2822"/>
                    <a:pt x="19696" y="2822"/>
                  </a:cubicBezTo>
                  <a:cubicBezTo>
                    <a:pt x="19299" y="2822"/>
                    <a:pt x="18913" y="2651"/>
                    <a:pt x="18519" y="2605"/>
                  </a:cubicBezTo>
                  <a:cubicBezTo>
                    <a:pt x="18492" y="2605"/>
                    <a:pt x="18465" y="2600"/>
                    <a:pt x="18438" y="2600"/>
                  </a:cubicBezTo>
                  <a:lnTo>
                    <a:pt x="18405" y="2600"/>
                  </a:lnTo>
                  <a:cubicBezTo>
                    <a:pt x="17428" y="1794"/>
                    <a:pt x="16181" y="1913"/>
                    <a:pt x="15053" y="1687"/>
                  </a:cubicBezTo>
                  <a:cubicBezTo>
                    <a:pt x="12223" y="1117"/>
                    <a:pt x="9380" y="559"/>
                    <a:pt x="6544" y="1"/>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1"/>
            <p:cNvSpPr/>
            <p:nvPr/>
          </p:nvSpPr>
          <p:spPr>
            <a:xfrm>
              <a:off x="568925" y="552725"/>
              <a:ext cx="921350" cy="673125"/>
            </a:xfrm>
            <a:custGeom>
              <a:rect b="b" l="l" r="r" t="t"/>
              <a:pathLst>
                <a:path extrusionOk="0" h="26925" w="36854">
                  <a:moveTo>
                    <a:pt x="11647" y="0"/>
                  </a:moveTo>
                  <a:cubicBezTo>
                    <a:pt x="11518" y="0"/>
                    <a:pt x="11394" y="43"/>
                    <a:pt x="11297" y="129"/>
                  </a:cubicBezTo>
                  <a:cubicBezTo>
                    <a:pt x="11163" y="248"/>
                    <a:pt x="11094" y="419"/>
                    <a:pt x="11114" y="597"/>
                  </a:cubicBezTo>
                  <a:cubicBezTo>
                    <a:pt x="11131" y="741"/>
                    <a:pt x="11109" y="908"/>
                    <a:pt x="11089" y="1091"/>
                  </a:cubicBezTo>
                  <a:cubicBezTo>
                    <a:pt x="11034" y="1493"/>
                    <a:pt x="10938" y="2246"/>
                    <a:pt x="11706" y="2573"/>
                  </a:cubicBezTo>
                  <a:cubicBezTo>
                    <a:pt x="11937" y="2675"/>
                    <a:pt x="11996" y="2762"/>
                    <a:pt x="11996" y="2777"/>
                  </a:cubicBezTo>
                  <a:cubicBezTo>
                    <a:pt x="12001" y="2831"/>
                    <a:pt x="11920" y="2971"/>
                    <a:pt x="11803" y="3057"/>
                  </a:cubicBezTo>
                  <a:cubicBezTo>
                    <a:pt x="10712" y="3846"/>
                    <a:pt x="11040" y="4743"/>
                    <a:pt x="11260" y="5340"/>
                  </a:cubicBezTo>
                  <a:cubicBezTo>
                    <a:pt x="11292" y="5437"/>
                    <a:pt x="11330" y="5529"/>
                    <a:pt x="11357" y="5625"/>
                  </a:cubicBezTo>
                  <a:cubicBezTo>
                    <a:pt x="11426" y="5834"/>
                    <a:pt x="11513" y="6044"/>
                    <a:pt x="11593" y="6243"/>
                  </a:cubicBezTo>
                  <a:cubicBezTo>
                    <a:pt x="11867" y="6925"/>
                    <a:pt x="12023" y="7366"/>
                    <a:pt x="11818" y="7753"/>
                  </a:cubicBezTo>
                  <a:cubicBezTo>
                    <a:pt x="11582" y="8209"/>
                    <a:pt x="11282" y="8633"/>
                    <a:pt x="10965" y="9085"/>
                  </a:cubicBezTo>
                  <a:cubicBezTo>
                    <a:pt x="10621" y="9568"/>
                    <a:pt x="10266" y="10057"/>
                    <a:pt x="9986" y="10615"/>
                  </a:cubicBezTo>
                  <a:cubicBezTo>
                    <a:pt x="9998" y="10562"/>
                    <a:pt x="10003" y="10513"/>
                    <a:pt x="10013" y="10465"/>
                  </a:cubicBezTo>
                  <a:cubicBezTo>
                    <a:pt x="10132" y="9804"/>
                    <a:pt x="10244" y="9176"/>
                    <a:pt x="10578" y="8584"/>
                  </a:cubicBezTo>
                  <a:cubicBezTo>
                    <a:pt x="10900" y="8016"/>
                    <a:pt x="10965" y="7258"/>
                    <a:pt x="10744" y="6667"/>
                  </a:cubicBezTo>
                  <a:cubicBezTo>
                    <a:pt x="10566" y="6194"/>
                    <a:pt x="10223" y="5845"/>
                    <a:pt x="9772" y="5683"/>
                  </a:cubicBezTo>
                  <a:cubicBezTo>
                    <a:pt x="7478" y="4845"/>
                    <a:pt x="5441" y="3610"/>
                    <a:pt x="3589" y="2402"/>
                  </a:cubicBezTo>
                  <a:cubicBezTo>
                    <a:pt x="3514" y="2353"/>
                    <a:pt x="3417" y="2267"/>
                    <a:pt x="3314" y="2176"/>
                  </a:cubicBezTo>
                  <a:cubicBezTo>
                    <a:pt x="3041" y="1924"/>
                    <a:pt x="2696" y="1612"/>
                    <a:pt x="2240" y="1612"/>
                  </a:cubicBezTo>
                  <a:cubicBezTo>
                    <a:pt x="2031" y="1612"/>
                    <a:pt x="1831" y="1676"/>
                    <a:pt x="1649" y="1805"/>
                  </a:cubicBezTo>
                  <a:cubicBezTo>
                    <a:pt x="1010" y="2261"/>
                    <a:pt x="940" y="3181"/>
                    <a:pt x="940" y="3836"/>
                  </a:cubicBezTo>
                  <a:cubicBezTo>
                    <a:pt x="945" y="4394"/>
                    <a:pt x="1074" y="4884"/>
                    <a:pt x="1198" y="5291"/>
                  </a:cubicBezTo>
                  <a:lnTo>
                    <a:pt x="1230" y="5393"/>
                  </a:lnTo>
                  <a:cubicBezTo>
                    <a:pt x="1434" y="6033"/>
                    <a:pt x="1622" y="6640"/>
                    <a:pt x="1461" y="7193"/>
                  </a:cubicBezTo>
                  <a:cubicBezTo>
                    <a:pt x="1278" y="7822"/>
                    <a:pt x="1337" y="8418"/>
                    <a:pt x="1397" y="8993"/>
                  </a:cubicBezTo>
                  <a:cubicBezTo>
                    <a:pt x="1456" y="9595"/>
                    <a:pt x="1509" y="10121"/>
                    <a:pt x="1278" y="10605"/>
                  </a:cubicBezTo>
                  <a:cubicBezTo>
                    <a:pt x="1144" y="10884"/>
                    <a:pt x="1129" y="11142"/>
                    <a:pt x="1219" y="11378"/>
                  </a:cubicBezTo>
                  <a:cubicBezTo>
                    <a:pt x="1364" y="11733"/>
                    <a:pt x="1697" y="11857"/>
                    <a:pt x="1918" y="11943"/>
                  </a:cubicBezTo>
                  <a:cubicBezTo>
                    <a:pt x="1934" y="11948"/>
                    <a:pt x="1950" y="11953"/>
                    <a:pt x="1972" y="11964"/>
                  </a:cubicBezTo>
                  <a:lnTo>
                    <a:pt x="1907" y="11986"/>
                  </a:lnTo>
                  <a:cubicBezTo>
                    <a:pt x="1397" y="12152"/>
                    <a:pt x="1058" y="12265"/>
                    <a:pt x="956" y="12652"/>
                  </a:cubicBezTo>
                  <a:cubicBezTo>
                    <a:pt x="849" y="13032"/>
                    <a:pt x="1085" y="13302"/>
                    <a:pt x="1434" y="13704"/>
                  </a:cubicBezTo>
                  <a:lnTo>
                    <a:pt x="1461" y="13731"/>
                  </a:lnTo>
                  <a:cubicBezTo>
                    <a:pt x="1612" y="13909"/>
                    <a:pt x="1644" y="14252"/>
                    <a:pt x="1526" y="14569"/>
                  </a:cubicBezTo>
                  <a:cubicBezTo>
                    <a:pt x="1456" y="14768"/>
                    <a:pt x="1310" y="14988"/>
                    <a:pt x="1117" y="15021"/>
                  </a:cubicBezTo>
                  <a:cubicBezTo>
                    <a:pt x="1085" y="15026"/>
                    <a:pt x="1052" y="15026"/>
                    <a:pt x="1020" y="15026"/>
                  </a:cubicBezTo>
                  <a:cubicBezTo>
                    <a:pt x="859" y="15037"/>
                    <a:pt x="370" y="15058"/>
                    <a:pt x="209" y="15623"/>
                  </a:cubicBezTo>
                  <a:cubicBezTo>
                    <a:pt x="0" y="16347"/>
                    <a:pt x="521" y="16643"/>
                    <a:pt x="806" y="16778"/>
                  </a:cubicBezTo>
                  <a:cubicBezTo>
                    <a:pt x="827" y="16783"/>
                    <a:pt x="844" y="16793"/>
                    <a:pt x="859" y="16804"/>
                  </a:cubicBezTo>
                  <a:cubicBezTo>
                    <a:pt x="1107" y="16917"/>
                    <a:pt x="1348" y="17041"/>
                    <a:pt x="1590" y="17180"/>
                  </a:cubicBezTo>
                  <a:cubicBezTo>
                    <a:pt x="1843" y="17218"/>
                    <a:pt x="2133" y="17326"/>
                    <a:pt x="2450" y="17508"/>
                  </a:cubicBezTo>
                  <a:cubicBezTo>
                    <a:pt x="2977" y="17812"/>
                    <a:pt x="3347" y="18428"/>
                    <a:pt x="4034" y="18428"/>
                  </a:cubicBezTo>
                  <a:cubicBezTo>
                    <a:pt x="4074" y="18428"/>
                    <a:pt x="4116" y="18426"/>
                    <a:pt x="4158" y="18422"/>
                  </a:cubicBezTo>
                  <a:cubicBezTo>
                    <a:pt x="4297" y="18637"/>
                    <a:pt x="4476" y="18722"/>
                    <a:pt x="4687" y="18722"/>
                  </a:cubicBezTo>
                  <a:cubicBezTo>
                    <a:pt x="4771" y="18722"/>
                    <a:pt x="4860" y="18709"/>
                    <a:pt x="4953" y="18685"/>
                  </a:cubicBezTo>
                  <a:lnTo>
                    <a:pt x="4953" y="18685"/>
                  </a:lnTo>
                  <a:cubicBezTo>
                    <a:pt x="4856" y="19228"/>
                    <a:pt x="5066" y="19749"/>
                    <a:pt x="5007" y="20317"/>
                  </a:cubicBezTo>
                  <a:cubicBezTo>
                    <a:pt x="4937" y="20989"/>
                    <a:pt x="4663" y="21774"/>
                    <a:pt x="5222" y="22407"/>
                  </a:cubicBezTo>
                  <a:cubicBezTo>
                    <a:pt x="5227" y="22585"/>
                    <a:pt x="5319" y="22677"/>
                    <a:pt x="5495" y="22687"/>
                  </a:cubicBezTo>
                  <a:cubicBezTo>
                    <a:pt x="5709" y="23030"/>
                    <a:pt x="5994" y="23234"/>
                    <a:pt x="6384" y="23234"/>
                  </a:cubicBezTo>
                  <a:cubicBezTo>
                    <a:pt x="6445" y="23234"/>
                    <a:pt x="6509" y="23228"/>
                    <a:pt x="6576" y="23218"/>
                  </a:cubicBezTo>
                  <a:cubicBezTo>
                    <a:pt x="6571" y="23214"/>
                    <a:pt x="6570" y="23210"/>
                    <a:pt x="6567" y="23208"/>
                  </a:cubicBezTo>
                  <a:lnTo>
                    <a:pt x="6567" y="23208"/>
                  </a:lnTo>
                  <a:cubicBezTo>
                    <a:pt x="8587" y="23664"/>
                    <a:pt x="10691" y="23483"/>
                    <a:pt x="12700" y="24051"/>
                  </a:cubicBezTo>
                  <a:cubicBezTo>
                    <a:pt x="12833" y="24186"/>
                    <a:pt x="12980" y="24226"/>
                    <a:pt x="13134" y="24226"/>
                  </a:cubicBezTo>
                  <a:cubicBezTo>
                    <a:pt x="13357" y="24226"/>
                    <a:pt x="13594" y="24141"/>
                    <a:pt x="13819" y="24141"/>
                  </a:cubicBezTo>
                  <a:cubicBezTo>
                    <a:pt x="13835" y="24141"/>
                    <a:pt x="13850" y="24142"/>
                    <a:pt x="13866" y="24143"/>
                  </a:cubicBezTo>
                  <a:cubicBezTo>
                    <a:pt x="13898" y="24143"/>
                    <a:pt x="13930" y="24148"/>
                    <a:pt x="13963" y="24153"/>
                  </a:cubicBezTo>
                  <a:cubicBezTo>
                    <a:pt x="14027" y="24165"/>
                    <a:pt x="14091" y="24192"/>
                    <a:pt x="14151" y="24229"/>
                  </a:cubicBezTo>
                  <a:cubicBezTo>
                    <a:pt x="14177" y="24244"/>
                    <a:pt x="14209" y="24266"/>
                    <a:pt x="14236" y="24293"/>
                  </a:cubicBezTo>
                  <a:cubicBezTo>
                    <a:pt x="14526" y="24293"/>
                    <a:pt x="14811" y="24293"/>
                    <a:pt x="15101" y="24288"/>
                  </a:cubicBezTo>
                  <a:cubicBezTo>
                    <a:pt x="15203" y="24551"/>
                    <a:pt x="15391" y="24728"/>
                    <a:pt x="15654" y="24830"/>
                  </a:cubicBezTo>
                  <a:lnTo>
                    <a:pt x="15654" y="24814"/>
                  </a:lnTo>
                  <a:cubicBezTo>
                    <a:pt x="16087" y="24992"/>
                    <a:pt x="16519" y="25169"/>
                    <a:pt x="16933" y="25169"/>
                  </a:cubicBezTo>
                  <a:cubicBezTo>
                    <a:pt x="17320" y="25169"/>
                    <a:pt x="17691" y="25014"/>
                    <a:pt x="18029" y="24556"/>
                  </a:cubicBezTo>
                  <a:cubicBezTo>
                    <a:pt x="18579" y="24606"/>
                    <a:pt x="19130" y="24692"/>
                    <a:pt x="19681" y="24692"/>
                  </a:cubicBezTo>
                  <a:cubicBezTo>
                    <a:pt x="20024" y="24692"/>
                    <a:pt x="20367" y="24659"/>
                    <a:pt x="20710" y="24562"/>
                  </a:cubicBezTo>
                  <a:cubicBezTo>
                    <a:pt x="20853" y="24786"/>
                    <a:pt x="21044" y="24830"/>
                    <a:pt x="21246" y="24830"/>
                  </a:cubicBezTo>
                  <a:cubicBezTo>
                    <a:pt x="21377" y="24830"/>
                    <a:pt x="21513" y="24812"/>
                    <a:pt x="21644" y="24812"/>
                  </a:cubicBezTo>
                  <a:cubicBezTo>
                    <a:pt x="21688" y="24812"/>
                    <a:pt x="21731" y="24814"/>
                    <a:pt x="21773" y="24819"/>
                  </a:cubicBezTo>
                  <a:cubicBezTo>
                    <a:pt x="21891" y="25037"/>
                    <a:pt x="22095" y="25129"/>
                    <a:pt x="22281" y="25129"/>
                  </a:cubicBezTo>
                  <a:cubicBezTo>
                    <a:pt x="22385" y="25129"/>
                    <a:pt x="22483" y="25100"/>
                    <a:pt x="22557" y="25050"/>
                  </a:cubicBezTo>
                  <a:cubicBezTo>
                    <a:pt x="22908" y="24823"/>
                    <a:pt x="23252" y="24742"/>
                    <a:pt x="23592" y="24742"/>
                  </a:cubicBezTo>
                  <a:cubicBezTo>
                    <a:pt x="24189" y="24742"/>
                    <a:pt x="24773" y="24990"/>
                    <a:pt x="25351" y="25120"/>
                  </a:cubicBezTo>
                  <a:cubicBezTo>
                    <a:pt x="27811" y="25685"/>
                    <a:pt x="30224" y="26458"/>
                    <a:pt x="32722" y="26888"/>
                  </a:cubicBezTo>
                  <a:cubicBezTo>
                    <a:pt x="32727" y="26899"/>
                    <a:pt x="32733" y="26915"/>
                    <a:pt x="32738" y="26925"/>
                  </a:cubicBezTo>
                  <a:cubicBezTo>
                    <a:pt x="32824" y="26893"/>
                    <a:pt x="32904" y="26850"/>
                    <a:pt x="32980" y="26791"/>
                  </a:cubicBezTo>
                  <a:cubicBezTo>
                    <a:pt x="32985" y="26490"/>
                    <a:pt x="32985" y="26184"/>
                    <a:pt x="32990" y="25883"/>
                  </a:cubicBezTo>
                  <a:cubicBezTo>
                    <a:pt x="33377" y="25529"/>
                    <a:pt x="33377" y="25179"/>
                    <a:pt x="32990" y="24830"/>
                  </a:cubicBezTo>
                  <a:lnTo>
                    <a:pt x="32990" y="24019"/>
                  </a:lnTo>
                  <a:cubicBezTo>
                    <a:pt x="33484" y="23885"/>
                    <a:pt x="33420" y="23433"/>
                    <a:pt x="33501" y="23074"/>
                  </a:cubicBezTo>
                  <a:cubicBezTo>
                    <a:pt x="34393" y="19045"/>
                    <a:pt x="35279" y="15010"/>
                    <a:pt x="36171" y="10981"/>
                  </a:cubicBezTo>
                  <a:cubicBezTo>
                    <a:pt x="36020" y="10438"/>
                    <a:pt x="36095" y="9923"/>
                    <a:pt x="36224" y="9417"/>
                  </a:cubicBezTo>
                  <a:cubicBezTo>
                    <a:pt x="36300" y="9117"/>
                    <a:pt x="36397" y="8810"/>
                    <a:pt x="36482" y="8510"/>
                  </a:cubicBezTo>
                  <a:cubicBezTo>
                    <a:pt x="36853" y="8338"/>
                    <a:pt x="36751" y="8016"/>
                    <a:pt x="36724" y="7714"/>
                  </a:cubicBezTo>
                  <a:cubicBezTo>
                    <a:pt x="36735" y="7704"/>
                    <a:pt x="36746" y="7693"/>
                    <a:pt x="36757" y="7682"/>
                  </a:cubicBezTo>
                  <a:cubicBezTo>
                    <a:pt x="33942" y="6650"/>
                    <a:pt x="31240" y="5683"/>
                    <a:pt x="28257" y="5050"/>
                  </a:cubicBezTo>
                  <a:cubicBezTo>
                    <a:pt x="24788" y="4314"/>
                    <a:pt x="21429" y="3347"/>
                    <a:pt x="18260" y="1773"/>
                  </a:cubicBezTo>
                  <a:cubicBezTo>
                    <a:pt x="17529" y="1574"/>
                    <a:pt x="16799" y="1376"/>
                    <a:pt x="16073" y="1182"/>
                  </a:cubicBezTo>
                  <a:cubicBezTo>
                    <a:pt x="14650" y="796"/>
                    <a:pt x="13221" y="409"/>
                    <a:pt x="11786" y="17"/>
                  </a:cubicBezTo>
                  <a:cubicBezTo>
                    <a:pt x="11738" y="5"/>
                    <a:pt x="11689" y="0"/>
                    <a:pt x="11647"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1"/>
            <p:cNvSpPr/>
            <p:nvPr/>
          </p:nvSpPr>
          <p:spPr>
            <a:xfrm>
              <a:off x="732625" y="1132775"/>
              <a:ext cx="425" cy="275"/>
            </a:xfrm>
            <a:custGeom>
              <a:rect b="b" l="l" r="r" t="t"/>
              <a:pathLst>
                <a:path extrusionOk="0" h="11" w="17">
                  <a:moveTo>
                    <a:pt x="1" y="1"/>
                  </a:moveTo>
                  <a:cubicBezTo>
                    <a:pt x="1" y="1"/>
                    <a:pt x="6" y="6"/>
                    <a:pt x="16" y="11"/>
                  </a:cubicBezTo>
                  <a:lnTo>
                    <a:pt x="1"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1"/>
            <p:cNvSpPr/>
            <p:nvPr/>
          </p:nvSpPr>
          <p:spPr>
            <a:xfrm>
              <a:off x="6717925" y="1652675"/>
              <a:ext cx="321850" cy="185225"/>
            </a:xfrm>
            <a:custGeom>
              <a:rect b="b" l="l" r="r" t="t"/>
              <a:pathLst>
                <a:path extrusionOk="0" h="7409" w="12874">
                  <a:moveTo>
                    <a:pt x="12653" y="0"/>
                  </a:moveTo>
                  <a:cubicBezTo>
                    <a:pt x="12673" y="102"/>
                    <a:pt x="12673" y="204"/>
                    <a:pt x="12641" y="301"/>
                  </a:cubicBezTo>
                  <a:cubicBezTo>
                    <a:pt x="12571" y="506"/>
                    <a:pt x="12390" y="645"/>
                    <a:pt x="12174" y="662"/>
                  </a:cubicBezTo>
                  <a:lnTo>
                    <a:pt x="12164" y="662"/>
                  </a:lnTo>
                  <a:cubicBezTo>
                    <a:pt x="12222" y="575"/>
                    <a:pt x="12271" y="489"/>
                    <a:pt x="12303" y="409"/>
                  </a:cubicBezTo>
                  <a:lnTo>
                    <a:pt x="12303" y="409"/>
                  </a:lnTo>
                  <a:cubicBezTo>
                    <a:pt x="10729" y="538"/>
                    <a:pt x="9144" y="558"/>
                    <a:pt x="7580" y="855"/>
                  </a:cubicBezTo>
                  <a:cubicBezTo>
                    <a:pt x="6496" y="1113"/>
                    <a:pt x="5405" y="1371"/>
                    <a:pt x="4315" y="1622"/>
                  </a:cubicBezTo>
                  <a:cubicBezTo>
                    <a:pt x="4186" y="1654"/>
                    <a:pt x="4057" y="1676"/>
                    <a:pt x="3923" y="1698"/>
                  </a:cubicBezTo>
                  <a:cubicBezTo>
                    <a:pt x="3858" y="1676"/>
                    <a:pt x="3794" y="1654"/>
                    <a:pt x="3739" y="1622"/>
                  </a:cubicBezTo>
                  <a:cubicBezTo>
                    <a:pt x="3712" y="1666"/>
                    <a:pt x="3687" y="1703"/>
                    <a:pt x="3654" y="1741"/>
                  </a:cubicBezTo>
                  <a:cubicBezTo>
                    <a:pt x="2482" y="1902"/>
                    <a:pt x="1123" y="1929"/>
                    <a:pt x="608" y="2574"/>
                  </a:cubicBezTo>
                  <a:cubicBezTo>
                    <a:pt x="419" y="2547"/>
                    <a:pt x="238" y="2499"/>
                    <a:pt x="65" y="2423"/>
                  </a:cubicBezTo>
                  <a:cubicBezTo>
                    <a:pt x="55" y="2434"/>
                    <a:pt x="44" y="2450"/>
                    <a:pt x="38" y="2467"/>
                  </a:cubicBezTo>
                  <a:cubicBezTo>
                    <a:pt x="102" y="2911"/>
                    <a:pt x="97" y="3369"/>
                    <a:pt x="70" y="3826"/>
                  </a:cubicBezTo>
                  <a:cubicBezTo>
                    <a:pt x="0" y="5023"/>
                    <a:pt x="87" y="6206"/>
                    <a:pt x="238" y="7382"/>
                  </a:cubicBezTo>
                  <a:cubicBezTo>
                    <a:pt x="291" y="7398"/>
                    <a:pt x="345" y="7409"/>
                    <a:pt x="404" y="7409"/>
                  </a:cubicBezTo>
                  <a:lnTo>
                    <a:pt x="436" y="7409"/>
                  </a:lnTo>
                  <a:cubicBezTo>
                    <a:pt x="506" y="7173"/>
                    <a:pt x="618" y="6990"/>
                    <a:pt x="786" y="6839"/>
                  </a:cubicBezTo>
                  <a:cubicBezTo>
                    <a:pt x="1633" y="6703"/>
                    <a:pt x="2424" y="6258"/>
                    <a:pt x="3301" y="6258"/>
                  </a:cubicBezTo>
                  <a:cubicBezTo>
                    <a:pt x="3357" y="6258"/>
                    <a:pt x="3414" y="6260"/>
                    <a:pt x="3471" y="6264"/>
                  </a:cubicBezTo>
                  <a:cubicBezTo>
                    <a:pt x="3466" y="6308"/>
                    <a:pt x="3476" y="6360"/>
                    <a:pt x="3455" y="6393"/>
                  </a:cubicBezTo>
                  <a:cubicBezTo>
                    <a:pt x="3412" y="6464"/>
                    <a:pt x="3348" y="6522"/>
                    <a:pt x="3293" y="6586"/>
                  </a:cubicBezTo>
                  <a:cubicBezTo>
                    <a:pt x="3912" y="6360"/>
                    <a:pt x="4530" y="6141"/>
                    <a:pt x="5142" y="5921"/>
                  </a:cubicBezTo>
                  <a:cubicBezTo>
                    <a:pt x="6189" y="5582"/>
                    <a:pt x="7258" y="5319"/>
                    <a:pt x="8371" y="5152"/>
                  </a:cubicBezTo>
                  <a:cubicBezTo>
                    <a:pt x="8403" y="5168"/>
                    <a:pt x="8440" y="5185"/>
                    <a:pt x="8478" y="5206"/>
                  </a:cubicBezTo>
                  <a:cubicBezTo>
                    <a:pt x="8495" y="5179"/>
                    <a:pt x="8510" y="5157"/>
                    <a:pt x="8527" y="5130"/>
                  </a:cubicBezTo>
                  <a:cubicBezTo>
                    <a:pt x="8639" y="5115"/>
                    <a:pt x="8752" y="5093"/>
                    <a:pt x="8865" y="5083"/>
                  </a:cubicBezTo>
                  <a:cubicBezTo>
                    <a:pt x="9462" y="4781"/>
                    <a:pt x="10106" y="4684"/>
                    <a:pt x="10481" y="3997"/>
                  </a:cubicBezTo>
                  <a:cubicBezTo>
                    <a:pt x="10746" y="3519"/>
                    <a:pt x="11062" y="3052"/>
                    <a:pt x="11423" y="2638"/>
                  </a:cubicBezTo>
                  <a:cubicBezTo>
                    <a:pt x="11470" y="2584"/>
                    <a:pt x="11519" y="2536"/>
                    <a:pt x="11567" y="2487"/>
                  </a:cubicBezTo>
                  <a:cubicBezTo>
                    <a:pt x="11540" y="2407"/>
                    <a:pt x="11535" y="2311"/>
                    <a:pt x="11545" y="2209"/>
                  </a:cubicBezTo>
                  <a:cubicBezTo>
                    <a:pt x="11616" y="2177"/>
                    <a:pt x="11691" y="2160"/>
                    <a:pt x="11766" y="2160"/>
                  </a:cubicBezTo>
                  <a:cubicBezTo>
                    <a:pt x="11830" y="2160"/>
                    <a:pt x="11889" y="2170"/>
                    <a:pt x="11949" y="2192"/>
                  </a:cubicBezTo>
                  <a:cubicBezTo>
                    <a:pt x="11943" y="2187"/>
                    <a:pt x="11964" y="2187"/>
                    <a:pt x="11991" y="2182"/>
                  </a:cubicBezTo>
                  <a:cubicBezTo>
                    <a:pt x="12029" y="2177"/>
                    <a:pt x="12061" y="2170"/>
                    <a:pt x="12099" y="2165"/>
                  </a:cubicBezTo>
                  <a:lnTo>
                    <a:pt x="12125" y="2068"/>
                  </a:lnTo>
                  <a:cubicBezTo>
                    <a:pt x="12212" y="1730"/>
                    <a:pt x="12303" y="1376"/>
                    <a:pt x="12470" y="1155"/>
                  </a:cubicBezTo>
                  <a:cubicBezTo>
                    <a:pt x="12583" y="999"/>
                    <a:pt x="12717" y="816"/>
                    <a:pt x="12797" y="613"/>
                  </a:cubicBezTo>
                  <a:cubicBezTo>
                    <a:pt x="12873" y="441"/>
                    <a:pt x="12846" y="243"/>
                    <a:pt x="12738" y="97"/>
                  </a:cubicBezTo>
                  <a:cubicBezTo>
                    <a:pt x="12712" y="59"/>
                    <a:pt x="12685" y="32"/>
                    <a:pt x="12653"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1"/>
            <p:cNvSpPr/>
            <p:nvPr/>
          </p:nvSpPr>
          <p:spPr>
            <a:xfrm>
              <a:off x="6929850" y="1705975"/>
              <a:ext cx="252550" cy="202025"/>
            </a:xfrm>
            <a:custGeom>
              <a:rect b="b" l="l" r="r" t="t"/>
              <a:pathLst>
                <a:path extrusionOk="0" h="8081" w="10102">
                  <a:moveTo>
                    <a:pt x="4003" y="1"/>
                  </a:moveTo>
                  <a:cubicBezTo>
                    <a:pt x="3886" y="1"/>
                    <a:pt x="3757" y="12"/>
                    <a:pt x="3622" y="33"/>
                  </a:cubicBezTo>
                  <a:cubicBezTo>
                    <a:pt x="3584" y="38"/>
                    <a:pt x="3552" y="45"/>
                    <a:pt x="3514" y="50"/>
                  </a:cubicBezTo>
                  <a:cubicBezTo>
                    <a:pt x="3487" y="55"/>
                    <a:pt x="3466" y="55"/>
                    <a:pt x="3472" y="60"/>
                  </a:cubicBezTo>
                  <a:cubicBezTo>
                    <a:pt x="3412" y="38"/>
                    <a:pt x="3353" y="28"/>
                    <a:pt x="3289" y="28"/>
                  </a:cubicBezTo>
                  <a:cubicBezTo>
                    <a:pt x="3214" y="28"/>
                    <a:pt x="3139" y="45"/>
                    <a:pt x="3068" y="77"/>
                  </a:cubicBezTo>
                  <a:cubicBezTo>
                    <a:pt x="3058" y="179"/>
                    <a:pt x="3063" y="275"/>
                    <a:pt x="3090" y="355"/>
                  </a:cubicBezTo>
                  <a:cubicBezTo>
                    <a:pt x="3042" y="404"/>
                    <a:pt x="2993" y="452"/>
                    <a:pt x="2946" y="506"/>
                  </a:cubicBezTo>
                  <a:cubicBezTo>
                    <a:pt x="2585" y="920"/>
                    <a:pt x="2269" y="1387"/>
                    <a:pt x="2004" y="1865"/>
                  </a:cubicBezTo>
                  <a:cubicBezTo>
                    <a:pt x="1629" y="2552"/>
                    <a:pt x="985" y="2649"/>
                    <a:pt x="388" y="2951"/>
                  </a:cubicBezTo>
                  <a:cubicBezTo>
                    <a:pt x="275" y="2961"/>
                    <a:pt x="162" y="2983"/>
                    <a:pt x="50" y="2998"/>
                  </a:cubicBezTo>
                  <a:cubicBezTo>
                    <a:pt x="33" y="3025"/>
                    <a:pt x="18" y="3047"/>
                    <a:pt x="1" y="3074"/>
                  </a:cubicBezTo>
                  <a:cubicBezTo>
                    <a:pt x="152" y="3154"/>
                    <a:pt x="291" y="3283"/>
                    <a:pt x="409" y="3461"/>
                  </a:cubicBezTo>
                  <a:cubicBezTo>
                    <a:pt x="259" y="3896"/>
                    <a:pt x="511" y="4486"/>
                    <a:pt x="662" y="5041"/>
                  </a:cubicBezTo>
                  <a:cubicBezTo>
                    <a:pt x="898" y="5911"/>
                    <a:pt x="1097" y="6786"/>
                    <a:pt x="1285" y="7523"/>
                  </a:cubicBezTo>
                  <a:cubicBezTo>
                    <a:pt x="1248" y="7710"/>
                    <a:pt x="1178" y="7877"/>
                    <a:pt x="1064" y="8022"/>
                  </a:cubicBezTo>
                  <a:cubicBezTo>
                    <a:pt x="1124" y="8049"/>
                    <a:pt x="1183" y="8071"/>
                    <a:pt x="1253" y="8076"/>
                  </a:cubicBezTo>
                  <a:cubicBezTo>
                    <a:pt x="1322" y="8076"/>
                    <a:pt x="1392" y="8081"/>
                    <a:pt x="1456" y="8081"/>
                  </a:cubicBezTo>
                  <a:cubicBezTo>
                    <a:pt x="2569" y="8081"/>
                    <a:pt x="2919" y="7419"/>
                    <a:pt x="3058" y="6807"/>
                  </a:cubicBezTo>
                  <a:cubicBezTo>
                    <a:pt x="3095" y="6839"/>
                    <a:pt x="3139" y="6861"/>
                    <a:pt x="3192" y="6883"/>
                  </a:cubicBezTo>
                  <a:cubicBezTo>
                    <a:pt x="3256" y="6910"/>
                    <a:pt x="3321" y="6921"/>
                    <a:pt x="3390" y="6921"/>
                  </a:cubicBezTo>
                  <a:cubicBezTo>
                    <a:pt x="3519" y="6921"/>
                    <a:pt x="3655" y="6872"/>
                    <a:pt x="3757" y="6775"/>
                  </a:cubicBezTo>
                  <a:cubicBezTo>
                    <a:pt x="3971" y="6571"/>
                    <a:pt x="4176" y="6367"/>
                    <a:pt x="4369" y="6174"/>
                  </a:cubicBezTo>
                  <a:cubicBezTo>
                    <a:pt x="4809" y="5733"/>
                    <a:pt x="5190" y="5357"/>
                    <a:pt x="5614" y="5066"/>
                  </a:cubicBezTo>
                  <a:cubicBezTo>
                    <a:pt x="5792" y="4954"/>
                    <a:pt x="5905" y="4766"/>
                    <a:pt x="6023" y="4573"/>
                  </a:cubicBezTo>
                  <a:cubicBezTo>
                    <a:pt x="6040" y="4551"/>
                    <a:pt x="6055" y="4525"/>
                    <a:pt x="6077" y="4498"/>
                  </a:cubicBezTo>
                  <a:cubicBezTo>
                    <a:pt x="6098" y="4546"/>
                    <a:pt x="6125" y="4600"/>
                    <a:pt x="6152" y="4669"/>
                  </a:cubicBezTo>
                  <a:cubicBezTo>
                    <a:pt x="6259" y="4938"/>
                    <a:pt x="6502" y="5105"/>
                    <a:pt x="6775" y="5105"/>
                  </a:cubicBezTo>
                  <a:cubicBezTo>
                    <a:pt x="7097" y="5105"/>
                    <a:pt x="7362" y="4880"/>
                    <a:pt x="7555" y="4680"/>
                  </a:cubicBezTo>
                  <a:cubicBezTo>
                    <a:pt x="7888" y="4332"/>
                    <a:pt x="8193" y="4138"/>
                    <a:pt x="8505" y="4074"/>
                  </a:cubicBezTo>
                  <a:cubicBezTo>
                    <a:pt x="9263" y="3918"/>
                    <a:pt x="9725" y="3611"/>
                    <a:pt x="9913" y="3139"/>
                  </a:cubicBezTo>
                  <a:cubicBezTo>
                    <a:pt x="10101" y="2661"/>
                    <a:pt x="9978" y="2113"/>
                    <a:pt x="9526" y="1463"/>
                  </a:cubicBezTo>
                  <a:cubicBezTo>
                    <a:pt x="9430" y="1317"/>
                    <a:pt x="9263" y="1237"/>
                    <a:pt x="9091" y="1237"/>
                  </a:cubicBezTo>
                  <a:lnTo>
                    <a:pt x="9048" y="1237"/>
                  </a:lnTo>
                  <a:cubicBezTo>
                    <a:pt x="8860" y="1247"/>
                    <a:pt x="8693" y="1360"/>
                    <a:pt x="8607" y="1532"/>
                  </a:cubicBezTo>
                  <a:cubicBezTo>
                    <a:pt x="8285" y="2187"/>
                    <a:pt x="7866" y="2552"/>
                    <a:pt x="7436" y="2552"/>
                  </a:cubicBezTo>
                  <a:cubicBezTo>
                    <a:pt x="7033" y="2552"/>
                    <a:pt x="6593" y="2236"/>
                    <a:pt x="6190" y="1667"/>
                  </a:cubicBezTo>
                  <a:cubicBezTo>
                    <a:pt x="6130" y="1580"/>
                    <a:pt x="6077" y="1495"/>
                    <a:pt x="6018" y="1409"/>
                  </a:cubicBezTo>
                  <a:cubicBezTo>
                    <a:pt x="5599" y="779"/>
                    <a:pt x="5078" y="1"/>
                    <a:pt x="4003"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1"/>
            <p:cNvSpPr/>
            <p:nvPr/>
          </p:nvSpPr>
          <p:spPr>
            <a:xfrm>
              <a:off x="6615700" y="1275950"/>
              <a:ext cx="225675" cy="441075"/>
            </a:xfrm>
            <a:custGeom>
              <a:rect b="b" l="l" r="r" t="t"/>
              <a:pathLst>
                <a:path extrusionOk="0" h="17643" w="9027">
                  <a:moveTo>
                    <a:pt x="8409" y="1"/>
                  </a:moveTo>
                  <a:cubicBezTo>
                    <a:pt x="7845" y="135"/>
                    <a:pt x="7275" y="274"/>
                    <a:pt x="6700" y="408"/>
                  </a:cubicBezTo>
                  <a:cubicBezTo>
                    <a:pt x="5428" y="710"/>
                    <a:pt x="4106" y="1016"/>
                    <a:pt x="2800" y="1338"/>
                  </a:cubicBezTo>
                  <a:cubicBezTo>
                    <a:pt x="1361" y="1692"/>
                    <a:pt x="598" y="1940"/>
                    <a:pt x="254" y="2451"/>
                  </a:cubicBezTo>
                  <a:cubicBezTo>
                    <a:pt x="60" y="2729"/>
                    <a:pt x="1" y="3095"/>
                    <a:pt x="18" y="3594"/>
                  </a:cubicBezTo>
                  <a:cubicBezTo>
                    <a:pt x="50" y="4040"/>
                    <a:pt x="254" y="4604"/>
                    <a:pt x="689" y="4953"/>
                  </a:cubicBezTo>
                  <a:cubicBezTo>
                    <a:pt x="695" y="5823"/>
                    <a:pt x="1297" y="6602"/>
                    <a:pt x="1060" y="7511"/>
                  </a:cubicBezTo>
                  <a:cubicBezTo>
                    <a:pt x="759" y="8650"/>
                    <a:pt x="1081" y="9649"/>
                    <a:pt x="1763" y="10562"/>
                  </a:cubicBezTo>
                  <a:cubicBezTo>
                    <a:pt x="1790" y="11151"/>
                    <a:pt x="1545" y="11910"/>
                    <a:pt x="2549" y="11910"/>
                  </a:cubicBezTo>
                  <a:cubicBezTo>
                    <a:pt x="2552" y="11910"/>
                    <a:pt x="2556" y="11910"/>
                    <a:pt x="2559" y="11910"/>
                  </a:cubicBezTo>
                  <a:cubicBezTo>
                    <a:pt x="2559" y="12136"/>
                    <a:pt x="2569" y="12356"/>
                    <a:pt x="2832" y="12448"/>
                  </a:cubicBezTo>
                  <a:cubicBezTo>
                    <a:pt x="3160" y="13586"/>
                    <a:pt x="2715" y="14903"/>
                    <a:pt x="3623" y="15907"/>
                  </a:cubicBezTo>
                  <a:cubicBezTo>
                    <a:pt x="3553" y="16235"/>
                    <a:pt x="3569" y="16530"/>
                    <a:pt x="3901" y="16718"/>
                  </a:cubicBezTo>
                  <a:cubicBezTo>
                    <a:pt x="4004" y="16966"/>
                    <a:pt x="4074" y="17213"/>
                    <a:pt x="4111" y="17471"/>
                  </a:cubicBezTo>
                  <a:cubicBezTo>
                    <a:pt x="4127" y="17476"/>
                    <a:pt x="4138" y="17487"/>
                    <a:pt x="4154" y="17492"/>
                  </a:cubicBezTo>
                  <a:cubicBezTo>
                    <a:pt x="4327" y="17568"/>
                    <a:pt x="4508" y="17616"/>
                    <a:pt x="4697" y="17643"/>
                  </a:cubicBezTo>
                  <a:cubicBezTo>
                    <a:pt x="5212" y="16998"/>
                    <a:pt x="6571" y="16971"/>
                    <a:pt x="7743" y="16810"/>
                  </a:cubicBezTo>
                  <a:cubicBezTo>
                    <a:pt x="7776" y="16772"/>
                    <a:pt x="7801" y="16735"/>
                    <a:pt x="7828" y="16691"/>
                  </a:cubicBezTo>
                  <a:cubicBezTo>
                    <a:pt x="7647" y="16601"/>
                    <a:pt x="7518" y="16477"/>
                    <a:pt x="7415" y="16343"/>
                  </a:cubicBezTo>
                  <a:cubicBezTo>
                    <a:pt x="7486" y="16150"/>
                    <a:pt x="7442" y="15897"/>
                    <a:pt x="7415" y="15627"/>
                  </a:cubicBezTo>
                  <a:cubicBezTo>
                    <a:pt x="7362" y="15134"/>
                    <a:pt x="7357" y="14640"/>
                    <a:pt x="7313" y="14134"/>
                  </a:cubicBezTo>
                  <a:cubicBezTo>
                    <a:pt x="7243" y="13302"/>
                    <a:pt x="7152" y="12507"/>
                    <a:pt x="6985" y="11685"/>
                  </a:cubicBezTo>
                  <a:cubicBezTo>
                    <a:pt x="6867" y="11083"/>
                    <a:pt x="6990" y="10492"/>
                    <a:pt x="7152" y="9907"/>
                  </a:cubicBezTo>
                  <a:cubicBezTo>
                    <a:pt x="7206" y="9445"/>
                    <a:pt x="7292" y="8982"/>
                    <a:pt x="7426" y="8526"/>
                  </a:cubicBezTo>
                  <a:cubicBezTo>
                    <a:pt x="7506" y="8263"/>
                    <a:pt x="7560" y="8005"/>
                    <a:pt x="7593" y="7747"/>
                  </a:cubicBezTo>
                  <a:cubicBezTo>
                    <a:pt x="7593" y="7688"/>
                    <a:pt x="7587" y="7628"/>
                    <a:pt x="7582" y="7569"/>
                  </a:cubicBezTo>
                  <a:cubicBezTo>
                    <a:pt x="7533" y="7075"/>
                    <a:pt x="7174" y="6436"/>
                    <a:pt x="7345" y="5925"/>
                  </a:cubicBezTo>
                  <a:cubicBezTo>
                    <a:pt x="7415" y="5722"/>
                    <a:pt x="7523" y="5560"/>
                    <a:pt x="7652" y="5426"/>
                  </a:cubicBezTo>
                  <a:cubicBezTo>
                    <a:pt x="7662" y="5319"/>
                    <a:pt x="7721" y="5265"/>
                    <a:pt x="7828" y="5255"/>
                  </a:cubicBezTo>
                  <a:cubicBezTo>
                    <a:pt x="7856" y="5228"/>
                    <a:pt x="7888" y="5206"/>
                    <a:pt x="7920" y="5179"/>
                  </a:cubicBezTo>
                  <a:cubicBezTo>
                    <a:pt x="7937" y="5050"/>
                    <a:pt x="8017" y="4985"/>
                    <a:pt x="8156" y="4980"/>
                  </a:cubicBezTo>
                  <a:cubicBezTo>
                    <a:pt x="8156" y="4980"/>
                    <a:pt x="8156" y="4985"/>
                    <a:pt x="8162" y="4985"/>
                  </a:cubicBezTo>
                  <a:cubicBezTo>
                    <a:pt x="8168" y="4980"/>
                    <a:pt x="8173" y="4975"/>
                    <a:pt x="8178" y="4970"/>
                  </a:cubicBezTo>
                  <a:cubicBezTo>
                    <a:pt x="8251" y="4795"/>
                    <a:pt x="8346" y="4658"/>
                    <a:pt x="8497" y="4658"/>
                  </a:cubicBezTo>
                  <a:cubicBezTo>
                    <a:pt x="8500" y="4658"/>
                    <a:pt x="8503" y="4658"/>
                    <a:pt x="8505" y="4658"/>
                  </a:cubicBezTo>
                  <a:cubicBezTo>
                    <a:pt x="8602" y="4551"/>
                    <a:pt x="8688" y="4437"/>
                    <a:pt x="8753" y="4320"/>
                  </a:cubicBezTo>
                  <a:cubicBezTo>
                    <a:pt x="8812" y="4024"/>
                    <a:pt x="8924" y="3740"/>
                    <a:pt x="9006" y="3455"/>
                  </a:cubicBezTo>
                  <a:cubicBezTo>
                    <a:pt x="9026" y="3180"/>
                    <a:pt x="9000" y="2895"/>
                    <a:pt x="8919" y="2590"/>
                  </a:cubicBezTo>
                  <a:cubicBezTo>
                    <a:pt x="8882" y="2439"/>
                    <a:pt x="8850" y="2289"/>
                    <a:pt x="8828" y="2139"/>
                  </a:cubicBezTo>
                  <a:cubicBezTo>
                    <a:pt x="8602" y="1881"/>
                    <a:pt x="8672" y="1548"/>
                    <a:pt x="8704" y="1226"/>
                  </a:cubicBezTo>
                  <a:cubicBezTo>
                    <a:pt x="8678" y="1010"/>
                    <a:pt x="8634" y="790"/>
                    <a:pt x="8575" y="581"/>
                  </a:cubicBezTo>
                  <a:cubicBezTo>
                    <a:pt x="8565" y="559"/>
                    <a:pt x="8554" y="542"/>
                    <a:pt x="8532" y="522"/>
                  </a:cubicBezTo>
                  <a:cubicBezTo>
                    <a:pt x="8500" y="532"/>
                    <a:pt x="8463" y="537"/>
                    <a:pt x="8431" y="549"/>
                  </a:cubicBezTo>
                  <a:cubicBezTo>
                    <a:pt x="8431" y="371"/>
                    <a:pt x="8425" y="188"/>
                    <a:pt x="8425"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1"/>
            <p:cNvSpPr/>
            <p:nvPr/>
          </p:nvSpPr>
          <p:spPr>
            <a:xfrm>
              <a:off x="6787350" y="1213100"/>
              <a:ext cx="247425" cy="482050"/>
            </a:xfrm>
            <a:custGeom>
              <a:rect b="b" l="l" r="r" t="t"/>
              <a:pathLst>
                <a:path extrusionOk="0" h="19282" w="9897">
                  <a:moveTo>
                    <a:pt x="2811" y="1"/>
                  </a:moveTo>
                  <a:cubicBezTo>
                    <a:pt x="2698" y="1"/>
                    <a:pt x="2574" y="16"/>
                    <a:pt x="2450" y="48"/>
                  </a:cubicBezTo>
                  <a:cubicBezTo>
                    <a:pt x="1795" y="210"/>
                    <a:pt x="1483" y="698"/>
                    <a:pt x="1527" y="1516"/>
                  </a:cubicBezTo>
                  <a:cubicBezTo>
                    <a:pt x="1543" y="1848"/>
                    <a:pt x="1554" y="2186"/>
                    <a:pt x="1559" y="2515"/>
                  </a:cubicBezTo>
                  <a:cubicBezTo>
                    <a:pt x="1559" y="2702"/>
                    <a:pt x="1565" y="2885"/>
                    <a:pt x="1565" y="3063"/>
                  </a:cubicBezTo>
                  <a:cubicBezTo>
                    <a:pt x="1597" y="3051"/>
                    <a:pt x="1634" y="3046"/>
                    <a:pt x="1666" y="3036"/>
                  </a:cubicBezTo>
                  <a:cubicBezTo>
                    <a:pt x="1688" y="3056"/>
                    <a:pt x="1699" y="3073"/>
                    <a:pt x="1709" y="3095"/>
                  </a:cubicBezTo>
                  <a:cubicBezTo>
                    <a:pt x="1768" y="3304"/>
                    <a:pt x="1812" y="3524"/>
                    <a:pt x="1838" y="3740"/>
                  </a:cubicBezTo>
                  <a:cubicBezTo>
                    <a:pt x="1806" y="4062"/>
                    <a:pt x="1736" y="4395"/>
                    <a:pt x="1962" y="4653"/>
                  </a:cubicBezTo>
                  <a:cubicBezTo>
                    <a:pt x="1984" y="4803"/>
                    <a:pt x="2016" y="4953"/>
                    <a:pt x="2053" y="5104"/>
                  </a:cubicBezTo>
                  <a:cubicBezTo>
                    <a:pt x="2134" y="5409"/>
                    <a:pt x="2160" y="5694"/>
                    <a:pt x="2140" y="5969"/>
                  </a:cubicBezTo>
                  <a:cubicBezTo>
                    <a:pt x="2058" y="6254"/>
                    <a:pt x="1946" y="6538"/>
                    <a:pt x="1887" y="6834"/>
                  </a:cubicBezTo>
                  <a:cubicBezTo>
                    <a:pt x="1822" y="6951"/>
                    <a:pt x="1736" y="7065"/>
                    <a:pt x="1639" y="7172"/>
                  </a:cubicBezTo>
                  <a:cubicBezTo>
                    <a:pt x="1637" y="7172"/>
                    <a:pt x="1634" y="7172"/>
                    <a:pt x="1631" y="7172"/>
                  </a:cubicBezTo>
                  <a:cubicBezTo>
                    <a:pt x="1480" y="7172"/>
                    <a:pt x="1385" y="7309"/>
                    <a:pt x="1312" y="7484"/>
                  </a:cubicBezTo>
                  <a:cubicBezTo>
                    <a:pt x="1307" y="7489"/>
                    <a:pt x="1302" y="7494"/>
                    <a:pt x="1296" y="7499"/>
                  </a:cubicBezTo>
                  <a:cubicBezTo>
                    <a:pt x="1290" y="7499"/>
                    <a:pt x="1290" y="7494"/>
                    <a:pt x="1290" y="7494"/>
                  </a:cubicBezTo>
                  <a:cubicBezTo>
                    <a:pt x="1151" y="7499"/>
                    <a:pt x="1071" y="7564"/>
                    <a:pt x="1054" y="7693"/>
                  </a:cubicBezTo>
                  <a:cubicBezTo>
                    <a:pt x="1022" y="7720"/>
                    <a:pt x="990" y="7742"/>
                    <a:pt x="962" y="7769"/>
                  </a:cubicBezTo>
                  <a:cubicBezTo>
                    <a:pt x="855" y="7779"/>
                    <a:pt x="796" y="7833"/>
                    <a:pt x="786" y="7940"/>
                  </a:cubicBezTo>
                  <a:cubicBezTo>
                    <a:pt x="657" y="8074"/>
                    <a:pt x="549" y="8236"/>
                    <a:pt x="479" y="8439"/>
                  </a:cubicBezTo>
                  <a:cubicBezTo>
                    <a:pt x="308" y="8950"/>
                    <a:pt x="667" y="9589"/>
                    <a:pt x="716" y="10083"/>
                  </a:cubicBezTo>
                  <a:cubicBezTo>
                    <a:pt x="721" y="10142"/>
                    <a:pt x="727" y="10202"/>
                    <a:pt x="727" y="10261"/>
                  </a:cubicBezTo>
                  <a:cubicBezTo>
                    <a:pt x="694" y="10519"/>
                    <a:pt x="640" y="10777"/>
                    <a:pt x="560" y="11040"/>
                  </a:cubicBezTo>
                  <a:cubicBezTo>
                    <a:pt x="426" y="11496"/>
                    <a:pt x="340" y="11959"/>
                    <a:pt x="286" y="12421"/>
                  </a:cubicBezTo>
                  <a:cubicBezTo>
                    <a:pt x="124" y="13006"/>
                    <a:pt x="1" y="13597"/>
                    <a:pt x="119" y="14199"/>
                  </a:cubicBezTo>
                  <a:cubicBezTo>
                    <a:pt x="286" y="15021"/>
                    <a:pt x="377" y="15816"/>
                    <a:pt x="447" y="16648"/>
                  </a:cubicBezTo>
                  <a:cubicBezTo>
                    <a:pt x="491" y="17154"/>
                    <a:pt x="496" y="17648"/>
                    <a:pt x="549" y="18141"/>
                  </a:cubicBezTo>
                  <a:cubicBezTo>
                    <a:pt x="576" y="18411"/>
                    <a:pt x="620" y="18664"/>
                    <a:pt x="549" y="18857"/>
                  </a:cubicBezTo>
                  <a:cubicBezTo>
                    <a:pt x="652" y="18991"/>
                    <a:pt x="781" y="19115"/>
                    <a:pt x="962" y="19205"/>
                  </a:cubicBezTo>
                  <a:cubicBezTo>
                    <a:pt x="1017" y="19237"/>
                    <a:pt x="1081" y="19259"/>
                    <a:pt x="1146" y="19281"/>
                  </a:cubicBezTo>
                  <a:cubicBezTo>
                    <a:pt x="1280" y="19259"/>
                    <a:pt x="1409" y="19237"/>
                    <a:pt x="1538" y="19205"/>
                  </a:cubicBezTo>
                  <a:cubicBezTo>
                    <a:pt x="2628" y="18954"/>
                    <a:pt x="3719" y="18696"/>
                    <a:pt x="4803" y="18438"/>
                  </a:cubicBezTo>
                  <a:cubicBezTo>
                    <a:pt x="6367" y="18141"/>
                    <a:pt x="7952" y="18121"/>
                    <a:pt x="9526" y="17992"/>
                  </a:cubicBezTo>
                  <a:lnTo>
                    <a:pt x="9526" y="17992"/>
                  </a:lnTo>
                  <a:cubicBezTo>
                    <a:pt x="9494" y="18072"/>
                    <a:pt x="9445" y="18158"/>
                    <a:pt x="9387" y="18245"/>
                  </a:cubicBezTo>
                  <a:lnTo>
                    <a:pt x="9397" y="18245"/>
                  </a:lnTo>
                  <a:cubicBezTo>
                    <a:pt x="9613" y="18228"/>
                    <a:pt x="9794" y="18089"/>
                    <a:pt x="9864" y="17884"/>
                  </a:cubicBezTo>
                  <a:cubicBezTo>
                    <a:pt x="9896" y="17787"/>
                    <a:pt x="9896" y="17685"/>
                    <a:pt x="9876" y="17583"/>
                  </a:cubicBezTo>
                  <a:cubicBezTo>
                    <a:pt x="9849" y="17481"/>
                    <a:pt x="9794" y="17390"/>
                    <a:pt x="9714" y="17315"/>
                  </a:cubicBezTo>
                  <a:cubicBezTo>
                    <a:pt x="9677" y="17283"/>
                    <a:pt x="9613" y="17137"/>
                    <a:pt x="9574" y="17046"/>
                  </a:cubicBezTo>
                  <a:cubicBezTo>
                    <a:pt x="9489" y="16859"/>
                    <a:pt x="9392" y="16670"/>
                    <a:pt x="9301" y="16487"/>
                  </a:cubicBezTo>
                  <a:lnTo>
                    <a:pt x="9155" y="16197"/>
                  </a:lnTo>
                  <a:cubicBezTo>
                    <a:pt x="9070" y="16304"/>
                    <a:pt x="8951" y="16375"/>
                    <a:pt x="8812" y="16396"/>
                  </a:cubicBezTo>
                  <a:cubicBezTo>
                    <a:pt x="8790" y="16396"/>
                    <a:pt x="8763" y="16401"/>
                    <a:pt x="8742" y="16401"/>
                  </a:cubicBezTo>
                  <a:cubicBezTo>
                    <a:pt x="8710" y="16401"/>
                    <a:pt x="8683" y="16391"/>
                    <a:pt x="8651" y="16385"/>
                  </a:cubicBezTo>
                  <a:cubicBezTo>
                    <a:pt x="8527" y="16128"/>
                    <a:pt x="8420" y="15870"/>
                    <a:pt x="8344" y="15585"/>
                  </a:cubicBezTo>
                  <a:cubicBezTo>
                    <a:pt x="7936" y="14032"/>
                    <a:pt x="7592" y="12463"/>
                    <a:pt x="6878" y="11018"/>
                  </a:cubicBezTo>
                  <a:cubicBezTo>
                    <a:pt x="6856" y="10970"/>
                    <a:pt x="6861" y="10928"/>
                    <a:pt x="6878" y="10889"/>
                  </a:cubicBezTo>
                  <a:cubicBezTo>
                    <a:pt x="5745" y="7677"/>
                    <a:pt x="4600" y="4464"/>
                    <a:pt x="3504" y="1236"/>
                  </a:cubicBezTo>
                  <a:cubicBezTo>
                    <a:pt x="3392" y="908"/>
                    <a:pt x="3263" y="678"/>
                    <a:pt x="3047" y="581"/>
                  </a:cubicBezTo>
                  <a:cubicBezTo>
                    <a:pt x="2998" y="408"/>
                    <a:pt x="2966" y="210"/>
                    <a:pt x="3015" y="16"/>
                  </a:cubicBezTo>
                  <a:cubicBezTo>
                    <a:pt x="2951" y="6"/>
                    <a:pt x="2886" y="1"/>
                    <a:pt x="2811"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1"/>
            <p:cNvSpPr/>
            <p:nvPr/>
          </p:nvSpPr>
          <p:spPr>
            <a:xfrm>
              <a:off x="6861500" y="787075"/>
              <a:ext cx="521375" cy="836050"/>
            </a:xfrm>
            <a:custGeom>
              <a:rect b="b" l="l" r="r" t="t"/>
              <a:pathLst>
                <a:path extrusionOk="0" h="33442" w="20855">
                  <a:moveTo>
                    <a:pt x="5464" y="1"/>
                  </a:moveTo>
                  <a:cubicBezTo>
                    <a:pt x="5164" y="1"/>
                    <a:pt x="4867" y="135"/>
                    <a:pt x="4674" y="242"/>
                  </a:cubicBezTo>
                  <a:cubicBezTo>
                    <a:pt x="4202" y="516"/>
                    <a:pt x="4073" y="973"/>
                    <a:pt x="3976" y="1312"/>
                  </a:cubicBezTo>
                  <a:cubicBezTo>
                    <a:pt x="3965" y="1360"/>
                    <a:pt x="3949" y="1402"/>
                    <a:pt x="3933" y="1451"/>
                  </a:cubicBezTo>
                  <a:cubicBezTo>
                    <a:pt x="3590" y="2569"/>
                    <a:pt x="3230" y="3702"/>
                    <a:pt x="2875" y="4798"/>
                  </a:cubicBezTo>
                  <a:lnTo>
                    <a:pt x="2585" y="5706"/>
                  </a:lnTo>
                  <a:cubicBezTo>
                    <a:pt x="2332" y="6480"/>
                    <a:pt x="2020" y="7447"/>
                    <a:pt x="2913" y="8376"/>
                  </a:cubicBezTo>
                  <a:cubicBezTo>
                    <a:pt x="2940" y="8403"/>
                    <a:pt x="2933" y="8461"/>
                    <a:pt x="2933" y="8483"/>
                  </a:cubicBezTo>
                  <a:cubicBezTo>
                    <a:pt x="2928" y="8564"/>
                    <a:pt x="2886" y="8644"/>
                    <a:pt x="2848" y="8671"/>
                  </a:cubicBezTo>
                  <a:cubicBezTo>
                    <a:pt x="1934" y="9348"/>
                    <a:pt x="2149" y="10197"/>
                    <a:pt x="2295" y="10761"/>
                  </a:cubicBezTo>
                  <a:cubicBezTo>
                    <a:pt x="2316" y="10841"/>
                    <a:pt x="2338" y="10928"/>
                    <a:pt x="2353" y="11008"/>
                  </a:cubicBezTo>
                  <a:cubicBezTo>
                    <a:pt x="2440" y="11406"/>
                    <a:pt x="2434" y="11820"/>
                    <a:pt x="2424" y="12260"/>
                  </a:cubicBezTo>
                  <a:cubicBezTo>
                    <a:pt x="2424" y="12490"/>
                    <a:pt x="2418" y="12733"/>
                    <a:pt x="2429" y="12974"/>
                  </a:cubicBezTo>
                  <a:cubicBezTo>
                    <a:pt x="2440" y="13243"/>
                    <a:pt x="2300" y="13469"/>
                    <a:pt x="2069" y="13807"/>
                  </a:cubicBezTo>
                  <a:cubicBezTo>
                    <a:pt x="1768" y="14248"/>
                    <a:pt x="1360" y="14860"/>
                    <a:pt x="1671" y="15698"/>
                  </a:cubicBezTo>
                  <a:cubicBezTo>
                    <a:pt x="1736" y="15881"/>
                    <a:pt x="1730" y="16031"/>
                    <a:pt x="1644" y="16160"/>
                  </a:cubicBezTo>
                  <a:cubicBezTo>
                    <a:pt x="1554" y="16294"/>
                    <a:pt x="1376" y="16397"/>
                    <a:pt x="1215" y="16402"/>
                  </a:cubicBezTo>
                  <a:cubicBezTo>
                    <a:pt x="845" y="16412"/>
                    <a:pt x="393" y="16467"/>
                    <a:pt x="156" y="16821"/>
                  </a:cubicBezTo>
                  <a:cubicBezTo>
                    <a:pt x="103" y="16901"/>
                    <a:pt x="71" y="16982"/>
                    <a:pt x="49" y="17057"/>
                  </a:cubicBezTo>
                  <a:cubicBezTo>
                    <a:pt x="0" y="17251"/>
                    <a:pt x="32" y="17449"/>
                    <a:pt x="81" y="17622"/>
                  </a:cubicBezTo>
                  <a:cubicBezTo>
                    <a:pt x="297" y="17719"/>
                    <a:pt x="426" y="17949"/>
                    <a:pt x="538" y="18277"/>
                  </a:cubicBezTo>
                  <a:cubicBezTo>
                    <a:pt x="1634" y="21505"/>
                    <a:pt x="2779" y="24718"/>
                    <a:pt x="3912" y="27930"/>
                  </a:cubicBezTo>
                  <a:cubicBezTo>
                    <a:pt x="3895" y="27969"/>
                    <a:pt x="3890" y="28011"/>
                    <a:pt x="3912" y="28059"/>
                  </a:cubicBezTo>
                  <a:cubicBezTo>
                    <a:pt x="4626" y="29504"/>
                    <a:pt x="4970" y="31073"/>
                    <a:pt x="5378" y="32626"/>
                  </a:cubicBezTo>
                  <a:cubicBezTo>
                    <a:pt x="5454" y="32911"/>
                    <a:pt x="5561" y="33169"/>
                    <a:pt x="5685" y="33426"/>
                  </a:cubicBezTo>
                  <a:cubicBezTo>
                    <a:pt x="5717" y="33432"/>
                    <a:pt x="5744" y="33442"/>
                    <a:pt x="5776" y="33442"/>
                  </a:cubicBezTo>
                  <a:cubicBezTo>
                    <a:pt x="5797" y="33442"/>
                    <a:pt x="5824" y="33437"/>
                    <a:pt x="5846" y="33437"/>
                  </a:cubicBezTo>
                  <a:cubicBezTo>
                    <a:pt x="5985" y="33416"/>
                    <a:pt x="6104" y="33345"/>
                    <a:pt x="6189" y="33238"/>
                  </a:cubicBezTo>
                  <a:cubicBezTo>
                    <a:pt x="6253" y="33158"/>
                    <a:pt x="6302" y="33055"/>
                    <a:pt x="6307" y="32943"/>
                  </a:cubicBezTo>
                  <a:cubicBezTo>
                    <a:pt x="6313" y="32878"/>
                    <a:pt x="6318" y="32814"/>
                    <a:pt x="6324" y="32739"/>
                  </a:cubicBezTo>
                  <a:cubicBezTo>
                    <a:pt x="6335" y="32653"/>
                    <a:pt x="6340" y="32561"/>
                    <a:pt x="6350" y="32459"/>
                  </a:cubicBezTo>
                  <a:cubicBezTo>
                    <a:pt x="6421" y="31503"/>
                    <a:pt x="6764" y="30632"/>
                    <a:pt x="7130" y="29709"/>
                  </a:cubicBezTo>
                  <a:cubicBezTo>
                    <a:pt x="7312" y="29252"/>
                    <a:pt x="7500" y="28775"/>
                    <a:pt x="7651" y="28285"/>
                  </a:cubicBezTo>
                  <a:cubicBezTo>
                    <a:pt x="7666" y="28247"/>
                    <a:pt x="7699" y="28183"/>
                    <a:pt x="7736" y="28118"/>
                  </a:cubicBezTo>
                  <a:cubicBezTo>
                    <a:pt x="7860" y="27893"/>
                    <a:pt x="8085" y="27468"/>
                    <a:pt x="7833" y="27002"/>
                  </a:cubicBezTo>
                  <a:cubicBezTo>
                    <a:pt x="7775" y="26893"/>
                    <a:pt x="7710" y="26737"/>
                    <a:pt x="7753" y="26630"/>
                  </a:cubicBezTo>
                  <a:cubicBezTo>
                    <a:pt x="7795" y="26518"/>
                    <a:pt x="7968" y="26394"/>
                    <a:pt x="8199" y="26313"/>
                  </a:cubicBezTo>
                  <a:cubicBezTo>
                    <a:pt x="9161" y="25964"/>
                    <a:pt x="9863" y="25577"/>
                    <a:pt x="10342" y="25126"/>
                  </a:cubicBezTo>
                  <a:cubicBezTo>
                    <a:pt x="10508" y="24971"/>
                    <a:pt x="10734" y="24825"/>
                    <a:pt x="10976" y="24674"/>
                  </a:cubicBezTo>
                  <a:cubicBezTo>
                    <a:pt x="11636" y="24262"/>
                    <a:pt x="12539" y="23697"/>
                    <a:pt x="12507" y="22386"/>
                  </a:cubicBezTo>
                  <a:cubicBezTo>
                    <a:pt x="12501" y="22021"/>
                    <a:pt x="12561" y="21409"/>
                    <a:pt x="13055" y="21354"/>
                  </a:cubicBezTo>
                  <a:cubicBezTo>
                    <a:pt x="13964" y="21253"/>
                    <a:pt x="14490" y="20855"/>
                    <a:pt x="14769" y="20060"/>
                  </a:cubicBezTo>
                  <a:cubicBezTo>
                    <a:pt x="14871" y="19749"/>
                    <a:pt x="15214" y="19524"/>
                    <a:pt x="15338" y="19507"/>
                  </a:cubicBezTo>
                  <a:cubicBezTo>
                    <a:pt x="15526" y="19549"/>
                    <a:pt x="15709" y="19571"/>
                    <a:pt x="15886" y="19571"/>
                  </a:cubicBezTo>
                  <a:cubicBezTo>
                    <a:pt x="16902" y="19571"/>
                    <a:pt x="17460" y="18894"/>
                    <a:pt x="17906" y="18352"/>
                  </a:cubicBezTo>
                  <a:cubicBezTo>
                    <a:pt x="18137" y="18073"/>
                    <a:pt x="18352" y="17804"/>
                    <a:pt x="18599" y="17664"/>
                  </a:cubicBezTo>
                  <a:cubicBezTo>
                    <a:pt x="18916" y="17481"/>
                    <a:pt x="19109" y="17171"/>
                    <a:pt x="19276" y="16896"/>
                  </a:cubicBezTo>
                  <a:cubicBezTo>
                    <a:pt x="19346" y="16784"/>
                    <a:pt x="19448" y="16628"/>
                    <a:pt x="19508" y="16568"/>
                  </a:cubicBezTo>
                  <a:cubicBezTo>
                    <a:pt x="20088" y="16445"/>
                    <a:pt x="20705" y="16262"/>
                    <a:pt x="20785" y="15720"/>
                  </a:cubicBezTo>
                  <a:cubicBezTo>
                    <a:pt x="20855" y="15230"/>
                    <a:pt x="20448" y="14935"/>
                    <a:pt x="19947" y="14656"/>
                  </a:cubicBezTo>
                  <a:cubicBezTo>
                    <a:pt x="19952" y="14645"/>
                    <a:pt x="19959" y="14634"/>
                    <a:pt x="19964" y="14624"/>
                  </a:cubicBezTo>
                  <a:cubicBezTo>
                    <a:pt x="20222" y="14054"/>
                    <a:pt x="20205" y="13484"/>
                    <a:pt x="19932" y="13055"/>
                  </a:cubicBezTo>
                  <a:cubicBezTo>
                    <a:pt x="19701" y="12701"/>
                    <a:pt x="19308" y="12497"/>
                    <a:pt x="18857" y="12497"/>
                  </a:cubicBezTo>
                  <a:cubicBezTo>
                    <a:pt x="18685" y="12497"/>
                    <a:pt x="18502" y="12523"/>
                    <a:pt x="18315" y="12587"/>
                  </a:cubicBezTo>
                  <a:cubicBezTo>
                    <a:pt x="18115" y="12652"/>
                    <a:pt x="17986" y="12663"/>
                    <a:pt x="17911" y="12663"/>
                  </a:cubicBezTo>
                  <a:cubicBezTo>
                    <a:pt x="17772" y="12663"/>
                    <a:pt x="17654" y="12663"/>
                    <a:pt x="17552" y="11959"/>
                  </a:cubicBezTo>
                  <a:cubicBezTo>
                    <a:pt x="17396" y="10874"/>
                    <a:pt x="16703" y="10132"/>
                    <a:pt x="15645" y="9934"/>
                  </a:cubicBezTo>
                  <a:cubicBezTo>
                    <a:pt x="15166" y="9842"/>
                    <a:pt x="15080" y="9601"/>
                    <a:pt x="14909" y="9021"/>
                  </a:cubicBezTo>
                  <a:lnTo>
                    <a:pt x="14882" y="8912"/>
                  </a:lnTo>
                  <a:cubicBezTo>
                    <a:pt x="14537" y="7737"/>
                    <a:pt x="14205" y="6539"/>
                    <a:pt x="13887" y="5378"/>
                  </a:cubicBezTo>
                  <a:cubicBezTo>
                    <a:pt x="13662" y="4556"/>
                    <a:pt x="13436" y="3729"/>
                    <a:pt x="13205" y="2907"/>
                  </a:cubicBezTo>
                  <a:cubicBezTo>
                    <a:pt x="12685" y="1064"/>
                    <a:pt x="11514" y="11"/>
                    <a:pt x="10004" y="11"/>
                  </a:cubicBezTo>
                  <a:cubicBezTo>
                    <a:pt x="9268" y="11"/>
                    <a:pt x="8494" y="264"/>
                    <a:pt x="7710" y="752"/>
                  </a:cubicBezTo>
                  <a:cubicBezTo>
                    <a:pt x="7614" y="817"/>
                    <a:pt x="7517" y="876"/>
                    <a:pt x="7420" y="941"/>
                  </a:cubicBezTo>
                  <a:cubicBezTo>
                    <a:pt x="7188" y="1091"/>
                    <a:pt x="6974" y="1236"/>
                    <a:pt x="6754" y="1327"/>
                  </a:cubicBezTo>
                  <a:cubicBezTo>
                    <a:pt x="6560" y="1414"/>
                    <a:pt x="6421" y="1553"/>
                    <a:pt x="6307" y="1666"/>
                  </a:cubicBezTo>
                  <a:cubicBezTo>
                    <a:pt x="6302" y="1666"/>
                    <a:pt x="6297" y="1672"/>
                    <a:pt x="6292" y="1677"/>
                  </a:cubicBezTo>
                  <a:cubicBezTo>
                    <a:pt x="6055" y="1461"/>
                    <a:pt x="6104" y="1349"/>
                    <a:pt x="6136" y="1268"/>
                  </a:cubicBezTo>
                  <a:lnTo>
                    <a:pt x="6163" y="1209"/>
                  </a:lnTo>
                  <a:cubicBezTo>
                    <a:pt x="6238" y="1042"/>
                    <a:pt x="6377" y="732"/>
                    <a:pt x="6216" y="409"/>
                  </a:cubicBezTo>
                  <a:cubicBezTo>
                    <a:pt x="6141" y="269"/>
                    <a:pt x="5990" y="87"/>
                    <a:pt x="5668" y="23"/>
                  </a:cubicBezTo>
                  <a:cubicBezTo>
                    <a:pt x="5604" y="6"/>
                    <a:pt x="5534" y="1"/>
                    <a:pt x="5464"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1"/>
            <p:cNvSpPr/>
            <p:nvPr/>
          </p:nvSpPr>
          <p:spPr>
            <a:xfrm>
              <a:off x="4255075" y="1300525"/>
              <a:ext cx="732750" cy="777250"/>
            </a:xfrm>
            <a:custGeom>
              <a:rect b="b" l="l" r="r" t="t"/>
              <a:pathLst>
                <a:path extrusionOk="0" h="31090" w="29310">
                  <a:moveTo>
                    <a:pt x="9143" y="0"/>
                  </a:moveTo>
                  <a:cubicBezTo>
                    <a:pt x="8891" y="0"/>
                    <a:pt x="8675" y="87"/>
                    <a:pt x="8509" y="161"/>
                  </a:cubicBezTo>
                  <a:cubicBezTo>
                    <a:pt x="8117" y="350"/>
                    <a:pt x="7725" y="526"/>
                    <a:pt x="7327" y="709"/>
                  </a:cubicBezTo>
                  <a:cubicBezTo>
                    <a:pt x="7080" y="823"/>
                    <a:pt x="6833" y="935"/>
                    <a:pt x="6580" y="1049"/>
                  </a:cubicBezTo>
                  <a:cubicBezTo>
                    <a:pt x="6344" y="1156"/>
                    <a:pt x="6124" y="1290"/>
                    <a:pt x="5908" y="1419"/>
                  </a:cubicBezTo>
                  <a:cubicBezTo>
                    <a:pt x="5489" y="1671"/>
                    <a:pt x="5135" y="1887"/>
                    <a:pt x="4748" y="1887"/>
                  </a:cubicBezTo>
                  <a:cubicBezTo>
                    <a:pt x="4663" y="1887"/>
                    <a:pt x="4577" y="1875"/>
                    <a:pt x="4490" y="1854"/>
                  </a:cubicBezTo>
                  <a:cubicBezTo>
                    <a:pt x="4393" y="1832"/>
                    <a:pt x="4314" y="1816"/>
                    <a:pt x="4227" y="1805"/>
                  </a:cubicBezTo>
                  <a:cubicBezTo>
                    <a:pt x="4083" y="1778"/>
                    <a:pt x="3947" y="1763"/>
                    <a:pt x="3825" y="1763"/>
                  </a:cubicBezTo>
                  <a:cubicBezTo>
                    <a:pt x="3669" y="1763"/>
                    <a:pt x="3528" y="1783"/>
                    <a:pt x="3411" y="1816"/>
                  </a:cubicBezTo>
                  <a:cubicBezTo>
                    <a:pt x="3367" y="1848"/>
                    <a:pt x="3330" y="1887"/>
                    <a:pt x="3287" y="1919"/>
                  </a:cubicBezTo>
                  <a:cubicBezTo>
                    <a:pt x="2836" y="2306"/>
                    <a:pt x="2717" y="2762"/>
                    <a:pt x="2734" y="3331"/>
                  </a:cubicBezTo>
                  <a:cubicBezTo>
                    <a:pt x="2766" y="4438"/>
                    <a:pt x="2739" y="5539"/>
                    <a:pt x="2734" y="6645"/>
                  </a:cubicBezTo>
                  <a:cubicBezTo>
                    <a:pt x="2561" y="6823"/>
                    <a:pt x="2385" y="6995"/>
                    <a:pt x="2207" y="7173"/>
                  </a:cubicBezTo>
                  <a:cubicBezTo>
                    <a:pt x="1993" y="7188"/>
                    <a:pt x="1762" y="7188"/>
                    <a:pt x="1665" y="7441"/>
                  </a:cubicBezTo>
                  <a:cubicBezTo>
                    <a:pt x="1450" y="7456"/>
                    <a:pt x="1224" y="7456"/>
                    <a:pt x="1128" y="7704"/>
                  </a:cubicBezTo>
                  <a:cubicBezTo>
                    <a:pt x="910" y="7721"/>
                    <a:pt x="687" y="7731"/>
                    <a:pt x="593" y="7985"/>
                  </a:cubicBezTo>
                  <a:lnTo>
                    <a:pt x="593" y="7985"/>
                  </a:lnTo>
                  <a:cubicBezTo>
                    <a:pt x="85" y="8485"/>
                    <a:pt x="399" y="9202"/>
                    <a:pt x="139" y="9794"/>
                  </a:cubicBezTo>
                  <a:cubicBezTo>
                    <a:pt x="0" y="10113"/>
                    <a:pt x="322" y="10417"/>
                    <a:pt x="754" y="10417"/>
                  </a:cubicBezTo>
                  <a:cubicBezTo>
                    <a:pt x="789" y="10417"/>
                    <a:pt x="824" y="10416"/>
                    <a:pt x="859" y="10412"/>
                  </a:cubicBezTo>
                  <a:cubicBezTo>
                    <a:pt x="859" y="10954"/>
                    <a:pt x="939" y="11486"/>
                    <a:pt x="934" y="12034"/>
                  </a:cubicBezTo>
                  <a:cubicBezTo>
                    <a:pt x="917" y="13447"/>
                    <a:pt x="569" y="14897"/>
                    <a:pt x="1143" y="16288"/>
                  </a:cubicBezTo>
                  <a:lnTo>
                    <a:pt x="1122" y="16268"/>
                  </a:lnTo>
                  <a:lnTo>
                    <a:pt x="1122" y="16268"/>
                  </a:lnTo>
                  <a:cubicBezTo>
                    <a:pt x="1209" y="16450"/>
                    <a:pt x="1312" y="16600"/>
                    <a:pt x="1491" y="16600"/>
                  </a:cubicBezTo>
                  <a:cubicBezTo>
                    <a:pt x="1544" y="16600"/>
                    <a:pt x="1603" y="16587"/>
                    <a:pt x="1670" y="16558"/>
                  </a:cubicBezTo>
                  <a:cubicBezTo>
                    <a:pt x="2020" y="17181"/>
                    <a:pt x="2965" y="16918"/>
                    <a:pt x="3270" y="17605"/>
                  </a:cubicBezTo>
                  <a:cubicBezTo>
                    <a:pt x="4217" y="18212"/>
                    <a:pt x="5420" y="18512"/>
                    <a:pt x="5710" y="19861"/>
                  </a:cubicBezTo>
                  <a:cubicBezTo>
                    <a:pt x="5752" y="20049"/>
                    <a:pt x="6210" y="20146"/>
                    <a:pt x="6478" y="20285"/>
                  </a:cubicBezTo>
                  <a:cubicBezTo>
                    <a:pt x="6761" y="20525"/>
                    <a:pt x="7004" y="20833"/>
                    <a:pt x="7407" y="20833"/>
                  </a:cubicBezTo>
                  <a:cubicBezTo>
                    <a:pt x="7448" y="20833"/>
                    <a:pt x="7492" y="20830"/>
                    <a:pt x="7537" y="20823"/>
                  </a:cubicBezTo>
                  <a:cubicBezTo>
                    <a:pt x="7626" y="21185"/>
                    <a:pt x="7830" y="21378"/>
                    <a:pt x="8163" y="21378"/>
                  </a:cubicBezTo>
                  <a:cubicBezTo>
                    <a:pt x="8211" y="21378"/>
                    <a:pt x="8262" y="21374"/>
                    <a:pt x="8316" y="21366"/>
                  </a:cubicBezTo>
                  <a:lnTo>
                    <a:pt x="8316" y="21366"/>
                  </a:lnTo>
                  <a:cubicBezTo>
                    <a:pt x="8154" y="21666"/>
                    <a:pt x="8423" y="21752"/>
                    <a:pt x="8601" y="21881"/>
                  </a:cubicBezTo>
                  <a:cubicBezTo>
                    <a:pt x="8611" y="22316"/>
                    <a:pt x="8568" y="22767"/>
                    <a:pt x="8648" y="23186"/>
                  </a:cubicBezTo>
                  <a:cubicBezTo>
                    <a:pt x="8713" y="23525"/>
                    <a:pt x="8702" y="23734"/>
                    <a:pt x="8568" y="23863"/>
                  </a:cubicBezTo>
                  <a:cubicBezTo>
                    <a:pt x="8589" y="24031"/>
                    <a:pt x="8606" y="24202"/>
                    <a:pt x="8611" y="24374"/>
                  </a:cubicBezTo>
                  <a:cubicBezTo>
                    <a:pt x="8869" y="24557"/>
                    <a:pt x="8896" y="24906"/>
                    <a:pt x="9132" y="25083"/>
                  </a:cubicBezTo>
                  <a:lnTo>
                    <a:pt x="9132" y="25078"/>
                  </a:lnTo>
                  <a:lnTo>
                    <a:pt x="9154" y="25094"/>
                  </a:lnTo>
                  <a:cubicBezTo>
                    <a:pt x="9143" y="25094"/>
                    <a:pt x="9143" y="25088"/>
                    <a:pt x="9132" y="25083"/>
                  </a:cubicBezTo>
                  <a:lnTo>
                    <a:pt x="9132" y="25083"/>
                  </a:lnTo>
                  <a:cubicBezTo>
                    <a:pt x="9229" y="25276"/>
                    <a:pt x="9372" y="25371"/>
                    <a:pt x="9563" y="25371"/>
                  </a:cubicBezTo>
                  <a:cubicBezTo>
                    <a:pt x="9595" y="25371"/>
                    <a:pt x="9629" y="25368"/>
                    <a:pt x="9664" y="25363"/>
                  </a:cubicBezTo>
                  <a:lnTo>
                    <a:pt x="9664" y="25336"/>
                  </a:lnTo>
                  <a:lnTo>
                    <a:pt x="9696" y="25363"/>
                  </a:lnTo>
                  <a:lnTo>
                    <a:pt x="9664" y="25363"/>
                  </a:lnTo>
                  <a:lnTo>
                    <a:pt x="9664" y="25883"/>
                  </a:lnTo>
                  <a:lnTo>
                    <a:pt x="9691" y="25856"/>
                  </a:lnTo>
                  <a:lnTo>
                    <a:pt x="9691" y="25856"/>
                  </a:lnTo>
                  <a:cubicBezTo>
                    <a:pt x="8584" y="26990"/>
                    <a:pt x="9342" y="29134"/>
                    <a:pt x="11013" y="29628"/>
                  </a:cubicBezTo>
                  <a:cubicBezTo>
                    <a:pt x="11006" y="29623"/>
                    <a:pt x="11001" y="29623"/>
                    <a:pt x="11001" y="29617"/>
                  </a:cubicBezTo>
                  <a:lnTo>
                    <a:pt x="11001" y="29617"/>
                  </a:lnTo>
                  <a:lnTo>
                    <a:pt x="11028" y="29633"/>
                  </a:lnTo>
                  <a:cubicBezTo>
                    <a:pt x="11018" y="29633"/>
                    <a:pt x="11018" y="29628"/>
                    <a:pt x="11013" y="29628"/>
                  </a:cubicBezTo>
                  <a:lnTo>
                    <a:pt x="11013" y="29628"/>
                  </a:lnTo>
                  <a:cubicBezTo>
                    <a:pt x="11174" y="29827"/>
                    <a:pt x="11370" y="29930"/>
                    <a:pt x="11603" y="29930"/>
                  </a:cubicBezTo>
                  <a:cubicBezTo>
                    <a:pt x="11672" y="29930"/>
                    <a:pt x="11744" y="29921"/>
                    <a:pt x="11819" y="29902"/>
                  </a:cubicBezTo>
                  <a:cubicBezTo>
                    <a:pt x="11819" y="29891"/>
                    <a:pt x="11819" y="29886"/>
                    <a:pt x="11812" y="29875"/>
                  </a:cubicBezTo>
                  <a:lnTo>
                    <a:pt x="11812" y="29875"/>
                  </a:lnTo>
                  <a:cubicBezTo>
                    <a:pt x="11816" y="29879"/>
                    <a:pt x="11819" y="29881"/>
                    <a:pt x="11822" y="29884"/>
                  </a:cubicBezTo>
                  <a:lnTo>
                    <a:pt x="11822" y="29884"/>
                  </a:lnTo>
                  <a:lnTo>
                    <a:pt x="11834" y="29902"/>
                  </a:lnTo>
                  <a:cubicBezTo>
                    <a:pt x="11834" y="29902"/>
                    <a:pt x="11833" y="29900"/>
                    <a:pt x="11831" y="29896"/>
                  </a:cubicBezTo>
                  <a:lnTo>
                    <a:pt x="11831" y="29896"/>
                  </a:lnTo>
                  <a:cubicBezTo>
                    <a:pt x="11832" y="29898"/>
                    <a:pt x="11833" y="29900"/>
                    <a:pt x="11834" y="29902"/>
                  </a:cubicBezTo>
                  <a:lnTo>
                    <a:pt x="11819" y="29902"/>
                  </a:lnTo>
                  <a:cubicBezTo>
                    <a:pt x="11834" y="30245"/>
                    <a:pt x="11915" y="30542"/>
                    <a:pt x="12065" y="30800"/>
                  </a:cubicBezTo>
                  <a:cubicBezTo>
                    <a:pt x="12345" y="30961"/>
                    <a:pt x="12657" y="31051"/>
                    <a:pt x="13016" y="31090"/>
                  </a:cubicBezTo>
                  <a:cubicBezTo>
                    <a:pt x="13123" y="30971"/>
                    <a:pt x="13301" y="30922"/>
                    <a:pt x="13548" y="30907"/>
                  </a:cubicBezTo>
                  <a:cubicBezTo>
                    <a:pt x="17626" y="30676"/>
                    <a:pt x="21703" y="30418"/>
                    <a:pt x="25781" y="30176"/>
                  </a:cubicBezTo>
                  <a:cubicBezTo>
                    <a:pt x="25858" y="30173"/>
                    <a:pt x="26186" y="30166"/>
                    <a:pt x="26478" y="30166"/>
                  </a:cubicBezTo>
                  <a:cubicBezTo>
                    <a:pt x="26694" y="30166"/>
                    <a:pt x="26889" y="30170"/>
                    <a:pt x="26946" y="30181"/>
                  </a:cubicBezTo>
                  <a:cubicBezTo>
                    <a:pt x="27043" y="30123"/>
                    <a:pt x="26758" y="27495"/>
                    <a:pt x="26634" y="27195"/>
                  </a:cubicBezTo>
                  <a:cubicBezTo>
                    <a:pt x="26597" y="27098"/>
                    <a:pt x="26560" y="27006"/>
                    <a:pt x="26527" y="26905"/>
                  </a:cubicBezTo>
                  <a:cubicBezTo>
                    <a:pt x="26485" y="26776"/>
                    <a:pt x="26436" y="26647"/>
                    <a:pt x="26388" y="26513"/>
                  </a:cubicBezTo>
                  <a:cubicBezTo>
                    <a:pt x="26049" y="25571"/>
                    <a:pt x="25673" y="24508"/>
                    <a:pt x="26049" y="23907"/>
                  </a:cubicBezTo>
                  <a:cubicBezTo>
                    <a:pt x="26683" y="22903"/>
                    <a:pt x="26592" y="21812"/>
                    <a:pt x="26517" y="20845"/>
                  </a:cubicBezTo>
                  <a:cubicBezTo>
                    <a:pt x="26425" y="19754"/>
                    <a:pt x="26361" y="18894"/>
                    <a:pt x="27129" y="18180"/>
                  </a:cubicBezTo>
                  <a:cubicBezTo>
                    <a:pt x="27258" y="18061"/>
                    <a:pt x="27316" y="17890"/>
                    <a:pt x="27296" y="17718"/>
                  </a:cubicBezTo>
                  <a:cubicBezTo>
                    <a:pt x="27177" y="16821"/>
                    <a:pt x="27494" y="15993"/>
                    <a:pt x="27822" y="15112"/>
                  </a:cubicBezTo>
                  <a:cubicBezTo>
                    <a:pt x="28075" y="14457"/>
                    <a:pt x="28327" y="13774"/>
                    <a:pt x="28412" y="13039"/>
                  </a:cubicBezTo>
                  <a:cubicBezTo>
                    <a:pt x="28445" y="12990"/>
                    <a:pt x="28477" y="12936"/>
                    <a:pt x="28509" y="12888"/>
                  </a:cubicBezTo>
                  <a:cubicBezTo>
                    <a:pt x="28870" y="12362"/>
                    <a:pt x="29310" y="11706"/>
                    <a:pt x="29181" y="10804"/>
                  </a:cubicBezTo>
                  <a:cubicBezTo>
                    <a:pt x="29160" y="10664"/>
                    <a:pt x="29084" y="10535"/>
                    <a:pt x="28972" y="10449"/>
                  </a:cubicBezTo>
                  <a:cubicBezTo>
                    <a:pt x="28875" y="10379"/>
                    <a:pt x="28767" y="10347"/>
                    <a:pt x="28655" y="10347"/>
                  </a:cubicBezTo>
                  <a:cubicBezTo>
                    <a:pt x="28623" y="10347"/>
                    <a:pt x="28595" y="10347"/>
                    <a:pt x="28568" y="10352"/>
                  </a:cubicBezTo>
                  <a:cubicBezTo>
                    <a:pt x="27349" y="10551"/>
                    <a:pt x="27323" y="11486"/>
                    <a:pt x="27311" y="11937"/>
                  </a:cubicBezTo>
                  <a:cubicBezTo>
                    <a:pt x="27306" y="12077"/>
                    <a:pt x="27301" y="12266"/>
                    <a:pt x="27264" y="12335"/>
                  </a:cubicBezTo>
                  <a:lnTo>
                    <a:pt x="24491" y="15123"/>
                  </a:lnTo>
                  <a:cubicBezTo>
                    <a:pt x="24653" y="14258"/>
                    <a:pt x="24975" y="13652"/>
                    <a:pt x="25511" y="13129"/>
                  </a:cubicBezTo>
                  <a:cubicBezTo>
                    <a:pt x="25555" y="13092"/>
                    <a:pt x="25598" y="13055"/>
                    <a:pt x="25640" y="13017"/>
                  </a:cubicBezTo>
                  <a:cubicBezTo>
                    <a:pt x="25856" y="12834"/>
                    <a:pt x="26151" y="12582"/>
                    <a:pt x="26173" y="12169"/>
                  </a:cubicBezTo>
                  <a:cubicBezTo>
                    <a:pt x="26173" y="12130"/>
                    <a:pt x="26168" y="12098"/>
                    <a:pt x="26162" y="12066"/>
                  </a:cubicBezTo>
                  <a:cubicBezTo>
                    <a:pt x="26001" y="12227"/>
                    <a:pt x="25759" y="12244"/>
                    <a:pt x="25614" y="12249"/>
                  </a:cubicBezTo>
                  <a:cubicBezTo>
                    <a:pt x="25667" y="12110"/>
                    <a:pt x="25635" y="11943"/>
                    <a:pt x="25421" y="11728"/>
                  </a:cubicBezTo>
                  <a:lnTo>
                    <a:pt x="25437" y="11728"/>
                  </a:lnTo>
                  <a:cubicBezTo>
                    <a:pt x="25206" y="11453"/>
                    <a:pt x="25195" y="11002"/>
                    <a:pt x="25034" y="10664"/>
                  </a:cubicBezTo>
                  <a:cubicBezTo>
                    <a:pt x="25039" y="10637"/>
                    <a:pt x="25039" y="10610"/>
                    <a:pt x="25045" y="10590"/>
                  </a:cubicBezTo>
                  <a:cubicBezTo>
                    <a:pt x="25028" y="10583"/>
                    <a:pt x="25007" y="10578"/>
                    <a:pt x="24985" y="10573"/>
                  </a:cubicBezTo>
                  <a:cubicBezTo>
                    <a:pt x="24853" y="10356"/>
                    <a:pt x="24638" y="10196"/>
                    <a:pt x="24216" y="10196"/>
                  </a:cubicBezTo>
                  <a:cubicBezTo>
                    <a:pt x="24210" y="10196"/>
                    <a:pt x="24203" y="10196"/>
                    <a:pt x="24196" y="10196"/>
                  </a:cubicBezTo>
                  <a:cubicBezTo>
                    <a:pt x="24045" y="10196"/>
                    <a:pt x="24196" y="9558"/>
                    <a:pt x="24276" y="9224"/>
                  </a:cubicBezTo>
                  <a:cubicBezTo>
                    <a:pt x="24459" y="8467"/>
                    <a:pt x="23959" y="8172"/>
                    <a:pt x="23567" y="7607"/>
                  </a:cubicBezTo>
                  <a:cubicBezTo>
                    <a:pt x="22407" y="5942"/>
                    <a:pt x="20656" y="6732"/>
                    <a:pt x="19307" y="6125"/>
                  </a:cubicBezTo>
                  <a:lnTo>
                    <a:pt x="19307" y="6135"/>
                  </a:lnTo>
                  <a:cubicBezTo>
                    <a:pt x="19065" y="6028"/>
                    <a:pt x="18931" y="5872"/>
                    <a:pt x="19012" y="5604"/>
                  </a:cubicBezTo>
                  <a:lnTo>
                    <a:pt x="19012" y="5604"/>
                  </a:lnTo>
                  <a:cubicBezTo>
                    <a:pt x="18983" y="5611"/>
                    <a:pt x="18958" y="5614"/>
                    <a:pt x="18935" y="5614"/>
                  </a:cubicBezTo>
                  <a:cubicBezTo>
                    <a:pt x="18790" y="5614"/>
                    <a:pt x="18752" y="5476"/>
                    <a:pt x="18705" y="5346"/>
                  </a:cubicBezTo>
                  <a:cubicBezTo>
                    <a:pt x="17872" y="5227"/>
                    <a:pt x="17034" y="5110"/>
                    <a:pt x="16202" y="4991"/>
                  </a:cubicBezTo>
                  <a:cubicBezTo>
                    <a:pt x="15471" y="4857"/>
                    <a:pt x="14740" y="4723"/>
                    <a:pt x="14011" y="4594"/>
                  </a:cubicBezTo>
                  <a:cubicBezTo>
                    <a:pt x="13521" y="4503"/>
                    <a:pt x="13059" y="4384"/>
                    <a:pt x="13145" y="3729"/>
                  </a:cubicBezTo>
                  <a:cubicBezTo>
                    <a:pt x="12823" y="3665"/>
                    <a:pt x="12839" y="3427"/>
                    <a:pt x="12876" y="3186"/>
                  </a:cubicBezTo>
                  <a:lnTo>
                    <a:pt x="12876" y="3186"/>
                  </a:lnTo>
                  <a:cubicBezTo>
                    <a:pt x="12762" y="3199"/>
                    <a:pt x="12650" y="3207"/>
                    <a:pt x="12539" y="3207"/>
                  </a:cubicBezTo>
                  <a:cubicBezTo>
                    <a:pt x="12249" y="3207"/>
                    <a:pt x="11969" y="3152"/>
                    <a:pt x="11705" y="2993"/>
                  </a:cubicBezTo>
                  <a:cubicBezTo>
                    <a:pt x="11700" y="2988"/>
                    <a:pt x="11695" y="2983"/>
                    <a:pt x="11695" y="2976"/>
                  </a:cubicBezTo>
                  <a:cubicBezTo>
                    <a:pt x="11625" y="2847"/>
                    <a:pt x="11609" y="2703"/>
                    <a:pt x="11651" y="2569"/>
                  </a:cubicBezTo>
                  <a:cubicBezTo>
                    <a:pt x="11673" y="2499"/>
                    <a:pt x="11705" y="2440"/>
                    <a:pt x="11748" y="2391"/>
                  </a:cubicBezTo>
                  <a:cubicBezTo>
                    <a:pt x="11259" y="2095"/>
                    <a:pt x="10787" y="1951"/>
                    <a:pt x="10309" y="1951"/>
                  </a:cubicBezTo>
                  <a:cubicBezTo>
                    <a:pt x="10088" y="1951"/>
                    <a:pt x="9868" y="1977"/>
                    <a:pt x="9642" y="2041"/>
                  </a:cubicBezTo>
                  <a:cubicBezTo>
                    <a:pt x="9707" y="1854"/>
                    <a:pt x="9771" y="1693"/>
                    <a:pt x="9841" y="1542"/>
                  </a:cubicBezTo>
                  <a:cubicBezTo>
                    <a:pt x="9858" y="1515"/>
                    <a:pt x="9878" y="1493"/>
                    <a:pt x="9895" y="1473"/>
                  </a:cubicBezTo>
                  <a:cubicBezTo>
                    <a:pt x="10357" y="893"/>
                    <a:pt x="10056" y="468"/>
                    <a:pt x="9836" y="268"/>
                  </a:cubicBezTo>
                  <a:cubicBezTo>
                    <a:pt x="9637" y="92"/>
                    <a:pt x="9401" y="0"/>
                    <a:pt x="9143"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1"/>
            <p:cNvSpPr/>
            <p:nvPr/>
          </p:nvSpPr>
          <p:spPr>
            <a:xfrm>
              <a:off x="5469975" y="2837225"/>
              <a:ext cx="1216675" cy="526650"/>
            </a:xfrm>
            <a:custGeom>
              <a:rect b="b" l="l" r="r" t="t"/>
              <a:pathLst>
                <a:path extrusionOk="0" h="21066" w="48667">
                  <a:moveTo>
                    <a:pt x="12097" y="15407"/>
                  </a:moveTo>
                  <a:lnTo>
                    <a:pt x="12097" y="15407"/>
                  </a:lnTo>
                  <a:cubicBezTo>
                    <a:pt x="12096" y="15407"/>
                    <a:pt x="12095" y="15408"/>
                    <a:pt x="12093" y="15408"/>
                  </a:cubicBezTo>
                  <a:cubicBezTo>
                    <a:pt x="12095" y="15408"/>
                    <a:pt x="12096" y="15408"/>
                    <a:pt x="12097" y="15407"/>
                  </a:cubicBezTo>
                  <a:close/>
                  <a:moveTo>
                    <a:pt x="45766" y="1"/>
                  </a:moveTo>
                  <a:cubicBezTo>
                    <a:pt x="45551" y="103"/>
                    <a:pt x="45321" y="140"/>
                    <a:pt x="45127" y="172"/>
                  </a:cubicBezTo>
                  <a:cubicBezTo>
                    <a:pt x="45073" y="184"/>
                    <a:pt x="45014" y="189"/>
                    <a:pt x="44960" y="199"/>
                  </a:cubicBezTo>
                  <a:cubicBezTo>
                    <a:pt x="44789" y="145"/>
                    <a:pt x="44605" y="113"/>
                    <a:pt x="44398" y="113"/>
                  </a:cubicBezTo>
                  <a:cubicBezTo>
                    <a:pt x="44235" y="113"/>
                    <a:pt x="44058" y="133"/>
                    <a:pt x="43864" y="179"/>
                  </a:cubicBezTo>
                  <a:cubicBezTo>
                    <a:pt x="37783" y="1623"/>
                    <a:pt x="31691" y="3026"/>
                    <a:pt x="25475" y="3799"/>
                  </a:cubicBezTo>
                  <a:cubicBezTo>
                    <a:pt x="21784" y="4256"/>
                    <a:pt x="18142" y="5072"/>
                    <a:pt x="14414" y="5163"/>
                  </a:cubicBezTo>
                  <a:cubicBezTo>
                    <a:pt x="13990" y="5175"/>
                    <a:pt x="13715" y="5319"/>
                    <a:pt x="13559" y="5567"/>
                  </a:cubicBezTo>
                  <a:cubicBezTo>
                    <a:pt x="13356" y="5599"/>
                    <a:pt x="13145" y="5631"/>
                    <a:pt x="12942" y="5664"/>
                  </a:cubicBezTo>
                  <a:cubicBezTo>
                    <a:pt x="13006" y="5716"/>
                    <a:pt x="13060" y="5803"/>
                    <a:pt x="13098" y="5942"/>
                  </a:cubicBezTo>
                  <a:cubicBezTo>
                    <a:pt x="13254" y="6475"/>
                    <a:pt x="13313" y="7102"/>
                    <a:pt x="12565" y="7372"/>
                  </a:cubicBezTo>
                  <a:cubicBezTo>
                    <a:pt x="12469" y="7404"/>
                    <a:pt x="12416" y="7543"/>
                    <a:pt x="12340" y="7645"/>
                  </a:cubicBezTo>
                  <a:cubicBezTo>
                    <a:pt x="12077" y="7737"/>
                    <a:pt x="12077" y="7962"/>
                    <a:pt x="12066" y="8183"/>
                  </a:cubicBezTo>
                  <a:cubicBezTo>
                    <a:pt x="11808" y="8280"/>
                    <a:pt x="11814" y="8510"/>
                    <a:pt x="11798" y="8731"/>
                  </a:cubicBezTo>
                  <a:cubicBezTo>
                    <a:pt x="11464" y="9172"/>
                    <a:pt x="10787" y="8768"/>
                    <a:pt x="10470" y="9247"/>
                  </a:cubicBezTo>
                  <a:cubicBezTo>
                    <a:pt x="10321" y="9274"/>
                    <a:pt x="10122" y="9252"/>
                    <a:pt x="10186" y="9499"/>
                  </a:cubicBezTo>
                  <a:cubicBezTo>
                    <a:pt x="10128" y="9476"/>
                    <a:pt x="10075" y="9466"/>
                    <a:pt x="10028" y="9466"/>
                  </a:cubicBezTo>
                  <a:cubicBezTo>
                    <a:pt x="9851" y="9466"/>
                    <a:pt x="9750" y="9611"/>
                    <a:pt x="9664" y="9789"/>
                  </a:cubicBezTo>
                  <a:cubicBezTo>
                    <a:pt x="9106" y="10246"/>
                    <a:pt x="8037" y="9827"/>
                    <a:pt x="7801" y="10841"/>
                  </a:cubicBezTo>
                  <a:cubicBezTo>
                    <a:pt x="7749" y="10833"/>
                    <a:pt x="7698" y="10827"/>
                    <a:pt x="7649" y="10827"/>
                  </a:cubicBezTo>
                  <a:cubicBezTo>
                    <a:pt x="7467" y="10827"/>
                    <a:pt x="7322" y="10902"/>
                    <a:pt x="7258" y="11132"/>
                  </a:cubicBezTo>
                  <a:cubicBezTo>
                    <a:pt x="6995" y="11438"/>
                    <a:pt x="6651" y="11701"/>
                    <a:pt x="6721" y="12180"/>
                  </a:cubicBezTo>
                  <a:cubicBezTo>
                    <a:pt x="6667" y="12175"/>
                    <a:pt x="6615" y="12173"/>
                    <a:pt x="6563" y="12173"/>
                  </a:cubicBezTo>
                  <a:cubicBezTo>
                    <a:pt x="6173" y="12173"/>
                    <a:pt x="5853" y="12308"/>
                    <a:pt x="5667" y="12711"/>
                  </a:cubicBezTo>
                  <a:cubicBezTo>
                    <a:pt x="5616" y="12694"/>
                    <a:pt x="5569" y="12686"/>
                    <a:pt x="5526" y="12686"/>
                  </a:cubicBezTo>
                  <a:cubicBezTo>
                    <a:pt x="5340" y="12686"/>
                    <a:pt x="5224" y="12830"/>
                    <a:pt x="5119" y="12996"/>
                  </a:cubicBezTo>
                  <a:lnTo>
                    <a:pt x="5126" y="12996"/>
                  </a:lnTo>
                  <a:cubicBezTo>
                    <a:pt x="5039" y="13082"/>
                    <a:pt x="4958" y="13162"/>
                    <a:pt x="4873" y="13249"/>
                  </a:cubicBezTo>
                  <a:cubicBezTo>
                    <a:pt x="4256" y="13459"/>
                    <a:pt x="3616" y="13641"/>
                    <a:pt x="3014" y="13898"/>
                  </a:cubicBezTo>
                  <a:cubicBezTo>
                    <a:pt x="2434" y="14146"/>
                    <a:pt x="1687" y="14258"/>
                    <a:pt x="1655" y="15123"/>
                  </a:cubicBezTo>
                  <a:cubicBezTo>
                    <a:pt x="1231" y="15361"/>
                    <a:pt x="1499" y="15683"/>
                    <a:pt x="1553" y="15973"/>
                  </a:cubicBezTo>
                  <a:cubicBezTo>
                    <a:pt x="1542" y="16063"/>
                    <a:pt x="1531" y="16150"/>
                    <a:pt x="1521" y="16236"/>
                  </a:cubicBezTo>
                  <a:cubicBezTo>
                    <a:pt x="1462" y="16241"/>
                    <a:pt x="1407" y="16251"/>
                    <a:pt x="1355" y="16268"/>
                  </a:cubicBezTo>
                  <a:cubicBezTo>
                    <a:pt x="1333" y="16273"/>
                    <a:pt x="1311" y="16284"/>
                    <a:pt x="1290" y="16289"/>
                  </a:cubicBezTo>
                  <a:cubicBezTo>
                    <a:pt x="1263" y="16306"/>
                    <a:pt x="1231" y="16316"/>
                    <a:pt x="1204" y="16333"/>
                  </a:cubicBezTo>
                  <a:cubicBezTo>
                    <a:pt x="1166" y="16348"/>
                    <a:pt x="1139" y="16370"/>
                    <a:pt x="1107" y="16392"/>
                  </a:cubicBezTo>
                  <a:cubicBezTo>
                    <a:pt x="1090" y="16397"/>
                    <a:pt x="1080" y="16407"/>
                    <a:pt x="1064" y="16418"/>
                  </a:cubicBezTo>
                  <a:cubicBezTo>
                    <a:pt x="1058" y="16418"/>
                    <a:pt x="1058" y="16424"/>
                    <a:pt x="1053" y="16424"/>
                  </a:cubicBezTo>
                  <a:cubicBezTo>
                    <a:pt x="844" y="16585"/>
                    <a:pt x="666" y="16799"/>
                    <a:pt x="440" y="16933"/>
                  </a:cubicBezTo>
                  <a:cubicBezTo>
                    <a:pt x="301" y="17198"/>
                    <a:pt x="167" y="17449"/>
                    <a:pt x="1" y="17659"/>
                  </a:cubicBezTo>
                  <a:cubicBezTo>
                    <a:pt x="38" y="17761"/>
                    <a:pt x="81" y="17858"/>
                    <a:pt x="135" y="17939"/>
                  </a:cubicBezTo>
                  <a:cubicBezTo>
                    <a:pt x="167" y="17992"/>
                    <a:pt x="199" y="18041"/>
                    <a:pt x="242" y="18084"/>
                  </a:cubicBezTo>
                  <a:cubicBezTo>
                    <a:pt x="388" y="18240"/>
                    <a:pt x="575" y="18336"/>
                    <a:pt x="800" y="18390"/>
                  </a:cubicBezTo>
                  <a:cubicBezTo>
                    <a:pt x="3036" y="18094"/>
                    <a:pt x="5265" y="17788"/>
                    <a:pt x="7500" y="17476"/>
                  </a:cubicBezTo>
                  <a:cubicBezTo>
                    <a:pt x="7586" y="17465"/>
                    <a:pt x="7664" y="17459"/>
                    <a:pt x="7735" y="17459"/>
                  </a:cubicBezTo>
                  <a:cubicBezTo>
                    <a:pt x="7860" y="17459"/>
                    <a:pt x="7962" y="17477"/>
                    <a:pt x="8047" y="17514"/>
                  </a:cubicBezTo>
                  <a:cubicBezTo>
                    <a:pt x="8069" y="17509"/>
                    <a:pt x="8085" y="17509"/>
                    <a:pt x="8107" y="17503"/>
                  </a:cubicBezTo>
                  <a:cubicBezTo>
                    <a:pt x="8144" y="17449"/>
                    <a:pt x="8176" y="17396"/>
                    <a:pt x="8214" y="17337"/>
                  </a:cubicBezTo>
                  <a:cubicBezTo>
                    <a:pt x="8290" y="17203"/>
                    <a:pt x="8381" y="17057"/>
                    <a:pt x="8483" y="16918"/>
                  </a:cubicBezTo>
                  <a:cubicBezTo>
                    <a:pt x="8821" y="16869"/>
                    <a:pt x="9160" y="16826"/>
                    <a:pt x="9498" y="16784"/>
                  </a:cubicBezTo>
                  <a:cubicBezTo>
                    <a:pt x="9912" y="16611"/>
                    <a:pt x="10326" y="16440"/>
                    <a:pt x="10740" y="16273"/>
                  </a:cubicBezTo>
                  <a:cubicBezTo>
                    <a:pt x="10779" y="16026"/>
                    <a:pt x="10885" y="15890"/>
                    <a:pt x="11072" y="15890"/>
                  </a:cubicBezTo>
                  <a:cubicBezTo>
                    <a:pt x="11133" y="15890"/>
                    <a:pt x="11203" y="15904"/>
                    <a:pt x="11282" y="15934"/>
                  </a:cubicBezTo>
                  <a:cubicBezTo>
                    <a:pt x="11349" y="15508"/>
                    <a:pt x="11618" y="15393"/>
                    <a:pt x="11970" y="15393"/>
                  </a:cubicBezTo>
                  <a:cubicBezTo>
                    <a:pt x="12012" y="15393"/>
                    <a:pt x="12055" y="15395"/>
                    <a:pt x="12099" y="15398"/>
                  </a:cubicBezTo>
                  <a:cubicBezTo>
                    <a:pt x="12099" y="15401"/>
                    <a:pt x="12099" y="15405"/>
                    <a:pt x="12097" y="15407"/>
                  </a:cubicBezTo>
                  <a:lnTo>
                    <a:pt x="12097" y="15407"/>
                  </a:lnTo>
                  <a:cubicBezTo>
                    <a:pt x="13170" y="14982"/>
                    <a:pt x="14273" y="14809"/>
                    <a:pt x="15396" y="14809"/>
                  </a:cubicBezTo>
                  <a:cubicBezTo>
                    <a:pt x="15847" y="14809"/>
                    <a:pt x="16300" y="14836"/>
                    <a:pt x="16756" y="14887"/>
                  </a:cubicBezTo>
                  <a:cubicBezTo>
                    <a:pt x="17154" y="14791"/>
                    <a:pt x="17551" y="14699"/>
                    <a:pt x="17948" y="14602"/>
                  </a:cubicBezTo>
                  <a:cubicBezTo>
                    <a:pt x="18330" y="14522"/>
                    <a:pt x="18722" y="14409"/>
                    <a:pt x="19098" y="14355"/>
                  </a:cubicBezTo>
                  <a:cubicBezTo>
                    <a:pt x="19356" y="14399"/>
                    <a:pt x="19624" y="14431"/>
                    <a:pt x="19899" y="14468"/>
                  </a:cubicBezTo>
                  <a:cubicBezTo>
                    <a:pt x="20018" y="14479"/>
                    <a:pt x="20135" y="14495"/>
                    <a:pt x="20259" y="14511"/>
                  </a:cubicBezTo>
                  <a:cubicBezTo>
                    <a:pt x="20479" y="14635"/>
                    <a:pt x="20688" y="14833"/>
                    <a:pt x="20881" y="15135"/>
                  </a:cubicBezTo>
                  <a:cubicBezTo>
                    <a:pt x="20946" y="15111"/>
                    <a:pt x="21004" y="15100"/>
                    <a:pt x="21057" y="15100"/>
                  </a:cubicBezTo>
                  <a:cubicBezTo>
                    <a:pt x="21235" y="15100"/>
                    <a:pt x="21352" y="15225"/>
                    <a:pt x="21436" y="15419"/>
                  </a:cubicBezTo>
                  <a:cubicBezTo>
                    <a:pt x="21429" y="15419"/>
                    <a:pt x="21424" y="15425"/>
                    <a:pt x="21424" y="15425"/>
                  </a:cubicBezTo>
                  <a:cubicBezTo>
                    <a:pt x="21585" y="15763"/>
                    <a:pt x="21790" y="15999"/>
                    <a:pt x="22032" y="16144"/>
                  </a:cubicBezTo>
                  <a:cubicBezTo>
                    <a:pt x="22037" y="16155"/>
                    <a:pt x="22037" y="16160"/>
                    <a:pt x="22042" y="16172"/>
                  </a:cubicBezTo>
                  <a:lnTo>
                    <a:pt x="22081" y="16172"/>
                  </a:lnTo>
                  <a:cubicBezTo>
                    <a:pt x="22276" y="16278"/>
                    <a:pt x="22496" y="16329"/>
                    <a:pt x="22737" y="16329"/>
                  </a:cubicBezTo>
                  <a:cubicBezTo>
                    <a:pt x="22959" y="16329"/>
                    <a:pt x="23198" y="16286"/>
                    <a:pt x="23455" y="16204"/>
                  </a:cubicBezTo>
                  <a:cubicBezTo>
                    <a:pt x="23637" y="16144"/>
                    <a:pt x="23836" y="16065"/>
                    <a:pt x="24035" y="16065"/>
                  </a:cubicBezTo>
                  <a:cubicBezTo>
                    <a:pt x="24177" y="16065"/>
                    <a:pt x="24320" y="16106"/>
                    <a:pt x="24454" y="16224"/>
                  </a:cubicBezTo>
                  <a:cubicBezTo>
                    <a:pt x="24577" y="16253"/>
                    <a:pt x="24696" y="16265"/>
                    <a:pt x="24811" y="16265"/>
                  </a:cubicBezTo>
                  <a:cubicBezTo>
                    <a:pt x="25002" y="16265"/>
                    <a:pt x="25185" y="16231"/>
                    <a:pt x="25362" y="16177"/>
                  </a:cubicBezTo>
                  <a:cubicBezTo>
                    <a:pt x="25459" y="16144"/>
                    <a:pt x="25555" y="16112"/>
                    <a:pt x="25647" y="16075"/>
                  </a:cubicBezTo>
                  <a:cubicBezTo>
                    <a:pt x="25787" y="16021"/>
                    <a:pt x="25927" y="15961"/>
                    <a:pt x="26066" y="15902"/>
                  </a:cubicBezTo>
                  <a:cubicBezTo>
                    <a:pt x="26297" y="15805"/>
                    <a:pt x="26534" y="15715"/>
                    <a:pt x="26775" y="15666"/>
                  </a:cubicBezTo>
                  <a:cubicBezTo>
                    <a:pt x="27098" y="15623"/>
                    <a:pt x="27454" y="15388"/>
                    <a:pt x="27768" y="15388"/>
                  </a:cubicBezTo>
                  <a:cubicBezTo>
                    <a:pt x="27998" y="15388"/>
                    <a:pt x="28205" y="15514"/>
                    <a:pt x="28360" y="15934"/>
                  </a:cubicBezTo>
                  <a:cubicBezTo>
                    <a:pt x="28428" y="15921"/>
                    <a:pt x="28491" y="15915"/>
                    <a:pt x="28550" y="15915"/>
                  </a:cubicBezTo>
                  <a:cubicBezTo>
                    <a:pt x="28879" y="15915"/>
                    <a:pt x="29075" y="16112"/>
                    <a:pt x="29165" y="16467"/>
                  </a:cubicBezTo>
                  <a:cubicBezTo>
                    <a:pt x="29221" y="16452"/>
                    <a:pt x="29274" y="16444"/>
                    <a:pt x="29323" y="16444"/>
                  </a:cubicBezTo>
                  <a:cubicBezTo>
                    <a:pt x="29499" y="16444"/>
                    <a:pt x="29627" y="16542"/>
                    <a:pt x="29703" y="16735"/>
                  </a:cubicBezTo>
                  <a:cubicBezTo>
                    <a:pt x="29983" y="16816"/>
                    <a:pt x="30300" y="16848"/>
                    <a:pt x="30236" y="17267"/>
                  </a:cubicBezTo>
                  <a:cubicBezTo>
                    <a:pt x="30301" y="17255"/>
                    <a:pt x="30363" y="17249"/>
                    <a:pt x="30421" y="17249"/>
                  </a:cubicBezTo>
                  <a:cubicBezTo>
                    <a:pt x="30748" y="17249"/>
                    <a:pt x="30944" y="17442"/>
                    <a:pt x="31035" y="17799"/>
                  </a:cubicBezTo>
                  <a:cubicBezTo>
                    <a:pt x="31089" y="17785"/>
                    <a:pt x="31140" y="17778"/>
                    <a:pt x="31188" y="17778"/>
                  </a:cubicBezTo>
                  <a:cubicBezTo>
                    <a:pt x="31365" y="17778"/>
                    <a:pt x="31492" y="17874"/>
                    <a:pt x="31573" y="18073"/>
                  </a:cubicBezTo>
                  <a:cubicBezTo>
                    <a:pt x="31847" y="18148"/>
                    <a:pt x="32170" y="18185"/>
                    <a:pt x="32105" y="18604"/>
                  </a:cubicBezTo>
                  <a:cubicBezTo>
                    <a:pt x="32172" y="18591"/>
                    <a:pt x="32235" y="18585"/>
                    <a:pt x="32293" y="18585"/>
                  </a:cubicBezTo>
                  <a:cubicBezTo>
                    <a:pt x="32618" y="18585"/>
                    <a:pt x="32814" y="18782"/>
                    <a:pt x="32904" y="19137"/>
                  </a:cubicBezTo>
                  <a:cubicBezTo>
                    <a:pt x="32961" y="19122"/>
                    <a:pt x="33013" y="19114"/>
                    <a:pt x="33062" y="19114"/>
                  </a:cubicBezTo>
                  <a:cubicBezTo>
                    <a:pt x="33236" y="19114"/>
                    <a:pt x="33362" y="19212"/>
                    <a:pt x="33442" y="19405"/>
                  </a:cubicBezTo>
                  <a:cubicBezTo>
                    <a:pt x="33717" y="19486"/>
                    <a:pt x="34039" y="19524"/>
                    <a:pt x="33975" y="19938"/>
                  </a:cubicBezTo>
                  <a:cubicBezTo>
                    <a:pt x="34042" y="19924"/>
                    <a:pt x="34106" y="19918"/>
                    <a:pt x="34165" y="19918"/>
                  </a:cubicBezTo>
                  <a:cubicBezTo>
                    <a:pt x="34489" y="19918"/>
                    <a:pt x="34683" y="20114"/>
                    <a:pt x="34769" y="20469"/>
                  </a:cubicBezTo>
                  <a:cubicBezTo>
                    <a:pt x="34974" y="20506"/>
                    <a:pt x="35167" y="20523"/>
                    <a:pt x="35366" y="20523"/>
                  </a:cubicBezTo>
                  <a:cubicBezTo>
                    <a:pt x="35413" y="20679"/>
                    <a:pt x="35446" y="20866"/>
                    <a:pt x="35381" y="21059"/>
                  </a:cubicBezTo>
                  <a:cubicBezTo>
                    <a:pt x="35393" y="21059"/>
                    <a:pt x="35403" y="21066"/>
                    <a:pt x="35413" y="21066"/>
                  </a:cubicBezTo>
                  <a:cubicBezTo>
                    <a:pt x="36021" y="21066"/>
                    <a:pt x="36601" y="20937"/>
                    <a:pt x="37166" y="20813"/>
                  </a:cubicBezTo>
                  <a:cubicBezTo>
                    <a:pt x="37353" y="20776"/>
                    <a:pt x="37536" y="20732"/>
                    <a:pt x="37724" y="20700"/>
                  </a:cubicBezTo>
                  <a:cubicBezTo>
                    <a:pt x="38492" y="20555"/>
                    <a:pt x="39029" y="19975"/>
                    <a:pt x="39029" y="19287"/>
                  </a:cubicBezTo>
                  <a:cubicBezTo>
                    <a:pt x="39035" y="17751"/>
                    <a:pt x="39926" y="16762"/>
                    <a:pt x="40958" y="15618"/>
                  </a:cubicBezTo>
                  <a:cubicBezTo>
                    <a:pt x="41076" y="15489"/>
                    <a:pt x="41188" y="15366"/>
                    <a:pt x="41302" y="15237"/>
                  </a:cubicBezTo>
                  <a:cubicBezTo>
                    <a:pt x="42366" y="14039"/>
                    <a:pt x="43300" y="13104"/>
                    <a:pt x="44853" y="12948"/>
                  </a:cubicBezTo>
                  <a:cubicBezTo>
                    <a:pt x="45782" y="12851"/>
                    <a:pt x="46384" y="12061"/>
                    <a:pt x="46454" y="10831"/>
                  </a:cubicBezTo>
                  <a:cubicBezTo>
                    <a:pt x="46464" y="10654"/>
                    <a:pt x="46384" y="10482"/>
                    <a:pt x="46239" y="10375"/>
                  </a:cubicBezTo>
                  <a:cubicBezTo>
                    <a:pt x="46142" y="10305"/>
                    <a:pt x="46035" y="10268"/>
                    <a:pt x="45922" y="10268"/>
                  </a:cubicBezTo>
                  <a:cubicBezTo>
                    <a:pt x="45857" y="10268"/>
                    <a:pt x="45793" y="10278"/>
                    <a:pt x="45733" y="10300"/>
                  </a:cubicBezTo>
                  <a:cubicBezTo>
                    <a:pt x="45470" y="10402"/>
                    <a:pt x="45218" y="10504"/>
                    <a:pt x="44971" y="10611"/>
                  </a:cubicBezTo>
                  <a:cubicBezTo>
                    <a:pt x="44799" y="10687"/>
                    <a:pt x="44627" y="10756"/>
                    <a:pt x="44466" y="10821"/>
                  </a:cubicBezTo>
                  <a:cubicBezTo>
                    <a:pt x="44761" y="10288"/>
                    <a:pt x="44944" y="9450"/>
                    <a:pt x="44837" y="9058"/>
                  </a:cubicBezTo>
                  <a:cubicBezTo>
                    <a:pt x="44766" y="8817"/>
                    <a:pt x="44605" y="8709"/>
                    <a:pt x="44515" y="8666"/>
                  </a:cubicBezTo>
                  <a:cubicBezTo>
                    <a:pt x="44203" y="8516"/>
                    <a:pt x="44154" y="8495"/>
                    <a:pt x="44272" y="8188"/>
                  </a:cubicBezTo>
                  <a:lnTo>
                    <a:pt x="44272" y="8188"/>
                  </a:lnTo>
                  <a:cubicBezTo>
                    <a:pt x="44644" y="8430"/>
                    <a:pt x="45063" y="8473"/>
                    <a:pt x="45411" y="8478"/>
                  </a:cubicBezTo>
                  <a:cubicBezTo>
                    <a:pt x="46346" y="8478"/>
                    <a:pt x="47319" y="7839"/>
                    <a:pt x="47952" y="6819"/>
                  </a:cubicBezTo>
                  <a:cubicBezTo>
                    <a:pt x="48544" y="5862"/>
                    <a:pt x="48666" y="4831"/>
                    <a:pt x="48280" y="4057"/>
                  </a:cubicBezTo>
                  <a:cubicBezTo>
                    <a:pt x="48022" y="3546"/>
                    <a:pt x="47694" y="3439"/>
                    <a:pt x="47458" y="3439"/>
                  </a:cubicBezTo>
                  <a:cubicBezTo>
                    <a:pt x="47211" y="3439"/>
                    <a:pt x="46856" y="3563"/>
                    <a:pt x="46588" y="4137"/>
                  </a:cubicBezTo>
                  <a:lnTo>
                    <a:pt x="46539" y="4234"/>
                  </a:lnTo>
                  <a:cubicBezTo>
                    <a:pt x="46405" y="3911"/>
                    <a:pt x="46120" y="3402"/>
                    <a:pt x="45514" y="3402"/>
                  </a:cubicBezTo>
                  <a:cubicBezTo>
                    <a:pt x="45218" y="3402"/>
                    <a:pt x="44955" y="3525"/>
                    <a:pt x="44697" y="3648"/>
                  </a:cubicBezTo>
                  <a:cubicBezTo>
                    <a:pt x="44697" y="3648"/>
                    <a:pt x="44278" y="3847"/>
                    <a:pt x="44144" y="3906"/>
                  </a:cubicBezTo>
                  <a:cubicBezTo>
                    <a:pt x="44342" y="3750"/>
                    <a:pt x="44520" y="3584"/>
                    <a:pt x="44691" y="3423"/>
                  </a:cubicBezTo>
                  <a:cubicBezTo>
                    <a:pt x="45218" y="2929"/>
                    <a:pt x="45669" y="2500"/>
                    <a:pt x="46346" y="2500"/>
                  </a:cubicBezTo>
                  <a:lnTo>
                    <a:pt x="46449" y="2500"/>
                  </a:lnTo>
                  <a:cubicBezTo>
                    <a:pt x="46846" y="2500"/>
                    <a:pt x="47201" y="2225"/>
                    <a:pt x="47308" y="1838"/>
                  </a:cubicBezTo>
                  <a:cubicBezTo>
                    <a:pt x="47416" y="1446"/>
                    <a:pt x="47255" y="1054"/>
                    <a:pt x="46894" y="839"/>
                  </a:cubicBezTo>
                  <a:cubicBezTo>
                    <a:pt x="46712" y="727"/>
                    <a:pt x="46529" y="581"/>
                    <a:pt x="46341" y="430"/>
                  </a:cubicBezTo>
                  <a:cubicBezTo>
                    <a:pt x="46164" y="286"/>
                    <a:pt x="45976" y="135"/>
                    <a:pt x="45766"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1"/>
            <p:cNvSpPr/>
            <p:nvPr/>
          </p:nvSpPr>
          <p:spPr>
            <a:xfrm>
              <a:off x="4531200" y="3340750"/>
              <a:ext cx="490225" cy="851900"/>
            </a:xfrm>
            <a:custGeom>
              <a:rect b="b" l="l" r="r" t="t"/>
              <a:pathLst>
                <a:path extrusionOk="0" h="34076" w="19609">
                  <a:moveTo>
                    <a:pt x="18061" y="0"/>
                  </a:moveTo>
                  <a:cubicBezTo>
                    <a:pt x="15413" y="209"/>
                    <a:pt x="12764" y="403"/>
                    <a:pt x="10110" y="591"/>
                  </a:cubicBezTo>
                  <a:cubicBezTo>
                    <a:pt x="9570" y="630"/>
                    <a:pt x="8963" y="736"/>
                    <a:pt x="8414" y="736"/>
                  </a:cubicBezTo>
                  <a:cubicBezTo>
                    <a:pt x="8056" y="736"/>
                    <a:pt x="7724" y="691"/>
                    <a:pt x="7451" y="553"/>
                  </a:cubicBezTo>
                  <a:cubicBezTo>
                    <a:pt x="7236" y="586"/>
                    <a:pt x="7015" y="628"/>
                    <a:pt x="6801" y="693"/>
                  </a:cubicBezTo>
                  <a:cubicBezTo>
                    <a:pt x="6623" y="742"/>
                    <a:pt x="6447" y="801"/>
                    <a:pt x="6274" y="876"/>
                  </a:cubicBezTo>
                  <a:cubicBezTo>
                    <a:pt x="5968" y="1322"/>
                    <a:pt x="5609" y="1746"/>
                    <a:pt x="5307" y="2192"/>
                  </a:cubicBezTo>
                  <a:cubicBezTo>
                    <a:pt x="4442" y="2837"/>
                    <a:pt x="4925" y="3794"/>
                    <a:pt x="4764" y="4605"/>
                  </a:cubicBezTo>
                  <a:cubicBezTo>
                    <a:pt x="4593" y="4776"/>
                    <a:pt x="4416" y="4947"/>
                    <a:pt x="4243" y="5120"/>
                  </a:cubicBezTo>
                  <a:cubicBezTo>
                    <a:pt x="3152" y="5308"/>
                    <a:pt x="3105" y="6221"/>
                    <a:pt x="2906" y="7037"/>
                  </a:cubicBezTo>
                  <a:cubicBezTo>
                    <a:pt x="2857" y="7613"/>
                    <a:pt x="2353" y="8086"/>
                    <a:pt x="2202" y="8634"/>
                  </a:cubicBezTo>
                  <a:cubicBezTo>
                    <a:pt x="2165" y="8751"/>
                    <a:pt x="2148" y="8875"/>
                    <a:pt x="2153" y="9004"/>
                  </a:cubicBezTo>
                  <a:cubicBezTo>
                    <a:pt x="2165" y="9170"/>
                    <a:pt x="2213" y="9348"/>
                    <a:pt x="2326" y="9536"/>
                  </a:cubicBezTo>
                  <a:cubicBezTo>
                    <a:pt x="2224" y="9660"/>
                    <a:pt x="2127" y="9782"/>
                    <a:pt x="2036" y="9906"/>
                  </a:cubicBezTo>
                  <a:cubicBezTo>
                    <a:pt x="1471" y="10412"/>
                    <a:pt x="484" y="10777"/>
                    <a:pt x="1558" y="11813"/>
                  </a:cubicBezTo>
                  <a:cubicBezTo>
                    <a:pt x="1627" y="12232"/>
                    <a:pt x="1563" y="12710"/>
                    <a:pt x="2095" y="12888"/>
                  </a:cubicBezTo>
                  <a:cubicBezTo>
                    <a:pt x="2095" y="13102"/>
                    <a:pt x="2106" y="13318"/>
                    <a:pt x="2084" y="13533"/>
                  </a:cubicBezTo>
                  <a:cubicBezTo>
                    <a:pt x="2036" y="14108"/>
                    <a:pt x="1875" y="14495"/>
                    <a:pt x="1600" y="14741"/>
                  </a:cubicBezTo>
                  <a:cubicBezTo>
                    <a:pt x="1617" y="14946"/>
                    <a:pt x="1638" y="15145"/>
                    <a:pt x="1676" y="15343"/>
                  </a:cubicBezTo>
                  <a:cubicBezTo>
                    <a:pt x="1687" y="15403"/>
                    <a:pt x="1697" y="15462"/>
                    <a:pt x="1708" y="15520"/>
                  </a:cubicBezTo>
                  <a:cubicBezTo>
                    <a:pt x="2379" y="16068"/>
                    <a:pt x="2428" y="17325"/>
                    <a:pt x="2654" y="18287"/>
                  </a:cubicBezTo>
                  <a:cubicBezTo>
                    <a:pt x="2675" y="18368"/>
                    <a:pt x="2798" y="18427"/>
                    <a:pt x="2889" y="18492"/>
                  </a:cubicBezTo>
                  <a:cubicBezTo>
                    <a:pt x="2842" y="18743"/>
                    <a:pt x="2830" y="18975"/>
                    <a:pt x="3159" y="19033"/>
                  </a:cubicBezTo>
                  <a:cubicBezTo>
                    <a:pt x="3132" y="19479"/>
                    <a:pt x="3410" y="19990"/>
                    <a:pt x="2917" y="20339"/>
                  </a:cubicBezTo>
                  <a:cubicBezTo>
                    <a:pt x="1939" y="20662"/>
                    <a:pt x="2224" y="21527"/>
                    <a:pt x="2100" y="22214"/>
                  </a:cubicBezTo>
                  <a:cubicBezTo>
                    <a:pt x="1515" y="22477"/>
                    <a:pt x="1359" y="22993"/>
                    <a:pt x="1295" y="23568"/>
                  </a:cubicBezTo>
                  <a:cubicBezTo>
                    <a:pt x="1295" y="23568"/>
                    <a:pt x="1296" y="23568"/>
                    <a:pt x="1297" y="23567"/>
                  </a:cubicBezTo>
                  <a:lnTo>
                    <a:pt x="1297" y="23567"/>
                  </a:lnTo>
                  <a:cubicBezTo>
                    <a:pt x="429" y="25027"/>
                    <a:pt x="90" y="26637"/>
                    <a:pt x="0" y="28311"/>
                  </a:cubicBezTo>
                  <a:lnTo>
                    <a:pt x="0" y="28360"/>
                  </a:lnTo>
                  <a:cubicBezTo>
                    <a:pt x="65" y="28554"/>
                    <a:pt x="177" y="28742"/>
                    <a:pt x="370" y="28871"/>
                  </a:cubicBezTo>
                  <a:cubicBezTo>
                    <a:pt x="557" y="28857"/>
                    <a:pt x="745" y="28852"/>
                    <a:pt x="933" y="28852"/>
                  </a:cubicBezTo>
                  <a:cubicBezTo>
                    <a:pt x="1245" y="28852"/>
                    <a:pt x="1559" y="28864"/>
                    <a:pt x="1871" y="28864"/>
                  </a:cubicBezTo>
                  <a:cubicBezTo>
                    <a:pt x="2595" y="28864"/>
                    <a:pt x="3311" y="28800"/>
                    <a:pt x="3975" y="28371"/>
                  </a:cubicBezTo>
                  <a:lnTo>
                    <a:pt x="6113" y="28365"/>
                  </a:lnTo>
                  <a:cubicBezTo>
                    <a:pt x="6284" y="28587"/>
                    <a:pt x="6481" y="28649"/>
                    <a:pt x="6686" y="28649"/>
                  </a:cubicBezTo>
                  <a:cubicBezTo>
                    <a:pt x="6933" y="28649"/>
                    <a:pt x="7192" y="28559"/>
                    <a:pt x="7429" y="28554"/>
                  </a:cubicBezTo>
                  <a:cubicBezTo>
                    <a:pt x="8595" y="28532"/>
                    <a:pt x="9755" y="28445"/>
                    <a:pt x="10916" y="28381"/>
                  </a:cubicBezTo>
                  <a:cubicBezTo>
                    <a:pt x="10929" y="28488"/>
                    <a:pt x="10994" y="28502"/>
                    <a:pt x="11066" y="28502"/>
                  </a:cubicBezTo>
                  <a:cubicBezTo>
                    <a:pt x="11091" y="28502"/>
                    <a:pt x="11117" y="28500"/>
                    <a:pt x="11142" y="28500"/>
                  </a:cubicBezTo>
                  <a:cubicBezTo>
                    <a:pt x="11161" y="28500"/>
                    <a:pt x="11179" y="28501"/>
                    <a:pt x="11195" y="28505"/>
                  </a:cubicBezTo>
                  <a:cubicBezTo>
                    <a:pt x="11088" y="28784"/>
                    <a:pt x="10631" y="28978"/>
                    <a:pt x="10653" y="29241"/>
                  </a:cubicBezTo>
                  <a:cubicBezTo>
                    <a:pt x="10658" y="29278"/>
                    <a:pt x="10669" y="29316"/>
                    <a:pt x="10695" y="29354"/>
                  </a:cubicBezTo>
                  <a:cubicBezTo>
                    <a:pt x="10836" y="29585"/>
                    <a:pt x="10868" y="29853"/>
                    <a:pt x="10868" y="30138"/>
                  </a:cubicBezTo>
                  <a:cubicBezTo>
                    <a:pt x="10868" y="30171"/>
                    <a:pt x="10863" y="30208"/>
                    <a:pt x="10863" y="30245"/>
                  </a:cubicBezTo>
                  <a:cubicBezTo>
                    <a:pt x="10856" y="30386"/>
                    <a:pt x="10846" y="30530"/>
                    <a:pt x="10836" y="30676"/>
                  </a:cubicBezTo>
                  <a:cubicBezTo>
                    <a:pt x="10830" y="30788"/>
                    <a:pt x="10819" y="30895"/>
                    <a:pt x="10819" y="31003"/>
                  </a:cubicBezTo>
                  <a:lnTo>
                    <a:pt x="10819" y="31105"/>
                  </a:lnTo>
                  <a:cubicBezTo>
                    <a:pt x="10836" y="31631"/>
                    <a:pt x="11012" y="32094"/>
                    <a:pt x="11835" y="32308"/>
                  </a:cubicBezTo>
                  <a:cubicBezTo>
                    <a:pt x="11910" y="32330"/>
                    <a:pt x="11932" y="32545"/>
                    <a:pt x="11952" y="32771"/>
                  </a:cubicBezTo>
                  <a:cubicBezTo>
                    <a:pt x="11964" y="32910"/>
                    <a:pt x="11974" y="33055"/>
                    <a:pt x="11991" y="33163"/>
                  </a:cubicBezTo>
                  <a:cubicBezTo>
                    <a:pt x="12152" y="33307"/>
                    <a:pt x="12302" y="33409"/>
                    <a:pt x="12452" y="33469"/>
                  </a:cubicBezTo>
                  <a:cubicBezTo>
                    <a:pt x="12371" y="33689"/>
                    <a:pt x="12227" y="33813"/>
                    <a:pt x="12071" y="33882"/>
                  </a:cubicBezTo>
                  <a:cubicBezTo>
                    <a:pt x="12269" y="33989"/>
                    <a:pt x="12500" y="34076"/>
                    <a:pt x="12764" y="34076"/>
                  </a:cubicBezTo>
                  <a:cubicBezTo>
                    <a:pt x="12931" y="34076"/>
                    <a:pt x="13097" y="34038"/>
                    <a:pt x="13269" y="33974"/>
                  </a:cubicBezTo>
                  <a:cubicBezTo>
                    <a:pt x="13457" y="33904"/>
                    <a:pt x="13655" y="33791"/>
                    <a:pt x="13860" y="33635"/>
                  </a:cubicBezTo>
                  <a:cubicBezTo>
                    <a:pt x="13918" y="33592"/>
                    <a:pt x="13983" y="33555"/>
                    <a:pt x="14042" y="33512"/>
                  </a:cubicBezTo>
                  <a:cubicBezTo>
                    <a:pt x="15187" y="32700"/>
                    <a:pt x="16422" y="32288"/>
                    <a:pt x="17717" y="32288"/>
                  </a:cubicBezTo>
                  <a:cubicBezTo>
                    <a:pt x="18024" y="32288"/>
                    <a:pt x="18334" y="32313"/>
                    <a:pt x="18646" y="32362"/>
                  </a:cubicBezTo>
                  <a:lnTo>
                    <a:pt x="18517" y="32217"/>
                  </a:lnTo>
                  <a:cubicBezTo>
                    <a:pt x="18405" y="32099"/>
                    <a:pt x="18361" y="31938"/>
                    <a:pt x="18383" y="31787"/>
                  </a:cubicBezTo>
                  <a:lnTo>
                    <a:pt x="18383" y="31787"/>
                  </a:lnTo>
                  <a:cubicBezTo>
                    <a:pt x="18560" y="31804"/>
                    <a:pt x="18733" y="31825"/>
                    <a:pt x="18909" y="31857"/>
                  </a:cubicBezTo>
                  <a:cubicBezTo>
                    <a:pt x="18958" y="31804"/>
                    <a:pt x="19011" y="31750"/>
                    <a:pt x="19076" y="31713"/>
                  </a:cubicBezTo>
                  <a:cubicBezTo>
                    <a:pt x="19055" y="31535"/>
                    <a:pt x="19033" y="31358"/>
                    <a:pt x="19011" y="31185"/>
                  </a:cubicBezTo>
                  <a:cubicBezTo>
                    <a:pt x="19033" y="31180"/>
                    <a:pt x="19055" y="31175"/>
                    <a:pt x="19076" y="31175"/>
                  </a:cubicBezTo>
                  <a:cubicBezTo>
                    <a:pt x="19162" y="31175"/>
                    <a:pt x="19248" y="31197"/>
                    <a:pt x="19323" y="31239"/>
                  </a:cubicBezTo>
                  <a:cubicBezTo>
                    <a:pt x="19490" y="31326"/>
                    <a:pt x="19598" y="31497"/>
                    <a:pt x="19603" y="31685"/>
                  </a:cubicBezTo>
                  <a:cubicBezTo>
                    <a:pt x="19603" y="31675"/>
                    <a:pt x="19608" y="31658"/>
                    <a:pt x="19603" y="31643"/>
                  </a:cubicBezTo>
                  <a:cubicBezTo>
                    <a:pt x="19591" y="31557"/>
                    <a:pt x="19586" y="31465"/>
                    <a:pt x="19576" y="31373"/>
                  </a:cubicBezTo>
                  <a:cubicBezTo>
                    <a:pt x="19474" y="31288"/>
                    <a:pt x="19398" y="31143"/>
                    <a:pt x="19372" y="30885"/>
                  </a:cubicBezTo>
                  <a:cubicBezTo>
                    <a:pt x="19264" y="29806"/>
                    <a:pt x="19125" y="28735"/>
                    <a:pt x="18979" y="27661"/>
                  </a:cubicBezTo>
                  <a:cubicBezTo>
                    <a:pt x="19033" y="27656"/>
                    <a:pt x="19087" y="27651"/>
                    <a:pt x="19147" y="27640"/>
                  </a:cubicBezTo>
                  <a:cubicBezTo>
                    <a:pt x="19130" y="27543"/>
                    <a:pt x="19120" y="27453"/>
                    <a:pt x="19108" y="27356"/>
                  </a:cubicBezTo>
                  <a:cubicBezTo>
                    <a:pt x="19060" y="27361"/>
                    <a:pt x="19006" y="27366"/>
                    <a:pt x="18953" y="27371"/>
                  </a:cubicBezTo>
                  <a:cubicBezTo>
                    <a:pt x="18947" y="27371"/>
                    <a:pt x="18947" y="27377"/>
                    <a:pt x="18942" y="27377"/>
                  </a:cubicBezTo>
                  <a:cubicBezTo>
                    <a:pt x="18765" y="26104"/>
                    <a:pt x="18572" y="24830"/>
                    <a:pt x="18383" y="23558"/>
                  </a:cubicBezTo>
                  <a:cubicBezTo>
                    <a:pt x="17932" y="20458"/>
                    <a:pt x="18190" y="17357"/>
                    <a:pt x="18334" y="14258"/>
                  </a:cubicBezTo>
                  <a:cubicBezTo>
                    <a:pt x="18421" y="13586"/>
                    <a:pt x="18453" y="12915"/>
                    <a:pt x="18453" y="12244"/>
                  </a:cubicBezTo>
                  <a:cubicBezTo>
                    <a:pt x="18453" y="11572"/>
                    <a:pt x="18421" y="10900"/>
                    <a:pt x="18388" y="10229"/>
                  </a:cubicBezTo>
                  <a:cubicBezTo>
                    <a:pt x="18388" y="7258"/>
                    <a:pt x="18410" y="4287"/>
                    <a:pt x="18383" y="1317"/>
                  </a:cubicBezTo>
                  <a:cubicBezTo>
                    <a:pt x="18378" y="967"/>
                    <a:pt x="18405" y="715"/>
                    <a:pt x="18544" y="543"/>
                  </a:cubicBezTo>
                  <a:cubicBezTo>
                    <a:pt x="18490" y="414"/>
                    <a:pt x="18416" y="290"/>
                    <a:pt x="18309" y="183"/>
                  </a:cubicBezTo>
                  <a:cubicBezTo>
                    <a:pt x="18281" y="156"/>
                    <a:pt x="18249" y="134"/>
                    <a:pt x="18222" y="113"/>
                  </a:cubicBezTo>
                  <a:cubicBezTo>
                    <a:pt x="18173" y="70"/>
                    <a:pt x="18115" y="38"/>
                    <a:pt x="18061"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1"/>
            <p:cNvSpPr/>
            <p:nvPr/>
          </p:nvSpPr>
          <p:spPr>
            <a:xfrm>
              <a:off x="5601600" y="2410275"/>
              <a:ext cx="1027825" cy="589500"/>
            </a:xfrm>
            <a:custGeom>
              <a:rect b="b" l="l" r="r" t="t"/>
              <a:pathLst>
                <a:path extrusionOk="0" h="23580" w="41113">
                  <a:moveTo>
                    <a:pt x="37686" y="14398"/>
                  </a:moveTo>
                  <a:lnTo>
                    <a:pt x="37686" y="14398"/>
                  </a:lnTo>
                  <a:cubicBezTo>
                    <a:pt x="37648" y="14420"/>
                    <a:pt x="37611" y="14446"/>
                    <a:pt x="37574" y="14478"/>
                  </a:cubicBezTo>
                  <a:cubicBezTo>
                    <a:pt x="37547" y="14500"/>
                    <a:pt x="37530" y="14510"/>
                    <a:pt x="37525" y="14517"/>
                  </a:cubicBezTo>
                  <a:cubicBezTo>
                    <a:pt x="37514" y="14510"/>
                    <a:pt x="37503" y="14505"/>
                    <a:pt x="37487" y="14495"/>
                  </a:cubicBezTo>
                  <a:cubicBezTo>
                    <a:pt x="37509" y="14485"/>
                    <a:pt x="37643" y="14420"/>
                    <a:pt x="37686" y="14398"/>
                  </a:cubicBezTo>
                  <a:close/>
                  <a:moveTo>
                    <a:pt x="24218" y="0"/>
                  </a:moveTo>
                  <a:cubicBezTo>
                    <a:pt x="23944" y="855"/>
                    <a:pt x="23637" y="1704"/>
                    <a:pt x="23632" y="2616"/>
                  </a:cubicBezTo>
                  <a:cubicBezTo>
                    <a:pt x="23632" y="2745"/>
                    <a:pt x="23610" y="2859"/>
                    <a:pt x="23568" y="2961"/>
                  </a:cubicBezTo>
                  <a:cubicBezTo>
                    <a:pt x="23449" y="3261"/>
                    <a:pt x="23171" y="3449"/>
                    <a:pt x="22908" y="3648"/>
                  </a:cubicBezTo>
                  <a:cubicBezTo>
                    <a:pt x="22843" y="3858"/>
                    <a:pt x="22826" y="4094"/>
                    <a:pt x="22574" y="4186"/>
                  </a:cubicBezTo>
                  <a:cubicBezTo>
                    <a:pt x="22553" y="4736"/>
                    <a:pt x="22365" y="4877"/>
                    <a:pt x="22119" y="4877"/>
                  </a:cubicBezTo>
                  <a:cubicBezTo>
                    <a:pt x="21861" y="4877"/>
                    <a:pt x="21538" y="4722"/>
                    <a:pt x="21280" y="4722"/>
                  </a:cubicBezTo>
                  <a:cubicBezTo>
                    <a:pt x="21265" y="4722"/>
                    <a:pt x="21251" y="4722"/>
                    <a:pt x="21237" y="4723"/>
                  </a:cubicBezTo>
                  <a:cubicBezTo>
                    <a:pt x="21021" y="5550"/>
                    <a:pt x="20877" y="6404"/>
                    <a:pt x="20575" y="7200"/>
                  </a:cubicBezTo>
                  <a:cubicBezTo>
                    <a:pt x="20412" y="7627"/>
                    <a:pt x="20199" y="7834"/>
                    <a:pt x="19968" y="7834"/>
                  </a:cubicBezTo>
                  <a:cubicBezTo>
                    <a:pt x="19773" y="7834"/>
                    <a:pt x="19566" y="7686"/>
                    <a:pt x="19367" y="7399"/>
                  </a:cubicBezTo>
                  <a:cubicBezTo>
                    <a:pt x="19290" y="7444"/>
                    <a:pt x="19223" y="7463"/>
                    <a:pt x="19165" y="7463"/>
                  </a:cubicBezTo>
                  <a:cubicBezTo>
                    <a:pt x="18990" y="7463"/>
                    <a:pt x="18892" y="7289"/>
                    <a:pt x="18787" y="7136"/>
                  </a:cubicBezTo>
                  <a:cubicBezTo>
                    <a:pt x="18690" y="7081"/>
                    <a:pt x="18599" y="7027"/>
                    <a:pt x="18502" y="6974"/>
                  </a:cubicBezTo>
                  <a:cubicBezTo>
                    <a:pt x="17793" y="7892"/>
                    <a:pt x="17862" y="9063"/>
                    <a:pt x="17503" y="10095"/>
                  </a:cubicBezTo>
                  <a:cubicBezTo>
                    <a:pt x="17347" y="10535"/>
                    <a:pt x="17352" y="11041"/>
                    <a:pt x="16970" y="11384"/>
                  </a:cubicBezTo>
                  <a:cubicBezTo>
                    <a:pt x="16940" y="11523"/>
                    <a:pt x="16921" y="11672"/>
                    <a:pt x="16751" y="11672"/>
                  </a:cubicBezTo>
                  <a:cubicBezTo>
                    <a:pt x="16738" y="11672"/>
                    <a:pt x="16723" y="11671"/>
                    <a:pt x="16707" y="11669"/>
                  </a:cubicBezTo>
                  <a:lnTo>
                    <a:pt x="16707" y="11669"/>
                  </a:lnTo>
                  <a:cubicBezTo>
                    <a:pt x="16739" y="12132"/>
                    <a:pt x="16525" y="12469"/>
                    <a:pt x="16159" y="12727"/>
                  </a:cubicBezTo>
                  <a:cubicBezTo>
                    <a:pt x="15939" y="13260"/>
                    <a:pt x="16605" y="13791"/>
                    <a:pt x="16171" y="14317"/>
                  </a:cubicBezTo>
                  <a:cubicBezTo>
                    <a:pt x="16256" y="14597"/>
                    <a:pt x="16127" y="14763"/>
                    <a:pt x="15886" y="14871"/>
                  </a:cubicBezTo>
                  <a:lnTo>
                    <a:pt x="15901" y="14850"/>
                  </a:lnTo>
                  <a:lnTo>
                    <a:pt x="15901" y="14850"/>
                  </a:lnTo>
                  <a:cubicBezTo>
                    <a:pt x="15810" y="14946"/>
                    <a:pt x="15720" y="15043"/>
                    <a:pt x="15623" y="15135"/>
                  </a:cubicBezTo>
                  <a:cubicBezTo>
                    <a:pt x="15606" y="15187"/>
                    <a:pt x="15574" y="15236"/>
                    <a:pt x="15531" y="15274"/>
                  </a:cubicBezTo>
                  <a:cubicBezTo>
                    <a:pt x="14607" y="15703"/>
                    <a:pt x="13516" y="15817"/>
                    <a:pt x="12909" y="16843"/>
                  </a:cubicBezTo>
                  <a:cubicBezTo>
                    <a:pt x="12883" y="16885"/>
                    <a:pt x="12851" y="16923"/>
                    <a:pt x="12819" y="16960"/>
                  </a:cubicBezTo>
                  <a:cubicBezTo>
                    <a:pt x="12571" y="17208"/>
                    <a:pt x="12109" y="17272"/>
                    <a:pt x="11711" y="17294"/>
                  </a:cubicBezTo>
                  <a:cubicBezTo>
                    <a:pt x="11568" y="17429"/>
                    <a:pt x="11454" y="17481"/>
                    <a:pt x="11358" y="17481"/>
                  </a:cubicBezTo>
                  <a:cubicBezTo>
                    <a:pt x="11128" y="17481"/>
                    <a:pt x="11000" y="17184"/>
                    <a:pt x="10830" y="17009"/>
                  </a:cubicBezTo>
                  <a:cubicBezTo>
                    <a:pt x="10649" y="17179"/>
                    <a:pt x="10473" y="17351"/>
                    <a:pt x="10298" y="17521"/>
                  </a:cubicBezTo>
                  <a:lnTo>
                    <a:pt x="10298" y="17521"/>
                  </a:lnTo>
                  <a:cubicBezTo>
                    <a:pt x="10298" y="17520"/>
                    <a:pt x="10298" y="17520"/>
                    <a:pt x="10298" y="17520"/>
                  </a:cubicBezTo>
                  <a:lnTo>
                    <a:pt x="10298" y="17520"/>
                  </a:lnTo>
                  <a:lnTo>
                    <a:pt x="10277" y="17540"/>
                  </a:lnTo>
                  <a:cubicBezTo>
                    <a:pt x="10284" y="17534"/>
                    <a:pt x="10291" y="17527"/>
                    <a:pt x="10298" y="17521"/>
                  </a:cubicBezTo>
                  <a:lnTo>
                    <a:pt x="10298" y="17521"/>
                  </a:lnTo>
                  <a:cubicBezTo>
                    <a:pt x="10223" y="17724"/>
                    <a:pt x="10103" y="17840"/>
                    <a:pt x="9923" y="17840"/>
                  </a:cubicBezTo>
                  <a:cubicBezTo>
                    <a:pt x="9871" y="17840"/>
                    <a:pt x="9813" y="17831"/>
                    <a:pt x="9750" y="17810"/>
                  </a:cubicBezTo>
                  <a:cubicBezTo>
                    <a:pt x="9585" y="18004"/>
                    <a:pt x="9421" y="18087"/>
                    <a:pt x="9257" y="18087"/>
                  </a:cubicBezTo>
                  <a:cubicBezTo>
                    <a:pt x="9067" y="18087"/>
                    <a:pt x="8879" y="17977"/>
                    <a:pt x="8693" y="17805"/>
                  </a:cubicBezTo>
                  <a:cubicBezTo>
                    <a:pt x="8547" y="17772"/>
                    <a:pt x="8327" y="17810"/>
                    <a:pt x="8396" y="17552"/>
                  </a:cubicBezTo>
                  <a:lnTo>
                    <a:pt x="8396" y="17552"/>
                  </a:lnTo>
                  <a:cubicBezTo>
                    <a:pt x="8328" y="17584"/>
                    <a:pt x="8266" y="17598"/>
                    <a:pt x="8211" y="17598"/>
                  </a:cubicBezTo>
                  <a:cubicBezTo>
                    <a:pt x="8016" y="17598"/>
                    <a:pt x="7893" y="17426"/>
                    <a:pt x="7763" y="17267"/>
                  </a:cubicBezTo>
                  <a:cubicBezTo>
                    <a:pt x="7617" y="17116"/>
                    <a:pt x="7473" y="16967"/>
                    <a:pt x="7333" y="16816"/>
                  </a:cubicBezTo>
                  <a:lnTo>
                    <a:pt x="6801" y="16767"/>
                  </a:lnTo>
                  <a:cubicBezTo>
                    <a:pt x="6806" y="16746"/>
                    <a:pt x="6806" y="16724"/>
                    <a:pt x="6806" y="16709"/>
                  </a:cubicBezTo>
                  <a:cubicBezTo>
                    <a:pt x="6839" y="16573"/>
                    <a:pt x="6839" y="16493"/>
                    <a:pt x="6834" y="16456"/>
                  </a:cubicBezTo>
                  <a:cubicBezTo>
                    <a:pt x="6806" y="16451"/>
                    <a:pt x="6752" y="16439"/>
                    <a:pt x="6667" y="16439"/>
                  </a:cubicBezTo>
                  <a:cubicBezTo>
                    <a:pt x="6591" y="16439"/>
                    <a:pt x="6516" y="16419"/>
                    <a:pt x="6447" y="16386"/>
                  </a:cubicBezTo>
                  <a:cubicBezTo>
                    <a:pt x="6404" y="16568"/>
                    <a:pt x="6269" y="16751"/>
                    <a:pt x="6108" y="16891"/>
                  </a:cubicBezTo>
                  <a:cubicBezTo>
                    <a:pt x="5792" y="17154"/>
                    <a:pt x="5522" y="17466"/>
                    <a:pt x="5232" y="17756"/>
                  </a:cubicBezTo>
                  <a:cubicBezTo>
                    <a:pt x="5130" y="17788"/>
                    <a:pt x="5061" y="17874"/>
                    <a:pt x="4996" y="17976"/>
                  </a:cubicBezTo>
                  <a:cubicBezTo>
                    <a:pt x="4969" y="18003"/>
                    <a:pt x="4942" y="18030"/>
                    <a:pt x="4915" y="18051"/>
                  </a:cubicBezTo>
                  <a:cubicBezTo>
                    <a:pt x="4776" y="18170"/>
                    <a:pt x="4642" y="18282"/>
                    <a:pt x="4502" y="18400"/>
                  </a:cubicBezTo>
                  <a:cubicBezTo>
                    <a:pt x="4496" y="18406"/>
                    <a:pt x="4491" y="18406"/>
                    <a:pt x="4486" y="18411"/>
                  </a:cubicBezTo>
                  <a:cubicBezTo>
                    <a:pt x="3739" y="19045"/>
                    <a:pt x="2998" y="19717"/>
                    <a:pt x="2703" y="20662"/>
                  </a:cubicBezTo>
                  <a:lnTo>
                    <a:pt x="2703" y="20673"/>
                  </a:lnTo>
                  <a:cubicBezTo>
                    <a:pt x="2294" y="21108"/>
                    <a:pt x="1880" y="21517"/>
                    <a:pt x="1381" y="21860"/>
                  </a:cubicBezTo>
                  <a:cubicBezTo>
                    <a:pt x="972" y="22139"/>
                    <a:pt x="580" y="22397"/>
                    <a:pt x="280" y="22784"/>
                  </a:cubicBezTo>
                  <a:cubicBezTo>
                    <a:pt x="188" y="22827"/>
                    <a:pt x="97" y="22859"/>
                    <a:pt x="5" y="22898"/>
                  </a:cubicBezTo>
                  <a:cubicBezTo>
                    <a:pt x="0" y="22983"/>
                    <a:pt x="16" y="23069"/>
                    <a:pt x="59" y="23161"/>
                  </a:cubicBezTo>
                  <a:cubicBezTo>
                    <a:pt x="97" y="23252"/>
                    <a:pt x="151" y="23327"/>
                    <a:pt x="204" y="23396"/>
                  </a:cubicBezTo>
                  <a:cubicBezTo>
                    <a:pt x="268" y="23471"/>
                    <a:pt x="344" y="23531"/>
                    <a:pt x="419" y="23580"/>
                  </a:cubicBezTo>
                  <a:cubicBezTo>
                    <a:pt x="2509" y="23246"/>
                    <a:pt x="4593" y="22923"/>
                    <a:pt x="6710" y="22827"/>
                  </a:cubicBezTo>
                  <a:cubicBezTo>
                    <a:pt x="6929" y="22819"/>
                    <a:pt x="7208" y="22660"/>
                    <a:pt x="7442" y="22660"/>
                  </a:cubicBezTo>
                  <a:cubicBezTo>
                    <a:pt x="7528" y="22660"/>
                    <a:pt x="7608" y="22682"/>
                    <a:pt x="7677" y="22742"/>
                  </a:cubicBezTo>
                  <a:cubicBezTo>
                    <a:pt x="7880" y="22709"/>
                    <a:pt x="8091" y="22677"/>
                    <a:pt x="8294" y="22645"/>
                  </a:cubicBezTo>
                  <a:cubicBezTo>
                    <a:pt x="8450" y="22397"/>
                    <a:pt x="8725" y="22253"/>
                    <a:pt x="9149" y="22241"/>
                  </a:cubicBezTo>
                  <a:cubicBezTo>
                    <a:pt x="12877" y="22150"/>
                    <a:pt x="16519" y="21334"/>
                    <a:pt x="20210" y="20877"/>
                  </a:cubicBezTo>
                  <a:cubicBezTo>
                    <a:pt x="26426" y="20104"/>
                    <a:pt x="32518" y="18701"/>
                    <a:pt x="38599" y="17257"/>
                  </a:cubicBezTo>
                  <a:cubicBezTo>
                    <a:pt x="38793" y="17211"/>
                    <a:pt x="38970" y="17191"/>
                    <a:pt x="39133" y="17191"/>
                  </a:cubicBezTo>
                  <a:cubicBezTo>
                    <a:pt x="39340" y="17191"/>
                    <a:pt x="39524" y="17223"/>
                    <a:pt x="39695" y="17277"/>
                  </a:cubicBezTo>
                  <a:cubicBezTo>
                    <a:pt x="39749" y="17267"/>
                    <a:pt x="39808" y="17262"/>
                    <a:pt x="39862" y="17250"/>
                  </a:cubicBezTo>
                  <a:cubicBezTo>
                    <a:pt x="40056" y="17218"/>
                    <a:pt x="40286" y="17181"/>
                    <a:pt x="40501" y="17079"/>
                  </a:cubicBezTo>
                  <a:cubicBezTo>
                    <a:pt x="40657" y="17004"/>
                    <a:pt x="40807" y="16896"/>
                    <a:pt x="40920" y="16724"/>
                  </a:cubicBezTo>
                  <a:cubicBezTo>
                    <a:pt x="41081" y="16466"/>
                    <a:pt x="41113" y="16144"/>
                    <a:pt x="41006" y="15762"/>
                  </a:cubicBezTo>
                  <a:lnTo>
                    <a:pt x="40963" y="15601"/>
                  </a:lnTo>
                  <a:cubicBezTo>
                    <a:pt x="40818" y="15053"/>
                    <a:pt x="40544" y="14033"/>
                    <a:pt x="39352" y="14033"/>
                  </a:cubicBezTo>
                  <a:cubicBezTo>
                    <a:pt x="39276" y="14033"/>
                    <a:pt x="39191" y="14039"/>
                    <a:pt x="39109" y="14044"/>
                  </a:cubicBezTo>
                  <a:cubicBezTo>
                    <a:pt x="39040" y="14054"/>
                    <a:pt x="38970" y="14059"/>
                    <a:pt x="38900" y="14066"/>
                  </a:cubicBezTo>
                  <a:cubicBezTo>
                    <a:pt x="38573" y="14091"/>
                    <a:pt x="38212" y="14124"/>
                    <a:pt x="37864" y="14296"/>
                  </a:cubicBezTo>
                  <a:lnTo>
                    <a:pt x="37864" y="14296"/>
                  </a:lnTo>
                  <a:cubicBezTo>
                    <a:pt x="38057" y="14173"/>
                    <a:pt x="38229" y="14001"/>
                    <a:pt x="38251" y="13732"/>
                  </a:cubicBezTo>
                  <a:cubicBezTo>
                    <a:pt x="38271" y="13485"/>
                    <a:pt x="38196" y="13253"/>
                    <a:pt x="38040" y="13077"/>
                  </a:cubicBezTo>
                  <a:cubicBezTo>
                    <a:pt x="37847" y="12861"/>
                    <a:pt x="37557" y="12744"/>
                    <a:pt x="37192" y="12732"/>
                  </a:cubicBezTo>
                  <a:cubicBezTo>
                    <a:pt x="37148" y="12727"/>
                    <a:pt x="37106" y="12722"/>
                    <a:pt x="37063" y="12705"/>
                  </a:cubicBezTo>
                  <a:cubicBezTo>
                    <a:pt x="37170" y="12539"/>
                    <a:pt x="37224" y="12362"/>
                    <a:pt x="37257" y="12249"/>
                  </a:cubicBezTo>
                  <a:cubicBezTo>
                    <a:pt x="37262" y="12228"/>
                    <a:pt x="37267" y="12201"/>
                    <a:pt x="37277" y="12174"/>
                  </a:cubicBezTo>
                  <a:lnTo>
                    <a:pt x="37353" y="12174"/>
                  </a:lnTo>
                  <a:cubicBezTo>
                    <a:pt x="37981" y="12174"/>
                    <a:pt x="38186" y="11755"/>
                    <a:pt x="38256" y="11508"/>
                  </a:cubicBezTo>
                  <a:cubicBezTo>
                    <a:pt x="38298" y="11326"/>
                    <a:pt x="38234" y="11121"/>
                    <a:pt x="38110" y="10987"/>
                  </a:cubicBezTo>
                  <a:cubicBezTo>
                    <a:pt x="37380" y="10213"/>
                    <a:pt x="37380" y="10213"/>
                    <a:pt x="37438" y="8661"/>
                  </a:cubicBezTo>
                  <a:cubicBezTo>
                    <a:pt x="37455" y="8215"/>
                    <a:pt x="37289" y="7898"/>
                    <a:pt x="36912" y="7662"/>
                  </a:cubicBezTo>
                  <a:cubicBezTo>
                    <a:pt x="36697" y="7533"/>
                    <a:pt x="36478" y="7419"/>
                    <a:pt x="36252" y="7312"/>
                  </a:cubicBezTo>
                  <a:cubicBezTo>
                    <a:pt x="35988" y="7270"/>
                    <a:pt x="35725" y="7141"/>
                    <a:pt x="35504" y="7032"/>
                  </a:cubicBezTo>
                  <a:cubicBezTo>
                    <a:pt x="35253" y="6910"/>
                    <a:pt x="34989" y="6818"/>
                    <a:pt x="34726" y="6732"/>
                  </a:cubicBezTo>
                  <a:cubicBezTo>
                    <a:pt x="34646" y="6732"/>
                    <a:pt x="34564" y="6732"/>
                    <a:pt x="34484" y="6737"/>
                  </a:cubicBezTo>
                  <a:cubicBezTo>
                    <a:pt x="34334" y="6742"/>
                    <a:pt x="34183" y="6749"/>
                    <a:pt x="34033" y="6749"/>
                  </a:cubicBezTo>
                  <a:cubicBezTo>
                    <a:pt x="33448" y="6749"/>
                    <a:pt x="32781" y="6673"/>
                    <a:pt x="32191" y="6201"/>
                  </a:cubicBezTo>
                  <a:cubicBezTo>
                    <a:pt x="32169" y="6216"/>
                    <a:pt x="32152" y="6238"/>
                    <a:pt x="32142" y="6254"/>
                  </a:cubicBezTo>
                  <a:cubicBezTo>
                    <a:pt x="32131" y="6276"/>
                    <a:pt x="32120" y="6291"/>
                    <a:pt x="32110" y="6308"/>
                  </a:cubicBezTo>
                  <a:cubicBezTo>
                    <a:pt x="31954" y="6233"/>
                    <a:pt x="31792" y="6152"/>
                    <a:pt x="31636" y="6060"/>
                  </a:cubicBezTo>
                  <a:cubicBezTo>
                    <a:pt x="31643" y="6055"/>
                    <a:pt x="31648" y="6045"/>
                    <a:pt x="31653" y="6033"/>
                  </a:cubicBezTo>
                  <a:lnTo>
                    <a:pt x="31653" y="6033"/>
                  </a:lnTo>
                  <a:cubicBezTo>
                    <a:pt x="31252" y="6204"/>
                    <a:pt x="31003" y="6302"/>
                    <a:pt x="30846" y="6302"/>
                  </a:cubicBezTo>
                  <a:cubicBezTo>
                    <a:pt x="30619" y="6302"/>
                    <a:pt x="30590" y="6094"/>
                    <a:pt x="30584" y="5604"/>
                  </a:cubicBezTo>
                  <a:cubicBezTo>
                    <a:pt x="30579" y="5073"/>
                    <a:pt x="30540" y="4508"/>
                    <a:pt x="31105" y="4186"/>
                  </a:cubicBezTo>
                  <a:cubicBezTo>
                    <a:pt x="31030" y="3923"/>
                    <a:pt x="31083" y="3724"/>
                    <a:pt x="31373" y="3643"/>
                  </a:cubicBezTo>
                  <a:cubicBezTo>
                    <a:pt x="31331" y="3402"/>
                    <a:pt x="31385" y="3203"/>
                    <a:pt x="31636" y="3112"/>
                  </a:cubicBezTo>
                  <a:cubicBezTo>
                    <a:pt x="31631" y="2939"/>
                    <a:pt x="31626" y="2762"/>
                    <a:pt x="31616" y="2591"/>
                  </a:cubicBezTo>
                  <a:cubicBezTo>
                    <a:pt x="31433" y="2353"/>
                    <a:pt x="31212" y="2182"/>
                    <a:pt x="30976" y="2043"/>
                  </a:cubicBezTo>
                  <a:cubicBezTo>
                    <a:pt x="30262" y="1629"/>
                    <a:pt x="29380" y="1532"/>
                    <a:pt x="28698" y="1059"/>
                  </a:cubicBezTo>
                  <a:cubicBezTo>
                    <a:pt x="28284" y="860"/>
                    <a:pt x="28537" y="468"/>
                    <a:pt x="28440" y="178"/>
                  </a:cubicBezTo>
                  <a:cubicBezTo>
                    <a:pt x="28357" y="163"/>
                    <a:pt x="28282" y="156"/>
                    <a:pt x="28214" y="156"/>
                  </a:cubicBezTo>
                  <a:cubicBezTo>
                    <a:pt x="28060" y="156"/>
                    <a:pt x="27941" y="193"/>
                    <a:pt x="27844" y="263"/>
                  </a:cubicBezTo>
                  <a:cubicBezTo>
                    <a:pt x="27672" y="392"/>
                    <a:pt x="27575" y="624"/>
                    <a:pt x="27505" y="935"/>
                  </a:cubicBezTo>
                  <a:cubicBezTo>
                    <a:pt x="27437" y="1273"/>
                    <a:pt x="27286" y="1531"/>
                    <a:pt x="27051" y="1531"/>
                  </a:cubicBezTo>
                  <a:cubicBezTo>
                    <a:pt x="26919" y="1531"/>
                    <a:pt x="26761" y="1450"/>
                    <a:pt x="26576" y="1258"/>
                  </a:cubicBezTo>
                  <a:cubicBezTo>
                    <a:pt x="26512" y="1277"/>
                    <a:pt x="26454" y="1286"/>
                    <a:pt x="26400" y="1286"/>
                  </a:cubicBezTo>
                  <a:cubicBezTo>
                    <a:pt x="26226" y="1286"/>
                    <a:pt x="26103" y="1186"/>
                    <a:pt x="26034" y="989"/>
                  </a:cubicBezTo>
                  <a:cubicBezTo>
                    <a:pt x="25873" y="967"/>
                    <a:pt x="25722" y="940"/>
                    <a:pt x="25754" y="726"/>
                  </a:cubicBezTo>
                  <a:lnTo>
                    <a:pt x="25754" y="726"/>
                  </a:lnTo>
                  <a:cubicBezTo>
                    <a:pt x="25698" y="743"/>
                    <a:pt x="25645" y="751"/>
                    <a:pt x="25597" y="751"/>
                  </a:cubicBezTo>
                  <a:cubicBezTo>
                    <a:pt x="25425" y="751"/>
                    <a:pt x="25305" y="649"/>
                    <a:pt x="25234" y="452"/>
                  </a:cubicBezTo>
                  <a:cubicBezTo>
                    <a:pt x="25072" y="436"/>
                    <a:pt x="24922" y="409"/>
                    <a:pt x="24954" y="194"/>
                  </a:cubicBezTo>
                  <a:lnTo>
                    <a:pt x="24954" y="194"/>
                  </a:lnTo>
                  <a:cubicBezTo>
                    <a:pt x="24903" y="210"/>
                    <a:pt x="24855" y="217"/>
                    <a:pt x="24809" y="217"/>
                  </a:cubicBezTo>
                  <a:cubicBezTo>
                    <a:pt x="24594" y="217"/>
                    <a:pt x="24417" y="67"/>
                    <a:pt x="24218"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1"/>
            <p:cNvSpPr/>
            <p:nvPr/>
          </p:nvSpPr>
          <p:spPr>
            <a:xfrm>
              <a:off x="6044250" y="2292225"/>
              <a:ext cx="637175" cy="308675"/>
            </a:xfrm>
            <a:custGeom>
              <a:rect b="b" l="l" r="r" t="t"/>
              <a:pathLst>
                <a:path extrusionOk="0" h="12347" w="25487">
                  <a:moveTo>
                    <a:pt x="18825" y="1"/>
                  </a:moveTo>
                  <a:cubicBezTo>
                    <a:pt x="18658" y="118"/>
                    <a:pt x="18417" y="76"/>
                    <a:pt x="18207" y="113"/>
                  </a:cubicBezTo>
                  <a:cubicBezTo>
                    <a:pt x="16628" y="420"/>
                    <a:pt x="14984" y="344"/>
                    <a:pt x="13447" y="898"/>
                  </a:cubicBezTo>
                  <a:cubicBezTo>
                    <a:pt x="12378" y="1124"/>
                    <a:pt x="11309" y="1360"/>
                    <a:pt x="10240" y="1564"/>
                  </a:cubicBezTo>
                  <a:cubicBezTo>
                    <a:pt x="9456" y="1714"/>
                    <a:pt x="8676" y="1876"/>
                    <a:pt x="7903" y="2047"/>
                  </a:cubicBezTo>
                  <a:cubicBezTo>
                    <a:pt x="7511" y="2133"/>
                    <a:pt x="7124" y="2220"/>
                    <a:pt x="6737" y="2305"/>
                  </a:cubicBezTo>
                  <a:cubicBezTo>
                    <a:pt x="4793" y="2736"/>
                    <a:pt x="2849" y="3143"/>
                    <a:pt x="855" y="3326"/>
                  </a:cubicBezTo>
                  <a:cubicBezTo>
                    <a:pt x="608" y="3363"/>
                    <a:pt x="355" y="3401"/>
                    <a:pt x="102" y="3438"/>
                  </a:cubicBezTo>
                  <a:cubicBezTo>
                    <a:pt x="65" y="3509"/>
                    <a:pt x="33" y="3579"/>
                    <a:pt x="0" y="3654"/>
                  </a:cubicBezTo>
                  <a:cubicBezTo>
                    <a:pt x="173" y="3772"/>
                    <a:pt x="302" y="3933"/>
                    <a:pt x="404" y="4110"/>
                  </a:cubicBezTo>
                  <a:cubicBezTo>
                    <a:pt x="167" y="4938"/>
                    <a:pt x="425" y="5980"/>
                    <a:pt x="1123" y="6485"/>
                  </a:cubicBezTo>
                  <a:cubicBezTo>
                    <a:pt x="1257" y="6316"/>
                    <a:pt x="1416" y="6207"/>
                    <a:pt x="1621" y="6207"/>
                  </a:cubicBezTo>
                  <a:cubicBezTo>
                    <a:pt x="1670" y="6207"/>
                    <a:pt x="1723" y="6213"/>
                    <a:pt x="1778" y="6227"/>
                  </a:cubicBezTo>
                  <a:cubicBezTo>
                    <a:pt x="2326" y="5674"/>
                    <a:pt x="2945" y="5169"/>
                    <a:pt x="3412" y="4546"/>
                  </a:cubicBezTo>
                  <a:cubicBezTo>
                    <a:pt x="3471" y="4465"/>
                    <a:pt x="3536" y="4390"/>
                    <a:pt x="3600" y="4320"/>
                  </a:cubicBezTo>
                  <a:cubicBezTo>
                    <a:pt x="3850" y="4068"/>
                    <a:pt x="4108" y="3951"/>
                    <a:pt x="4389" y="3951"/>
                  </a:cubicBezTo>
                  <a:cubicBezTo>
                    <a:pt x="4616" y="3951"/>
                    <a:pt x="4859" y="4028"/>
                    <a:pt x="5126" y="4169"/>
                  </a:cubicBezTo>
                  <a:cubicBezTo>
                    <a:pt x="5088" y="3954"/>
                    <a:pt x="5180" y="3842"/>
                    <a:pt x="5378" y="3815"/>
                  </a:cubicBezTo>
                  <a:cubicBezTo>
                    <a:pt x="5395" y="3647"/>
                    <a:pt x="5482" y="3556"/>
                    <a:pt x="5657" y="3547"/>
                  </a:cubicBezTo>
                  <a:lnTo>
                    <a:pt x="5657" y="3547"/>
                  </a:lnTo>
                  <a:cubicBezTo>
                    <a:pt x="5652" y="3552"/>
                    <a:pt x="5647" y="3557"/>
                    <a:pt x="5641" y="3562"/>
                  </a:cubicBezTo>
                  <a:lnTo>
                    <a:pt x="5668" y="3547"/>
                  </a:lnTo>
                  <a:lnTo>
                    <a:pt x="5668" y="3547"/>
                  </a:lnTo>
                  <a:cubicBezTo>
                    <a:pt x="5665" y="3547"/>
                    <a:pt x="5661" y="3547"/>
                    <a:pt x="5657" y="3547"/>
                  </a:cubicBezTo>
                  <a:lnTo>
                    <a:pt x="5657" y="3547"/>
                  </a:lnTo>
                  <a:cubicBezTo>
                    <a:pt x="6391" y="2852"/>
                    <a:pt x="7304" y="2778"/>
                    <a:pt x="8252" y="2751"/>
                  </a:cubicBezTo>
                  <a:cubicBezTo>
                    <a:pt x="8262" y="2751"/>
                    <a:pt x="8271" y="2751"/>
                    <a:pt x="8280" y="2751"/>
                  </a:cubicBezTo>
                  <a:cubicBezTo>
                    <a:pt x="8878" y="2751"/>
                    <a:pt x="8945" y="3075"/>
                    <a:pt x="8887" y="3535"/>
                  </a:cubicBezTo>
                  <a:cubicBezTo>
                    <a:pt x="8947" y="3516"/>
                    <a:pt x="9003" y="3506"/>
                    <a:pt x="9053" y="3506"/>
                  </a:cubicBezTo>
                  <a:cubicBezTo>
                    <a:pt x="9228" y="3506"/>
                    <a:pt x="9345" y="3617"/>
                    <a:pt x="9407" y="3825"/>
                  </a:cubicBezTo>
                  <a:cubicBezTo>
                    <a:pt x="9623" y="4046"/>
                    <a:pt x="9784" y="4288"/>
                    <a:pt x="9692" y="4615"/>
                  </a:cubicBezTo>
                  <a:cubicBezTo>
                    <a:pt x="9736" y="4623"/>
                    <a:pt x="9782" y="4626"/>
                    <a:pt x="9828" y="4626"/>
                  </a:cubicBezTo>
                  <a:cubicBezTo>
                    <a:pt x="9947" y="4626"/>
                    <a:pt x="10072" y="4607"/>
                    <a:pt x="10191" y="4599"/>
                  </a:cubicBezTo>
                  <a:lnTo>
                    <a:pt x="10191" y="4599"/>
                  </a:lnTo>
                  <a:cubicBezTo>
                    <a:pt x="10198" y="4663"/>
                    <a:pt x="10191" y="4728"/>
                    <a:pt x="10171" y="4787"/>
                  </a:cubicBezTo>
                  <a:cubicBezTo>
                    <a:pt x="10154" y="4841"/>
                    <a:pt x="10144" y="4911"/>
                    <a:pt x="10138" y="4985"/>
                  </a:cubicBezTo>
                  <a:cubicBezTo>
                    <a:pt x="10235" y="4915"/>
                    <a:pt x="10354" y="4878"/>
                    <a:pt x="10508" y="4878"/>
                  </a:cubicBezTo>
                  <a:cubicBezTo>
                    <a:pt x="10576" y="4878"/>
                    <a:pt x="10651" y="4885"/>
                    <a:pt x="10734" y="4900"/>
                  </a:cubicBezTo>
                  <a:cubicBezTo>
                    <a:pt x="10734" y="4895"/>
                    <a:pt x="10729" y="4884"/>
                    <a:pt x="10729" y="4878"/>
                  </a:cubicBezTo>
                  <a:lnTo>
                    <a:pt x="10729" y="4878"/>
                  </a:lnTo>
                  <a:lnTo>
                    <a:pt x="10756" y="4900"/>
                  </a:lnTo>
                  <a:lnTo>
                    <a:pt x="10734" y="4900"/>
                  </a:lnTo>
                  <a:cubicBezTo>
                    <a:pt x="10831" y="5190"/>
                    <a:pt x="10578" y="5582"/>
                    <a:pt x="10992" y="5781"/>
                  </a:cubicBezTo>
                  <a:cubicBezTo>
                    <a:pt x="11674" y="6254"/>
                    <a:pt x="12556" y="6351"/>
                    <a:pt x="13270" y="6765"/>
                  </a:cubicBezTo>
                  <a:cubicBezTo>
                    <a:pt x="13506" y="6904"/>
                    <a:pt x="13727" y="7075"/>
                    <a:pt x="13910" y="7313"/>
                  </a:cubicBezTo>
                  <a:cubicBezTo>
                    <a:pt x="13920" y="7484"/>
                    <a:pt x="13925" y="7661"/>
                    <a:pt x="13930" y="7834"/>
                  </a:cubicBezTo>
                  <a:cubicBezTo>
                    <a:pt x="13942" y="7828"/>
                    <a:pt x="13947" y="7828"/>
                    <a:pt x="13957" y="7822"/>
                  </a:cubicBezTo>
                  <a:lnTo>
                    <a:pt x="13957" y="7822"/>
                  </a:lnTo>
                  <a:lnTo>
                    <a:pt x="13947" y="7839"/>
                  </a:lnTo>
                  <a:cubicBezTo>
                    <a:pt x="13942" y="7844"/>
                    <a:pt x="13937" y="7854"/>
                    <a:pt x="13937" y="7854"/>
                  </a:cubicBezTo>
                  <a:cubicBezTo>
                    <a:pt x="13937" y="7849"/>
                    <a:pt x="13937" y="7839"/>
                    <a:pt x="13930" y="7834"/>
                  </a:cubicBezTo>
                  <a:cubicBezTo>
                    <a:pt x="13679" y="7925"/>
                    <a:pt x="13625" y="8124"/>
                    <a:pt x="13667" y="8365"/>
                  </a:cubicBezTo>
                  <a:cubicBezTo>
                    <a:pt x="13672" y="8365"/>
                    <a:pt x="13679" y="8360"/>
                    <a:pt x="13689" y="8360"/>
                  </a:cubicBezTo>
                  <a:lnTo>
                    <a:pt x="13667" y="8387"/>
                  </a:lnTo>
                  <a:lnTo>
                    <a:pt x="13667" y="8365"/>
                  </a:lnTo>
                  <a:cubicBezTo>
                    <a:pt x="13377" y="8446"/>
                    <a:pt x="13324" y="8645"/>
                    <a:pt x="13399" y="8908"/>
                  </a:cubicBezTo>
                  <a:cubicBezTo>
                    <a:pt x="13409" y="8902"/>
                    <a:pt x="13409" y="8897"/>
                    <a:pt x="13421" y="8892"/>
                  </a:cubicBezTo>
                  <a:lnTo>
                    <a:pt x="13421" y="8892"/>
                  </a:lnTo>
                  <a:lnTo>
                    <a:pt x="13409" y="8908"/>
                  </a:lnTo>
                  <a:cubicBezTo>
                    <a:pt x="13409" y="8913"/>
                    <a:pt x="13404" y="8918"/>
                    <a:pt x="13404" y="8918"/>
                  </a:cubicBezTo>
                  <a:cubicBezTo>
                    <a:pt x="13399" y="8918"/>
                    <a:pt x="13399" y="8913"/>
                    <a:pt x="13399" y="8908"/>
                  </a:cubicBezTo>
                  <a:cubicBezTo>
                    <a:pt x="12834" y="9230"/>
                    <a:pt x="12873" y="9795"/>
                    <a:pt x="12878" y="10326"/>
                  </a:cubicBezTo>
                  <a:cubicBezTo>
                    <a:pt x="12884" y="10816"/>
                    <a:pt x="12913" y="11024"/>
                    <a:pt x="13140" y="11024"/>
                  </a:cubicBezTo>
                  <a:cubicBezTo>
                    <a:pt x="13297" y="11024"/>
                    <a:pt x="13546" y="10926"/>
                    <a:pt x="13947" y="10755"/>
                  </a:cubicBezTo>
                  <a:lnTo>
                    <a:pt x="13947" y="10755"/>
                  </a:lnTo>
                  <a:cubicBezTo>
                    <a:pt x="13942" y="10767"/>
                    <a:pt x="13937" y="10777"/>
                    <a:pt x="13930" y="10782"/>
                  </a:cubicBezTo>
                  <a:cubicBezTo>
                    <a:pt x="14086" y="10874"/>
                    <a:pt x="14248" y="10955"/>
                    <a:pt x="14404" y="11030"/>
                  </a:cubicBezTo>
                  <a:cubicBezTo>
                    <a:pt x="14414" y="11013"/>
                    <a:pt x="14425" y="10998"/>
                    <a:pt x="14436" y="10976"/>
                  </a:cubicBezTo>
                  <a:cubicBezTo>
                    <a:pt x="14446" y="10960"/>
                    <a:pt x="14463" y="10938"/>
                    <a:pt x="14485" y="10923"/>
                  </a:cubicBezTo>
                  <a:cubicBezTo>
                    <a:pt x="15075" y="11395"/>
                    <a:pt x="15742" y="11471"/>
                    <a:pt x="16327" y="11471"/>
                  </a:cubicBezTo>
                  <a:cubicBezTo>
                    <a:pt x="16477" y="11471"/>
                    <a:pt x="16628" y="11464"/>
                    <a:pt x="16778" y="11459"/>
                  </a:cubicBezTo>
                  <a:cubicBezTo>
                    <a:pt x="16858" y="11454"/>
                    <a:pt x="16940" y="11454"/>
                    <a:pt x="17020" y="11454"/>
                  </a:cubicBezTo>
                  <a:cubicBezTo>
                    <a:pt x="17283" y="11540"/>
                    <a:pt x="17547" y="11632"/>
                    <a:pt x="17798" y="11754"/>
                  </a:cubicBezTo>
                  <a:cubicBezTo>
                    <a:pt x="18019" y="11863"/>
                    <a:pt x="18282" y="11992"/>
                    <a:pt x="18546" y="12034"/>
                  </a:cubicBezTo>
                  <a:cubicBezTo>
                    <a:pt x="18601" y="12042"/>
                    <a:pt x="18656" y="12047"/>
                    <a:pt x="18710" y="12047"/>
                  </a:cubicBezTo>
                  <a:cubicBezTo>
                    <a:pt x="18777" y="12047"/>
                    <a:pt x="18843" y="12039"/>
                    <a:pt x="18911" y="12019"/>
                  </a:cubicBezTo>
                  <a:cubicBezTo>
                    <a:pt x="19115" y="11965"/>
                    <a:pt x="19244" y="11787"/>
                    <a:pt x="19201" y="11583"/>
                  </a:cubicBezTo>
                  <a:cubicBezTo>
                    <a:pt x="19340" y="11303"/>
                    <a:pt x="18954" y="10777"/>
                    <a:pt x="18728" y="10626"/>
                  </a:cubicBezTo>
                  <a:cubicBezTo>
                    <a:pt x="18718" y="10621"/>
                    <a:pt x="18707" y="10616"/>
                    <a:pt x="18691" y="10606"/>
                  </a:cubicBezTo>
                  <a:cubicBezTo>
                    <a:pt x="18551" y="10423"/>
                    <a:pt x="18422" y="10234"/>
                    <a:pt x="18299" y="10052"/>
                  </a:cubicBezTo>
                  <a:cubicBezTo>
                    <a:pt x="18175" y="9869"/>
                    <a:pt x="18056" y="9691"/>
                    <a:pt x="17954" y="9515"/>
                  </a:cubicBezTo>
                  <a:cubicBezTo>
                    <a:pt x="16886" y="8784"/>
                    <a:pt x="17547" y="8124"/>
                    <a:pt x="18212" y="7457"/>
                  </a:cubicBezTo>
                  <a:cubicBezTo>
                    <a:pt x="18212" y="8124"/>
                    <a:pt x="18212" y="8784"/>
                    <a:pt x="18326" y="9461"/>
                  </a:cubicBezTo>
                  <a:cubicBezTo>
                    <a:pt x="18368" y="9563"/>
                    <a:pt x="18428" y="9671"/>
                    <a:pt x="18497" y="9768"/>
                  </a:cubicBezTo>
                  <a:cubicBezTo>
                    <a:pt x="18777" y="10160"/>
                    <a:pt x="19249" y="10460"/>
                    <a:pt x="19679" y="10460"/>
                  </a:cubicBezTo>
                  <a:cubicBezTo>
                    <a:pt x="19824" y="10460"/>
                    <a:pt x="19964" y="10428"/>
                    <a:pt x="20093" y="10363"/>
                  </a:cubicBezTo>
                  <a:cubicBezTo>
                    <a:pt x="20372" y="10219"/>
                    <a:pt x="20523" y="10197"/>
                    <a:pt x="20592" y="10197"/>
                  </a:cubicBezTo>
                  <a:cubicBezTo>
                    <a:pt x="20619" y="10197"/>
                    <a:pt x="20630" y="10202"/>
                    <a:pt x="20630" y="10202"/>
                  </a:cubicBezTo>
                  <a:cubicBezTo>
                    <a:pt x="20732" y="10278"/>
                    <a:pt x="20781" y="10772"/>
                    <a:pt x="20796" y="10960"/>
                  </a:cubicBezTo>
                  <a:lnTo>
                    <a:pt x="20808" y="11045"/>
                  </a:lnTo>
                  <a:cubicBezTo>
                    <a:pt x="20910" y="12121"/>
                    <a:pt x="21415" y="12346"/>
                    <a:pt x="21817" y="12346"/>
                  </a:cubicBezTo>
                  <a:cubicBezTo>
                    <a:pt x="21898" y="12346"/>
                    <a:pt x="21973" y="12341"/>
                    <a:pt x="22048" y="12319"/>
                  </a:cubicBezTo>
                  <a:cubicBezTo>
                    <a:pt x="22000" y="12168"/>
                    <a:pt x="21946" y="11997"/>
                    <a:pt x="21936" y="11803"/>
                  </a:cubicBezTo>
                  <a:cubicBezTo>
                    <a:pt x="22085" y="11771"/>
                    <a:pt x="22263" y="11685"/>
                    <a:pt x="22467" y="11567"/>
                  </a:cubicBezTo>
                  <a:cubicBezTo>
                    <a:pt x="22580" y="11245"/>
                    <a:pt x="22795" y="11057"/>
                    <a:pt x="23156" y="11057"/>
                  </a:cubicBezTo>
                  <a:lnTo>
                    <a:pt x="23161" y="11057"/>
                  </a:lnTo>
                  <a:cubicBezTo>
                    <a:pt x="23354" y="10992"/>
                    <a:pt x="23520" y="10911"/>
                    <a:pt x="23665" y="10826"/>
                  </a:cubicBezTo>
                  <a:cubicBezTo>
                    <a:pt x="23789" y="10976"/>
                    <a:pt x="23880" y="11126"/>
                    <a:pt x="23939" y="11283"/>
                  </a:cubicBezTo>
                  <a:cubicBezTo>
                    <a:pt x="24879" y="10702"/>
                    <a:pt x="25035" y="9730"/>
                    <a:pt x="25164" y="8918"/>
                  </a:cubicBezTo>
                  <a:cubicBezTo>
                    <a:pt x="25224" y="8521"/>
                    <a:pt x="25283" y="8144"/>
                    <a:pt x="25417" y="7806"/>
                  </a:cubicBezTo>
                  <a:cubicBezTo>
                    <a:pt x="25487" y="7623"/>
                    <a:pt x="25449" y="7415"/>
                    <a:pt x="25325" y="7269"/>
                  </a:cubicBezTo>
                  <a:cubicBezTo>
                    <a:pt x="25224" y="7145"/>
                    <a:pt x="25073" y="7081"/>
                    <a:pt x="24917" y="7081"/>
                  </a:cubicBezTo>
                  <a:cubicBezTo>
                    <a:pt x="24879" y="7081"/>
                    <a:pt x="24847" y="7081"/>
                    <a:pt x="24810" y="7092"/>
                  </a:cubicBezTo>
                  <a:cubicBezTo>
                    <a:pt x="24520" y="7152"/>
                    <a:pt x="24245" y="7199"/>
                    <a:pt x="23987" y="7248"/>
                  </a:cubicBezTo>
                  <a:cubicBezTo>
                    <a:pt x="23429" y="7345"/>
                    <a:pt x="22903" y="7435"/>
                    <a:pt x="22397" y="7608"/>
                  </a:cubicBezTo>
                  <a:cubicBezTo>
                    <a:pt x="22161" y="7688"/>
                    <a:pt x="21968" y="7732"/>
                    <a:pt x="21828" y="7732"/>
                  </a:cubicBezTo>
                  <a:cubicBezTo>
                    <a:pt x="21678" y="7732"/>
                    <a:pt x="21479" y="7732"/>
                    <a:pt x="21296" y="6958"/>
                  </a:cubicBezTo>
                  <a:cubicBezTo>
                    <a:pt x="21011" y="5727"/>
                    <a:pt x="20625" y="4529"/>
                    <a:pt x="20211" y="3256"/>
                  </a:cubicBezTo>
                  <a:cubicBezTo>
                    <a:pt x="20034" y="2703"/>
                    <a:pt x="19851" y="2139"/>
                    <a:pt x="19674" y="1553"/>
                  </a:cubicBezTo>
                  <a:cubicBezTo>
                    <a:pt x="19647" y="1478"/>
                    <a:pt x="19610" y="1419"/>
                    <a:pt x="19561" y="1365"/>
                  </a:cubicBezTo>
                  <a:cubicBezTo>
                    <a:pt x="19561" y="1306"/>
                    <a:pt x="19556" y="1246"/>
                    <a:pt x="19545" y="1177"/>
                  </a:cubicBezTo>
                  <a:cubicBezTo>
                    <a:pt x="19513" y="795"/>
                    <a:pt x="19405" y="527"/>
                    <a:pt x="19260" y="334"/>
                  </a:cubicBezTo>
                  <a:cubicBezTo>
                    <a:pt x="19137" y="172"/>
                    <a:pt x="18986" y="71"/>
                    <a:pt x="18825"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1"/>
            <p:cNvSpPr/>
            <p:nvPr/>
          </p:nvSpPr>
          <p:spPr>
            <a:xfrm>
              <a:off x="6725975" y="1781475"/>
              <a:ext cx="236000" cy="240275"/>
            </a:xfrm>
            <a:custGeom>
              <a:rect b="b" l="l" r="r" t="t"/>
              <a:pathLst>
                <a:path extrusionOk="0" h="9611" w="9440">
                  <a:moveTo>
                    <a:pt x="8049" y="0"/>
                  </a:moveTo>
                  <a:cubicBezTo>
                    <a:pt x="6936" y="167"/>
                    <a:pt x="5867" y="430"/>
                    <a:pt x="4820" y="769"/>
                  </a:cubicBezTo>
                  <a:cubicBezTo>
                    <a:pt x="4208" y="989"/>
                    <a:pt x="3590" y="1208"/>
                    <a:pt x="2971" y="1434"/>
                  </a:cubicBezTo>
                  <a:cubicBezTo>
                    <a:pt x="3026" y="1370"/>
                    <a:pt x="3090" y="1312"/>
                    <a:pt x="3133" y="1241"/>
                  </a:cubicBezTo>
                  <a:cubicBezTo>
                    <a:pt x="3154" y="1208"/>
                    <a:pt x="3144" y="1156"/>
                    <a:pt x="3149" y="1112"/>
                  </a:cubicBezTo>
                  <a:cubicBezTo>
                    <a:pt x="3092" y="1108"/>
                    <a:pt x="3035" y="1106"/>
                    <a:pt x="2979" y="1106"/>
                  </a:cubicBezTo>
                  <a:cubicBezTo>
                    <a:pt x="2102" y="1106"/>
                    <a:pt x="1311" y="1551"/>
                    <a:pt x="464" y="1687"/>
                  </a:cubicBezTo>
                  <a:cubicBezTo>
                    <a:pt x="296" y="1838"/>
                    <a:pt x="184" y="2021"/>
                    <a:pt x="114" y="2257"/>
                  </a:cubicBezTo>
                  <a:cubicBezTo>
                    <a:pt x="50" y="2450"/>
                    <a:pt x="18" y="2681"/>
                    <a:pt x="1" y="2949"/>
                  </a:cubicBezTo>
                  <a:cubicBezTo>
                    <a:pt x="157" y="3901"/>
                    <a:pt x="372" y="5056"/>
                    <a:pt x="511" y="5807"/>
                  </a:cubicBezTo>
                  <a:cubicBezTo>
                    <a:pt x="618" y="6393"/>
                    <a:pt x="861" y="6985"/>
                    <a:pt x="883" y="7565"/>
                  </a:cubicBezTo>
                  <a:cubicBezTo>
                    <a:pt x="888" y="7694"/>
                    <a:pt x="883" y="7823"/>
                    <a:pt x="861" y="7945"/>
                  </a:cubicBezTo>
                  <a:cubicBezTo>
                    <a:pt x="812" y="8267"/>
                    <a:pt x="667" y="8579"/>
                    <a:pt x="367" y="8891"/>
                  </a:cubicBezTo>
                  <a:cubicBezTo>
                    <a:pt x="360" y="8897"/>
                    <a:pt x="469" y="9015"/>
                    <a:pt x="528" y="9080"/>
                  </a:cubicBezTo>
                  <a:cubicBezTo>
                    <a:pt x="469" y="9273"/>
                    <a:pt x="420" y="9445"/>
                    <a:pt x="360" y="9584"/>
                  </a:cubicBezTo>
                  <a:cubicBezTo>
                    <a:pt x="415" y="9601"/>
                    <a:pt x="469" y="9611"/>
                    <a:pt x="528" y="9611"/>
                  </a:cubicBezTo>
                  <a:lnTo>
                    <a:pt x="533" y="9611"/>
                  </a:lnTo>
                  <a:cubicBezTo>
                    <a:pt x="673" y="9611"/>
                    <a:pt x="807" y="9595"/>
                    <a:pt x="930" y="9574"/>
                  </a:cubicBezTo>
                  <a:cubicBezTo>
                    <a:pt x="1360" y="9499"/>
                    <a:pt x="1721" y="9305"/>
                    <a:pt x="1999" y="8993"/>
                  </a:cubicBezTo>
                  <a:cubicBezTo>
                    <a:pt x="3338" y="7500"/>
                    <a:pt x="5067" y="6715"/>
                    <a:pt x="7253" y="6006"/>
                  </a:cubicBezTo>
                  <a:cubicBezTo>
                    <a:pt x="8301" y="5663"/>
                    <a:pt x="8914" y="5388"/>
                    <a:pt x="9219" y="5002"/>
                  </a:cubicBezTo>
                  <a:cubicBezTo>
                    <a:pt x="9333" y="4857"/>
                    <a:pt x="9403" y="4690"/>
                    <a:pt x="9440" y="4503"/>
                  </a:cubicBezTo>
                  <a:cubicBezTo>
                    <a:pt x="9252" y="3766"/>
                    <a:pt x="9053" y="2891"/>
                    <a:pt x="8817" y="2021"/>
                  </a:cubicBezTo>
                  <a:cubicBezTo>
                    <a:pt x="8666" y="1466"/>
                    <a:pt x="8414" y="876"/>
                    <a:pt x="8564" y="441"/>
                  </a:cubicBezTo>
                  <a:cubicBezTo>
                    <a:pt x="8446" y="263"/>
                    <a:pt x="8307" y="134"/>
                    <a:pt x="8156" y="54"/>
                  </a:cubicBezTo>
                  <a:cubicBezTo>
                    <a:pt x="8118" y="33"/>
                    <a:pt x="8081" y="16"/>
                    <a:pt x="8049"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1"/>
            <p:cNvSpPr/>
            <p:nvPr/>
          </p:nvSpPr>
          <p:spPr>
            <a:xfrm>
              <a:off x="6577450" y="2562875"/>
              <a:ext cx="70950" cy="152950"/>
            </a:xfrm>
            <a:custGeom>
              <a:rect b="b" l="l" r="r" t="t"/>
              <a:pathLst>
                <a:path extrusionOk="0" h="6118" w="2838">
                  <a:moveTo>
                    <a:pt x="2337" y="0"/>
                  </a:moveTo>
                  <a:cubicBezTo>
                    <a:pt x="2192" y="85"/>
                    <a:pt x="2026" y="166"/>
                    <a:pt x="1833" y="231"/>
                  </a:cubicBezTo>
                  <a:lnTo>
                    <a:pt x="1828" y="231"/>
                  </a:lnTo>
                  <a:cubicBezTo>
                    <a:pt x="1467" y="231"/>
                    <a:pt x="1252" y="419"/>
                    <a:pt x="1139" y="741"/>
                  </a:cubicBezTo>
                  <a:cubicBezTo>
                    <a:pt x="1144" y="735"/>
                    <a:pt x="1151" y="735"/>
                    <a:pt x="1156" y="730"/>
                  </a:cubicBezTo>
                  <a:lnTo>
                    <a:pt x="1156" y="730"/>
                  </a:lnTo>
                  <a:lnTo>
                    <a:pt x="1151" y="735"/>
                  </a:lnTo>
                  <a:lnTo>
                    <a:pt x="1134" y="747"/>
                  </a:lnTo>
                  <a:lnTo>
                    <a:pt x="1139" y="741"/>
                  </a:lnTo>
                  <a:lnTo>
                    <a:pt x="1139" y="741"/>
                  </a:lnTo>
                  <a:cubicBezTo>
                    <a:pt x="935" y="859"/>
                    <a:pt x="757" y="945"/>
                    <a:pt x="608" y="977"/>
                  </a:cubicBezTo>
                  <a:cubicBezTo>
                    <a:pt x="618" y="1171"/>
                    <a:pt x="672" y="1342"/>
                    <a:pt x="720" y="1493"/>
                  </a:cubicBezTo>
                  <a:cubicBezTo>
                    <a:pt x="725" y="1503"/>
                    <a:pt x="725" y="1515"/>
                    <a:pt x="732" y="1525"/>
                  </a:cubicBezTo>
                  <a:cubicBezTo>
                    <a:pt x="839" y="1858"/>
                    <a:pt x="828" y="1885"/>
                    <a:pt x="737" y="1982"/>
                  </a:cubicBezTo>
                  <a:cubicBezTo>
                    <a:pt x="1" y="2772"/>
                    <a:pt x="38" y="3680"/>
                    <a:pt x="70" y="4560"/>
                  </a:cubicBezTo>
                  <a:cubicBezTo>
                    <a:pt x="87" y="4878"/>
                    <a:pt x="97" y="5210"/>
                    <a:pt x="80" y="5554"/>
                  </a:cubicBezTo>
                  <a:cubicBezTo>
                    <a:pt x="65" y="5790"/>
                    <a:pt x="209" y="6006"/>
                    <a:pt x="430" y="6086"/>
                  </a:cubicBezTo>
                  <a:cubicBezTo>
                    <a:pt x="489" y="6108"/>
                    <a:pt x="548" y="6118"/>
                    <a:pt x="613" y="6118"/>
                  </a:cubicBezTo>
                  <a:cubicBezTo>
                    <a:pt x="779" y="6118"/>
                    <a:pt x="940" y="6038"/>
                    <a:pt x="1042" y="5899"/>
                  </a:cubicBezTo>
                  <a:cubicBezTo>
                    <a:pt x="1892" y="4749"/>
                    <a:pt x="2337" y="3685"/>
                    <a:pt x="2401" y="2648"/>
                  </a:cubicBezTo>
                  <a:cubicBezTo>
                    <a:pt x="2413" y="2487"/>
                    <a:pt x="2472" y="2282"/>
                    <a:pt x="2537" y="2068"/>
                  </a:cubicBezTo>
                  <a:cubicBezTo>
                    <a:pt x="2666" y="1638"/>
                    <a:pt x="2837" y="1042"/>
                    <a:pt x="2611" y="457"/>
                  </a:cubicBezTo>
                  <a:cubicBezTo>
                    <a:pt x="2552" y="300"/>
                    <a:pt x="2461" y="150"/>
                    <a:pt x="2337"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1"/>
            <p:cNvSpPr/>
            <p:nvPr/>
          </p:nvSpPr>
          <p:spPr>
            <a:xfrm>
              <a:off x="322350" y="972150"/>
              <a:ext cx="1107875" cy="919625"/>
            </a:xfrm>
            <a:custGeom>
              <a:rect b="b" l="l" r="r" t="t"/>
              <a:pathLst>
                <a:path extrusionOk="0" h="36785" w="44315">
                  <a:moveTo>
                    <a:pt x="16427" y="6431"/>
                  </a:moveTo>
                  <a:cubicBezTo>
                    <a:pt x="16428" y="6431"/>
                    <a:pt x="16429" y="6431"/>
                    <a:pt x="16430" y="6431"/>
                  </a:cubicBezTo>
                  <a:lnTo>
                    <a:pt x="16430" y="6431"/>
                  </a:lnTo>
                  <a:cubicBezTo>
                    <a:pt x="16429" y="6431"/>
                    <a:pt x="16428" y="6431"/>
                    <a:pt x="16427" y="6431"/>
                  </a:cubicBezTo>
                  <a:close/>
                  <a:moveTo>
                    <a:pt x="10669" y="1"/>
                  </a:moveTo>
                  <a:cubicBezTo>
                    <a:pt x="10347" y="156"/>
                    <a:pt x="10025" y="478"/>
                    <a:pt x="9852" y="1118"/>
                  </a:cubicBezTo>
                  <a:cubicBezTo>
                    <a:pt x="9304" y="3170"/>
                    <a:pt x="8510" y="5190"/>
                    <a:pt x="7736" y="7140"/>
                  </a:cubicBezTo>
                  <a:cubicBezTo>
                    <a:pt x="7134" y="8665"/>
                    <a:pt x="6511" y="10245"/>
                    <a:pt x="6001" y="11841"/>
                  </a:cubicBezTo>
                  <a:cubicBezTo>
                    <a:pt x="5334" y="13941"/>
                    <a:pt x="4179" y="15843"/>
                    <a:pt x="3062" y="17685"/>
                  </a:cubicBezTo>
                  <a:cubicBezTo>
                    <a:pt x="2579" y="18476"/>
                    <a:pt x="2084" y="19292"/>
                    <a:pt x="1627" y="20114"/>
                  </a:cubicBezTo>
                  <a:lnTo>
                    <a:pt x="1605" y="20152"/>
                  </a:lnTo>
                  <a:cubicBezTo>
                    <a:pt x="982" y="21290"/>
                    <a:pt x="489" y="22188"/>
                    <a:pt x="918" y="23563"/>
                  </a:cubicBezTo>
                  <a:cubicBezTo>
                    <a:pt x="935" y="23606"/>
                    <a:pt x="854" y="23745"/>
                    <a:pt x="789" y="23859"/>
                  </a:cubicBezTo>
                  <a:cubicBezTo>
                    <a:pt x="703" y="24008"/>
                    <a:pt x="606" y="24176"/>
                    <a:pt x="558" y="24385"/>
                  </a:cubicBezTo>
                  <a:lnTo>
                    <a:pt x="499" y="24610"/>
                  </a:lnTo>
                  <a:cubicBezTo>
                    <a:pt x="231" y="25652"/>
                    <a:pt x="0" y="26555"/>
                    <a:pt x="494" y="27308"/>
                  </a:cubicBezTo>
                  <a:cubicBezTo>
                    <a:pt x="580" y="27442"/>
                    <a:pt x="687" y="27560"/>
                    <a:pt x="811" y="27667"/>
                  </a:cubicBezTo>
                  <a:cubicBezTo>
                    <a:pt x="967" y="27538"/>
                    <a:pt x="1166" y="27464"/>
                    <a:pt x="1402" y="27442"/>
                  </a:cubicBezTo>
                  <a:cubicBezTo>
                    <a:pt x="1714" y="27625"/>
                    <a:pt x="2143" y="27764"/>
                    <a:pt x="2740" y="27861"/>
                  </a:cubicBezTo>
                  <a:cubicBezTo>
                    <a:pt x="3519" y="27990"/>
                    <a:pt x="4270" y="28290"/>
                    <a:pt x="5039" y="28505"/>
                  </a:cubicBezTo>
                  <a:cubicBezTo>
                    <a:pt x="10432" y="30031"/>
                    <a:pt x="15837" y="31518"/>
                    <a:pt x="21262" y="32921"/>
                  </a:cubicBezTo>
                  <a:cubicBezTo>
                    <a:pt x="21381" y="33018"/>
                    <a:pt x="21478" y="33120"/>
                    <a:pt x="21552" y="33238"/>
                  </a:cubicBezTo>
                  <a:cubicBezTo>
                    <a:pt x="21649" y="33174"/>
                    <a:pt x="21768" y="33120"/>
                    <a:pt x="21902" y="33088"/>
                  </a:cubicBezTo>
                  <a:cubicBezTo>
                    <a:pt x="26270" y="34216"/>
                    <a:pt x="36687" y="36779"/>
                    <a:pt x="36724" y="36784"/>
                  </a:cubicBezTo>
                  <a:cubicBezTo>
                    <a:pt x="36714" y="36747"/>
                    <a:pt x="37299" y="31089"/>
                    <a:pt x="37852" y="28994"/>
                  </a:cubicBezTo>
                  <a:cubicBezTo>
                    <a:pt x="38217" y="27598"/>
                    <a:pt x="38229" y="26093"/>
                    <a:pt x="38873" y="24771"/>
                  </a:cubicBezTo>
                  <a:cubicBezTo>
                    <a:pt x="38921" y="24573"/>
                    <a:pt x="38996" y="24385"/>
                    <a:pt x="39131" y="24196"/>
                  </a:cubicBezTo>
                  <a:cubicBezTo>
                    <a:pt x="39206" y="24089"/>
                    <a:pt x="39318" y="24025"/>
                    <a:pt x="39432" y="23966"/>
                  </a:cubicBezTo>
                  <a:cubicBezTo>
                    <a:pt x="39560" y="23891"/>
                    <a:pt x="39625" y="23810"/>
                    <a:pt x="39662" y="23725"/>
                  </a:cubicBezTo>
                  <a:cubicBezTo>
                    <a:pt x="39625" y="23294"/>
                    <a:pt x="39506" y="22854"/>
                    <a:pt x="39893" y="22493"/>
                  </a:cubicBezTo>
                  <a:cubicBezTo>
                    <a:pt x="39893" y="22564"/>
                    <a:pt x="39898" y="22634"/>
                    <a:pt x="39905" y="22703"/>
                  </a:cubicBezTo>
                  <a:cubicBezTo>
                    <a:pt x="39942" y="22634"/>
                    <a:pt x="39980" y="22564"/>
                    <a:pt x="40012" y="22493"/>
                  </a:cubicBezTo>
                  <a:cubicBezTo>
                    <a:pt x="39980" y="22483"/>
                    <a:pt x="39947" y="22473"/>
                    <a:pt x="39920" y="22456"/>
                  </a:cubicBezTo>
                  <a:cubicBezTo>
                    <a:pt x="39856" y="22262"/>
                    <a:pt x="39796" y="22074"/>
                    <a:pt x="39737" y="21881"/>
                  </a:cubicBezTo>
                  <a:cubicBezTo>
                    <a:pt x="39705" y="21870"/>
                    <a:pt x="39679" y="21860"/>
                    <a:pt x="39647" y="21849"/>
                  </a:cubicBezTo>
                  <a:cubicBezTo>
                    <a:pt x="39453" y="21791"/>
                    <a:pt x="39147" y="21731"/>
                    <a:pt x="39018" y="21548"/>
                  </a:cubicBezTo>
                  <a:cubicBezTo>
                    <a:pt x="38926" y="21419"/>
                    <a:pt x="38899" y="21258"/>
                    <a:pt x="38911" y="21097"/>
                  </a:cubicBezTo>
                  <a:cubicBezTo>
                    <a:pt x="38765" y="20796"/>
                    <a:pt x="38884" y="20554"/>
                    <a:pt x="39104" y="20328"/>
                  </a:cubicBezTo>
                  <a:cubicBezTo>
                    <a:pt x="39136" y="20249"/>
                    <a:pt x="39169" y="20167"/>
                    <a:pt x="39196" y="20092"/>
                  </a:cubicBezTo>
                  <a:cubicBezTo>
                    <a:pt x="39404" y="19517"/>
                    <a:pt x="39603" y="18873"/>
                    <a:pt x="39958" y="18367"/>
                  </a:cubicBezTo>
                  <a:cubicBezTo>
                    <a:pt x="40146" y="18094"/>
                    <a:pt x="40371" y="17879"/>
                    <a:pt x="40640" y="17680"/>
                  </a:cubicBezTo>
                  <a:cubicBezTo>
                    <a:pt x="41150" y="17315"/>
                    <a:pt x="41510" y="16971"/>
                    <a:pt x="41817" y="16418"/>
                  </a:cubicBezTo>
                  <a:cubicBezTo>
                    <a:pt x="42097" y="15924"/>
                    <a:pt x="42354" y="15414"/>
                    <a:pt x="42692" y="14957"/>
                  </a:cubicBezTo>
                  <a:cubicBezTo>
                    <a:pt x="42982" y="14570"/>
                    <a:pt x="43321" y="14231"/>
                    <a:pt x="43612" y="13834"/>
                  </a:cubicBezTo>
                  <a:cubicBezTo>
                    <a:pt x="43605" y="13829"/>
                    <a:pt x="43600" y="13823"/>
                    <a:pt x="43600" y="13823"/>
                  </a:cubicBezTo>
                  <a:cubicBezTo>
                    <a:pt x="43647" y="13719"/>
                    <a:pt x="43688" y="13591"/>
                    <a:pt x="43787" y="13591"/>
                  </a:cubicBezTo>
                  <a:cubicBezTo>
                    <a:pt x="43791" y="13591"/>
                    <a:pt x="43795" y="13591"/>
                    <a:pt x="43799" y="13592"/>
                  </a:cubicBezTo>
                  <a:cubicBezTo>
                    <a:pt x="43826" y="13559"/>
                    <a:pt x="43858" y="13527"/>
                    <a:pt x="43885" y="13495"/>
                  </a:cubicBezTo>
                  <a:cubicBezTo>
                    <a:pt x="43869" y="13318"/>
                    <a:pt x="43992" y="13210"/>
                    <a:pt x="44175" y="13130"/>
                  </a:cubicBezTo>
                  <a:cubicBezTo>
                    <a:pt x="44175" y="13130"/>
                    <a:pt x="44175" y="13135"/>
                    <a:pt x="44180" y="13135"/>
                  </a:cubicBezTo>
                  <a:cubicBezTo>
                    <a:pt x="44229" y="13066"/>
                    <a:pt x="44277" y="12991"/>
                    <a:pt x="44314" y="12915"/>
                  </a:cubicBezTo>
                  <a:lnTo>
                    <a:pt x="44314" y="12915"/>
                  </a:lnTo>
                  <a:cubicBezTo>
                    <a:pt x="44277" y="12964"/>
                    <a:pt x="44239" y="13017"/>
                    <a:pt x="44192" y="13066"/>
                  </a:cubicBezTo>
                  <a:cubicBezTo>
                    <a:pt x="44197" y="12738"/>
                    <a:pt x="44197" y="12404"/>
                    <a:pt x="44202" y="12077"/>
                  </a:cubicBezTo>
                  <a:cubicBezTo>
                    <a:pt x="44024" y="11856"/>
                    <a:pt x="43756" y="11754"/>
                    <a:pt x="43483" y="11551"/>
                  </a:cubicBezTo>
                  <a:cubicBezTo>
                    <a:pt x="43450" y="11529"/>
                    <a:pt x="43423" y="11497"/>
                    <a:pt x="43396" y="11470"/>
                  </a:cubicBezTo>
                  <a:cubicBezTo>
                    <a:pt x="43079" y="11357"/>
                    <a:pt x="42923" y="11083"/>
                    <a:pt x="42875" y="10702"/>
                  </a:cubicBezTo>
                  <a:cubicBezTo>
                    <a:pt x="42784" y="10514"/>
                    <a:pt x="42697" y="10326"/>
                    <a:pt x="42601" y="10148"/>
                  </a:cubicBezTo>
                  <a:cubicBezTo>
                    <a:pt x="42596" y="10138"/>
                    <a:pt x="42590" y="10122"/>
                    <a:pt x="42585" y="10111"/>
                  </a:cubicBezTo>
                  <a:cubicBezTo>
                    <a:pt x="40087" y="9681"/>
                    <a:pt x="37674" y="8908"/>
                    <a:pt x="35214" y="8343"/>
                  </a:cubicBezTo>
                  <a:cubicBezTo>
                    <a:pt x="34636" y="8213"/>
                    <a:pt x="34052" y="7965"/>
                    <a:pt x="33455" y="7965"/>
                  </a:cubicBezTo>
                  <a:cubicBezTo>
                    <a:pt x="33115" y="7965"/>
                    <a:pt x="32771" y="8046"/>
                    <a:pt x="32420" y="8273"/>
                  </a:cubicBezTo>
                  <a:cubicBezTo>
                    <a:pt x="32346" y="8323"/>
                    <a:pt x="32248" y="8352"/>
                    <a:pt x="32144" y="8352"/>
                  </a:cubicBezTo>
                  <a:cubicBezTo>
                    <a:pt x="31958" y="8352"/>
                    <a:pt x="31754" y="8260"/>
                    <a:pt x="31636" y="8042"/>
                  </a:cubicBezTo>
                  <a:cubicBezTo>
                    <a:pt x="31594" y="8037"/>
                    <a:pt x="31551" y="8035"/>
                    <a:pt x="31507" y="8035"/>
                  </a:cubicBezTo>
                  <a:cubicBezTo>
                    <a:pt x="31376" y="8035"/>
                    <a:pt x="31240" y="8053"/>
                    <a:pt x="31109" y="8053"/>
                  </a:cubicBezTo>
                  <a:cubicBezTo>
                    <a:pt x="30907" y="8053"/>
                    <a:pt x="30716" y="8009"/>
                    <a:pt x="30573" y="7785"/>
                  </a:cubicBezTo>
                  <a:cubicBezTo>
                    <a:pt x="30230" y="7882"/>
                    <a:pt x="29887" y="7915"/>
                    <a:pt x="29544" y="7915"/>
                  </a:cubicBezTo>
                  <a:cubicBezTo>
                    <a:pt x="28993" y="7915"/>
                    <a:pt x="28442" y="7829"/>
                    <a:pt x="27892" y="7779"/>
                  </a:cubicBezTo>
                  <a:cubicBezTo>
                    <a:pt x="27554" y="8237"/>
                    <a:pt x="27183" y="8392"/>
                    <a:pt x="26796" y="8392"/>
                  </a:cubicBezTo>
                  <a:cubicBezTo>
                    <a:pt x="26382" y="8392"/>
                    <a:pt x="25950" y="8215"/>
                    <a:pt x="25517" y="8037"/>
                  </a:cubicBezTo>
                  <a:lnTo>
                    <a:pt x="25517" y="8053"/>
                  </a:lnTo>
                  <a:lnTo>
                    <a:pt x="25502" y="8037"/>
                  </a:lnTo>
                  <a:lnTo>
                    <a:pt x="25502" y="8037"/>
                  </a:lnTo>
                  <a:cubicBezTo>
                    <a:pt x="25507" y="8048"/>
                    <a:pt x="25517" y="8053"/>
                    <a:pt x="25517" y="8053"/>
                  </a:cubicBezTo>
                  <a:cubicBezTo>
                    <a:pt x="25254" y="7951"/>
                    <a:pt x="25066" y="7774"/>
                    <a:pt x="24964" y="7511"/>
                  </a:cubicBezTo>
                  <a:cubicBezTo>
                    <a:pt x="24674" y="7516"/>
                    <a:pt x="24389" y="7516"/>
                    <a:pt x="24099" y="7516"/>
                  </a:cubicBezTo>
                  <a:cubicBezTo>
                    <a:pt x="24072" y="7489"/>
                    <a:pt x="24040" y="7467"/>
                    <a:pt x="24014" y="7452"/>
                  </a:cubicBezTo>
                  <a:cubicBezTo>
                    <a:pt x="23954" y="7415"/>
                    <a:pt x="23890" y="7388"/>
                    <a:pt x="23826" y="7376"/>
                  </a:cubicBezTo>
                  <a:cubicBezTo>
                    <a:pt x="23793" y="7371"/>
                    <a:pt x="23761" y="7366"/>
                    <a:pt x="23729" y="7366"/>
                  </a:cubicBezTo>
                  <a:cubicBezTo>
                    <a:pt x="23713" y="7365"/>
                    <a:pt x="23698" y="7364"/>
                    <a:pt x="23682" y="7364"/>
                  </a:cubicBezTo>
                  <a:cubicBezTo>
                    <a:pt x="23457" y="7364"/>
                    <a:pt x="23220" y="7449"/>
                    <a:pt x="22997" y="7449"/>
                  </a:cubicBezTo>
                  <a:cubicBezTo>
                    <a:pt x="22843" y="7449"/>
                    <a:pt x="22696" y="7409"/>
                    <a:pt x="22563" y="7274"/>
                  </a:cubicBezTo>
                  <a:cubicBezTo>
                    <a:pt x="20554" y="6706"/>
                    <a:pt x="18450" y="6887"/>
                    <a:pt x="16430" y="6431"/>
                  </a:cubicBezTo>
                  <a:lnTo>
                    <a:pt x="16430" y="6431"/>
                  </a:lnTo>
                  <a:cubicBezTo>
                    <a:pt x="16433" y="6433"/>
                    <a:pt x="16434" y="6437"/>
                    <a:pt x="16439" y="6441"/>
                  </a:cubicBezTo>
                  <a:cubicBezTo>
                    <a:pt x="16372" y="6451"/>
                    <a:pt x="16308" y="6457"/>
                    <a:pt x="16247" y="6457"/>
                  </a:cubicBezTo>
                  <a:cubicBezTo>
                    <a:pt x="15857" y="6457"/>
                    <a:pt x="15572" y="6253"/>
                    <a:pt x="15358" y="5910"/>
                  </a:cubicBezTo>
                  <a:cubicBezTo>
                    <a:pt x="15182" y="5900"/>
                    <a:pt x="15090" y="5808"/>
                    <a:pt x="15085" y="5630"/>
                  </a:cubicBezTo>
                  <a:cubicBezTo>
                    <a:pt x="14526" y="4997"/>
                    <a:pt x="14800" y="4212"/>
                    <a:pt x="14870" y="3540"/>
                  </a:cubicBezTo>
                  <a:cubicBezTo>
                    <a:pt x="14929" y="2972"/>
                    <a:pt x="14719" y="2451"/>
                    <a:pt x="14816" y="1908"/>
                  </a:cubicBezTo>
                  <a:lnTo>
                    <a:pt x="14816" y="1908"/>
                  </a:lnTo>
                  <a:cubicBezTo>
                    <a:pt x="14723" y="1932"/>
                    <a:pt x="14634" y="1945"/>
                    <a:pt x="14550" y="1945"/>
                  </a:cubicBezTo>
                  <a:cubicBezTo>
                    <a:pt x="14339" y="1945"/>
                    <a:pt x="14160" y="1860"/>
                    <a:pt x="14021" y="1645"/>
                  </a:cubicBezTo>
                  <a:cubicBezTo>
                    <a:pt x="13979" y="1649"/>
                    <a:pt x="13937" y="1651"/>
                    <a:pt x="13897" y="1651"/>
                  </a:cubicBezTo>
                  <a:cubicBezTo>
                    <a:pt x="13210" y="1651"/>
                    <a:pt x="12840" y="1035"/>
                    <a:pt x="12313" y="736"/>
                  </a:cubicBezTo>
                  <a:cubicBezTo>
                    <a:pt x="11996" y="549"/>
                    <a:pt x="11706" y="441"/>
                    <a:pt x="11453" y="403"/>
                  </a:cubicBezTo>
                  <a:cubicBezTo>
                    <a:pt x="11211" y="264"/>
                    <a:pt x="10970" y="140"/>
                    <a:pt x="10722" y="27"/>
                  </a:cubicBezTo>
                  <a:cubicBezTo>
                    <a:pt x="10707" y="16"/>
                    <a:pt x="10690" y="6"/>
                    <a:pt x="10669" y="1"/>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1"/>
            <p:cNvSpPr/>
            <p:nvPr/>
          </p:nvSpPr>
          <p:spPr>
            <a:xfrm>
              <a:off x="732625" y="1132775"/>
              <a:ext cx="425" cy="275"/>
            </a:xfrm>
            <a:custGeom>
              <a:rect b="b" l="l" r="r" t="t"/>
              <a:pathLst>
                <a:path extrusionOk="0" h="11" w="17">
                  <a:moveTo>
                    <a:pt x="1" y="1"/>
                  </a:moveTo>
                  <a:cubicBezTo>
                    <a:pt x="1" y="1"/>
                    <a:pt x="6" y="6"/>
                    <a:pt x="16" y="11"/>
                  </a:cubicBezTo>
                  <a:lnTo>
                    <a:pt x="1"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1"/>
            <p:cNvSpPr/>
            <p:nvPr/>
          </p:nvSpPr>
          <p:spPr>
            <a:xfrm>
              <a:off x="1572700" y="777150"/>
              <a:ext cx="1386975" cy="838925"/>
            </a:xfrm>
            <a:custGeom>
              <a:rect b="b" l="l" r="r" t="t"/>
              <a:pathLst>
                <a:path extrusionOk="0" h="33557" w="55479">
                  <a:moveTo>
                    <a:pt x="920" y="1"/>
                  </a:moveTo>
                  <a:lnTo>
                    <a:pt x="920" y="16"/>
                  </a:lnTo>
                  <a:cubicBezTo>
                    <a:pt x="715" y="2014"/>
                    <a:pt x="0" y="3986"/>
                    <a:pt x="253" y="6006"/>
                  </a:cubicBezTo>
                  <a:cubicBezTo>
                    <a:pt x="425" y="6479"/>
                    <a:pt x="662" y="6956"/>
                    <a:pt x="774" y="7452"/>
                  </a:cubicBezTo>
                  <a:cubicBezTo>
                    <a:pt x="1215" y="7774"/>
                    <a:pt x="1145" y="8101"/>
                    <a:pt x="801" y="8429"/>
                  </a:cubicBezTo>
                  <a:cubicBezTo>
                    <a:pt x="747" y="8885"/>
                    <a:pt x="689" y="9326"/>
                    <a:pt x="940" y="9761"/>
                  </a:cubicBezTo>
                  <a:cubicBezTo>
                    <a:pt x="952" y="9772"/>
                    <a:pt x="962" y="9788"/>
                    <a:pt x="973" y="9805"/>
                  </a:cubicBezTo>
                  <a:cubicBezTo>
                    <a:pt x="1134" y="9922"/>
                    <a:pt x="1247" y="10073"/>
                    <a:pt x="1306" y="10256"/>
                  </a:cubicBezTo>
                  <a:cubicBezTo>
                    <a:pt x="1441" y="10400"/>
                    <a:pt x="1585" y="10534"/>
                    <a:pt x="1736" y="10670"/>
                  </a:cubicBezTo>
                  <a:cubicBezTo>
                    <a:pt x="2316" y="11169"/>
                    <a:pt x="2778" y="11647"/>
                    <a:pt x="3047" y="12378"/>
                  </a:cubicBezTo>
                  <a:cubicBezTo>
                    <a:pt x="3288" y="13028"/>
                    <a:pt x="3439" y="13758"/>
                    <a:pt x="3895" y="14285"/>
                  </a:cubicBezTo>
                  <a:cubicBezTo>
                    <a:pt x="3997" y="14441"/>
                    <a:pt x="4153" y="14558"/>
                    <a:pt x="4438" y="14747"/>
                  </a:cubicBezTo>
                  <a:cubicBezTo>
                    <a:pt x="4798" y="15004"/>
                    <a:pt x="5158" y="15240"/>
                    <a:pt x="5400" y="15547"/>
                  </a:cubicBezTo>
                  <a:cubicBezTo>
                    <a:pt x="5443" y="15569"/>
                    <a:pt x="5480" y="15590"/>
                    <a:pt x="5517" y="15612"/>
                  </a:cubicBezTo>
                  <a:cubicBezTo>
                    <a:pt x="5631" y="15671"/>
                    <a:pt x="5738" y="15741"/>
                    <a:pt x="5835" y="15810"/>
                  </a:cubicBezTo>
                  <a:cubicBezTo>
                    <a:pt x="5943" y="16078"/>
                    <a:pt x="5980" y="16363"/>
                    <a:pt x="5948" y="16681"/>
                  </a:cubicBezTo>
                  <a:cubicBezTo>
                    <a:pt x="5878" y="16745"/>
                    <a:pt x="5787" y="16809"/>
                    <a:pt x="5673" y="16874"/>
                  </a:cubicBezTo>
                  <a:cubicBezTo>
                    <a:pt x="5749" y="16638"/>
                    <a:pt x="5749" y="16450"/>
                    <a:pt x="5700" y="16299"/>
                  </a:cubicBezTo>
                  <a:lnTo>
                    <a:pt x="5700" y="16299"/>
                  </a:lnTo>
                  <a:cubicBezTo>
                    <a:pt x="5711" y="16401"/>
                    <a:pt x="5711" y="16504"/>
                    <a:pt x="5700" y="16621"/>
                  </a:cubicBezTo>
                  <a:cubicBezTo>
                    <a:pt x="5690" y="16740"/>
                    <a:pt x="5673" y="16852"/>
                    <a:pt x="5653" y="16971"/>
                  </a:cubicBezTo>
                  <a:cubicBezTo>
                    <a:pt x="5690" y="17142"/>
                    <a:pt x="5700" y="17298"/>
                    <a:pt x="5550" y="17379"/>
                  </a:cubicBezTo>
                  <a:cubicBezTo>
                    <a:pt x="5363" y="18061"/>
                    <a:pt x="5051" y="18716"/>
                    <a:pt x="4895" y="19398"/>
                  </a:cubicBezTo>
                  <a:cubicBezTo>
                    <a:pt x="4803" y="19792"/>
                    <a:pt x="4739" y="20189"/>
                    <a:pt x="4728" y="20591"/>
                  </a:cubicBezTo>
                  <a:cubicBezTo>
                    <a:pt x="4744" y="20662"/>
                    <a:pt x="4766" y="20726"/>
                    <a:pt x="4798" y="20796"/>
                  </a:cubicBezTo>
                  <a:cubicBezTo>
                    <a:pt x="4771" y="20752"/>
                    <a:pt x="4750" y="20715"/>
                    <a:pt x="4728" y="20672"/>
                  </a:cubicBezTo>
                  <a:lnTo>
                    <a:pt x="4728" y="20710"/>
                  </a:lnTo>
                  <a:cubicBezTo>
                    <a:pt x="4728" y="20855"/>
                    <a:pt x="4674" y="21005"/>
                    <a:pt x="4535" y="21075"/>
                  </a:cubicBezTo>
                  <a:cubicBezTo>
                    <a:pt x="4314" y="21188"/>
                    <a:pt x="3950" y="21446"/>
                    <a:pt x="3766" y="21741"/>
                  </a:cubicBezTo>
                  <a:lnTo>
                    <a:pt x="3766" y="22386"/>
                  </a:lnTo>
                  <a:cubicBezTo>
                    <a:pt x="3794" y="22418"/>
                    <a:pt x="3826" y="22450"/>
                    <a:pt x="3863" y="22482"/>
                  </a:cubicBezTo>
                  <a:cubicBezTo>
                    <a:pt x="4071" y="22657"/>
                    <a:pt x="4303" y="22717"/>
                    <a:pt x="4542" y="22717"/>
                  </a:cubicBezTo>
                  <a:cubicBezTo>
                    <a:pt x="4804" y="22717"/>
                    <a:pt x="5074" y="22644"/>
                    <a:pt x="5330" y="22569"/>
                  </a:cubicBezTo>
                  <a:cubicBezTo>
                    <a:pt x="5552" y="22507"/>
                    <a:pt x="5808" y="22434"/>
                    <a:pt x="6052" y="22434"/>
                  </a:cubicBezTo>
                  <a:cubicBezTo>
                    <a:pt x="6062" y="22434"/>
                    <a:pt x="6072" y="22435"/>
                    <a:pt x="6082" y="22435"/>
                  </a:cubicBezTo>
                  <a:cubicBezTo>
                    <a:pt x="6141" y="22370"/>
                    <a:pt x="6201" y="22311"/>
                    <a:pt x="6276" y="22230"/>
                  </a:cubicBezTo>
                  <a:cubicBezTo>
                    <a:pt x="6399" y="22289"/>
                    <a:pt x="6555" y="22311"/>
                    <a:pt x="6598" y="22391"/>
                  </a:cubicBezTo>
                  <a:cubicBezTo>
                    <a:pt x="6640" y="22467"/>
                    <a:pt x="6620" y="22557"/>
                    <a:pt x="6523" y="22569"/>
                  </a:cubicBezTo>
                  <a:cubicBezTo>
                    <a:pt x="6544" y="22584"/>
                    <a:pt x="6571" y="22596"/>
                    <a:pt x="6593" y="22611"/>
                  </a:cubicBezTo>
                  <a:cubicBezTo>
                    <a:pt x="7592" y="23466"/>
                    <a:pt x="7377" y="25110"/>
                    <a:pt x="7382" y="26281"/>
                  </a:cubicBezTo>
                  <a:cubicBezTo>
                    <a:pt x="7382" y="27533"/>
                    <a:pt x="7694" y="28810"/>
                    <a:pt x="8167" y="29971"/>
                  </a:cubicBezTo>
                  <a:cubicBezTo>
                    <a:pt x="8430" y="30610"/>
                    <a:pt x="8757" y="31352"/>
                    <a:pt x="9311" y="31798"/>
                  </a:cubicBezTo>
                  <a:cubicBezTo>
                    <a:pt x="9595" y="32027"/>
                    <a:pt x="9884" y="32102"/>
                    <a:pt x="10178" y="32102"/>
                  </a:cubicBezTo>
                  <a:cubicBezTo>
                    <a:pt x="10256" y="32102"/>
                    <a:pt x="10333" y="32097"/>
                    <a:pt x="10412" y="32088"/>
                  </a:cubicBezTo>
                  <a:cubicBezTo>
                    <a:pt x="10717" y="31828"/>
                    <a:pt x="11035" y="31750"/>
                    <a:pt x="11353" y="31750"/>
                  </a:cubicBezTo>
                  <a:cubicBezTo>
                    <a:pt x="11832" y="31750"/>
                    <a:pt x="12311" y="31927"/>
                    <a:pt x="12749" y="31927"/>
                  </a:cubicBezTo>
                  <a:cubicBezTo>
                    <a:pt x="12842" y="31927"/>
                    <a:pt x="12933" y="31919"/>
                    <a:pt x="13023" y="31900"/>
                  </a:cubicBezTo>
                  <a:lnTo>
                    <a:pt x="13023" y="31900"/>
                  </a:lnTo>
                  <a:cubicBezTo>
                    <a:pt x="13002" y="31916"/>
                    <a:pt x="12975" y="31927"/>
                    <a:pt x="12948" y="31944"/>
                  </a:cubicBezTo>
                  <a:cubicBezTo>
                    <a:pt x="13028" y="31944"/>
                    <a:pt x="13114" y="31944"/>
                    <a:pt x="13195" y="31937"/>
                  </a:cubicBezTo>
                  <a:lnTo>
                    <a:pt x="13233" y="31937"/>
                  </a:lnTo>
                  <a:cubicBezTo>
                    <a:pt x="13206" y="31922"/>
                    <a:pt x="13184" y="31905"/>
                    <a:pt x="13163" y="31884"/>
                  </a:cubicBezTo>
                  <a:lnTo>
                    <a:pt x="13163" y="31884"/>
                  </a:lnTo>
                  <a:cubicBezTo>
                    <a:pt x="13208" y="31888"/>
                    <a:pt x="13253" y="31889"/>
                    <a:pt x="13299" y="31889"/>
                  </a:cubicBezTo>
                  <a:cubicBezTo>
                    <a:pt x="13578" y="31889"/>
                    <a:pt x="13865" y="31836"/>
                    <a:pt x="14144" y="31836"/>
                  </a:cubicBezTo>
                  <a:cubicBezTo>
                    <a:pt x="14410" y="31836"/>
                    <a:pt x="14669" y="31884"/>
                    <a:pt x="14909" y="32072"/>
                  </a:cubicBezTo>
                  <a:cubicBezTo>
                    <a:pt x="15161" y="32122"/>
                    <a:pt x="15414" y="32163"/>
                    <a:pt x="15655" y="32163"/>
                  </a:cubicBezTo>
                  <a:cubicBezTo>
                    <a:pt x="16063" y="32163"/>
                    <a:pt x="16437" y="32047"/>
                    <a:pt x="16714" y="31659"/>
                  </a:cubicBezTo>
                  <a:cubicBezTo>
                    <a:pt x="16843" y="31476"/>
                    <a:pt x="16977" y="31374"/>
                    <a:pt x="17106" y="31331"/>
                  </a:cubicBezTo>
                  <a:cubicBezTo>
                    <a:pt x="17240" y="31207"/>
                    <a:pt x="17353" y="31143"/>
                    <a:pt x="17455" y="31126"/>
                  </a:cubicBezTo>
                  <a:cubicBezTo>
                    <a:pt x="17515" y="31138"/>
                    <a:pt x="17573" y="31153"/>
                    <a:pt x="17632" y="31170"/>
                  </a:cubicBezTo>
                  <a:cubicBezTo>
                    <a:pt x="17740" y="31245"/>
                    <a:pt x="17820" y="31406"/>
                    <a:pt x="17879" y="31653"/>
                  </a:cubicBezTo>
                  <a:cubicBezTo>
                    <a:pt x="18148" y="31927"/>
                    <a:pt x="18390" y="32298"/>
                    <a:pt x="18583" y="32566"/>
                  </a:cubicBezTo>
                  <a:cubicBezTo>
                    <a:pt x="18611" y="32604"/>
                    <a:pt x="18631" y="32641"/>
                    <a:pt x="18658" y="32673"/>
                  </a:cubicBezTo>
                  <a:cubicBezTo>
                    <a:pt x="19030" y="32078"/>
                    <a:pt x="18981" y="31379"/>
                    <a:pt x="19050" y="30707"/>
                  </a:cubicBezTo>
                  <a:cubicBezTo>
                    <a:pt x="19117" y="30050"/>
                    <a:pt x="19379" y="29722"/>
                    <a:pt x="19993" y="29722"/>
                  </a:cubicBezTo>
                  <a:cubicBezTo>
                    <a:pt x="20077" y="29722"/>
                    <a:pt x="20167" y="29728"/>
                    <a:pt x="20265" y="29740"/>
                  </a:cubicBezTo>
                  <a:cubicBezTo>
                    <a:pt x="24272" y="30246"/>
                    <a:pt x="28280" y="30707"/>
                    <a:pt x="32288" y="31185"/>
                  </a:cubicBezTo>
                  <a:cubicBezTo>
                    <a:pt x="36424" y="31679"/>
                    <a:pt x="40561" y="32185"/>
                    <a:pt x="44703" y="32668"/>
                  </a:cubicBezTo>
                  <a:cubicBezTo>
                    <a:pt x="47212" y="32963"/>
                    <a:pt x="49731" y="33211"/>
                    <a:pt x="52240" y="33533"/>
                  </a:cubicBezTo>
                  <a:cubicBezTo>
                    <a:pt x="52364" y="33548"/>
                    <a:pt x="52476" y="33557"/>
                    <a:pt x="52576" y="33557"/>
                  </a:cubicBezTo>
                  <a:cubicBezTo>
                    <a:pt x="52696" y="33557"/>
                    <a:pt x="52799" y="33544"/>
                    <a:pt x="52885" y="33511"/>
                  </a:cubicBezTo>
                  <a:cubicBezTo>
                    <a:pt x="52917" y="33528"/>
                    <a:pt x="52944" y="33538"/>
                    <a:pt x="52976" y="33555"/>
                  </a:cubicBezTo>
                  <a:cubicBezTo>
                    <a:pt x="52976" y="33523"/>
                    <a:pt x="52981" y="33491"/>
                    <a:pt x="52981" y="33459"/>
                  </a:cubicBezTo>
                  <a:cubicBezTo>
                    <a:pt x="53137" y="33355"/>
                    <a:pt x="53217" y="33146"/>
                    <a:pt x="53234" y="32782"/>
                  </a:cubicBezTo>
                  <a:cubicBezTo>
                    <a:pt x="53261" y="32276"/>
                    <a:pt x="53341" y="31771"/>
                    <a:pt x="53460" y="31272"/>
                  </a:cubicBezTo>
                  <a:cubicBezTo>
                    <a:pt x="53519" y="30848"/>
                    <a:pt x="53594" y="30422"/>
                    <a:pt x="53616" y="29993"/>
                  </a:cubicBezTo>
                  <a:cubicBezTo>
                    <a:pt x="53626" y="29762"/>
                    <a:pt x="53631" y="29536"/>
                    <a:pt x="53653" y="29311"/>
                  </a:cubicBezTo>
                  <a:lnTo>
                    <a:pt x="53653" y="29311"/>
                  </a:lnTo>
                  <a:cubicBezTo>
                    <a:pt x="53648" y="29316"/>
                    <a:pt x="53642" y="29326"/>
                    <a:pt x="53631" y="29333"/>
                  </a:cubicBezTo>
                  <a:cubicBezTo>
                    <a:pt x="53728" y="28714"/>
                    <a:pt x="53809" y="28161"/>
                    <a:pt x="53889" y="27635"/>
                  </a:cubicBezTo>
                  <a:lnTo>
                    <a:pt x="53889" y="27275"/>
                  </a:lnTo>
                  <a:cubicBezTo>
                    <a:pt x="53921" y="27226"/>
                    <a:pt x="53948" y="27183"/>
                    <a:pt x="53986" y="27141"/>
                  </a:cubicBezTo>
                  <a:cubicBezTo>
                    <a:pt x="53970" y="27114"/>
                    <a:pt x="53959" y="27087"/>
                    <a:pt x="53943" y="27060"/>
                  </a:cubicBezTo>
                  <a:cubicBezTo>
                    <a:pt x="53954" y="27049"/>
                    <a:pt x="53964" y="27038"/>
                    <a:pt x="53976" y="27033"/>
                  </a:cubicBezTo>
                  <a:cubicBezTo>
                    <a:pt x="54055" y="26506"/>
                    <a:pt x="54132" y="26013"/>
                    <a:pt x="54201" y="25512"/>
                  </a:cubicBezTo>
                  <a:cubicBezTo>
                    <a:pt x="54190" y="25195"/>
                    <a:pt x="54260" y="24890"/>
                    <a:pt x="54335" y="24578"/>
                  </a:cubicBezTo>
                  <a:cubicBezTo>
                    <a:pt x="54362" y="24465"/>
                    <a:pt x="54395" y="24352"/>
                    <a:pt x="54422" y="24233"/>
                  </a:cubicBezTo>
                  <a:cubicBezTo>
                    <a:pt x="54454" y="24104"/>
                    <a:pt x="54480" y="23970"/>
                    <a:pt x="54502" y="23836"/>
                  </a:cubicBezTo>
                  <a:cubicBezTo>
                    <a:pt x="54502" y="23821"/>
                    <a:pt x="54507" y="23804"/>
                    <a:pt x="54507" y="23789"/>
                  </a:cubicBezTo>
                  <a:cubicBezTo>
                    <a:pt x="54544" y="23536"/>
                    <a:pt x="54544" y="23278"/>
                    <a:pt x="54480" y="23015"/>
                  </a:cubicBezTo>
                  <a:cubicBezTo>
                    <a:pt x="54330" y="21134"/>
                    <a:pt x="54260" y="19264"/>
                    <a:pt x="55012" y="17476"/>
                  </a:cubicBezTo>
                  <a:lnTo>
                    <a:pt x="55012" y="16078"/>
                  </a:lnTo>
                  <a:cubicBezTo>
                    <a:pt x="54658" y="15864"/>
                    <a:pt x="54802" y="15520"/>
                    <a:pt x="54824" y="15235"/>
                  </a:cubicBezTo>
                  <a:cubicBezTo>
                    <a:pt x="55012" y="12711"/>
                    <a:pt x="55178" y="10186"/>
                    <a:pt x="55447" y="7666"/>
                  </a:cubicBezTo>
                  <a:cubicBezTo>
                    <a:pt x="55479" y="7343"/>
                    <a:pt x="55469" y="7124"/>
                    <a:pt x="55377" y="6973"/>
                  </a:cubicBezTo>
                  <a:cubicBezTo>
                    <a:pt x="53701" y="6877"/>
                    <a:pt x="52042" y="6785"/>
                    <a:pt x="50408" y="6737"/>
                  </a:cubicBezTo>
                  <a:cubicBezTo>
                    <a:pt x="41303" y="6473"/>
                    <a:pt x="31745" y="5082"/>
                    <a:pt x="22821" y="3304"/>
                  </a:cubicBezTo>
                  <a:cubicBezTo>
                    <a:pt x="20377" y="2820"/>
                    <a:pt x="17986" y="2111"/>
                    <a:pt x="15548" y="1601"/>
                  </a:cubicBezTo>
                  <a:lnTo>
                    <a:pt x="15548" y="1601"/>
                  </a:lnTo>
                  <a:cubicBezTo>
                    <a:pt x="15549" y="1601"/>
                    <a:pt x="15549" y="1601"/>
                    <a:pt x="15549" y="1601"/>
                  </a:cubicBezTo>
                  <a:cubicBezTo>
                    <a:pt x="15525" y="1601"/>
                    <a:pt x="12773" y="1212"/>
                    <a:pt x="13187" y="1212"/>
                  </a:cubicBezTo>
                  <a:cubicBezTo>
                    <a:pt x="13258" y="1212"/>
                    <a:pt x="13425" y="1224"/>
                    <a:pt x="13716" y="1251"/>
                  </a:cubicBezTo>
                  <a:cubicBezTo>
                    <a:pt x="12899" y="1171"/>
                    <a:pt x="12088" y="1096"/>
                    <a:pt x="11272" y="1037"/>
                  </a:cubicBezTo>
                  <a:cubicBezTo>
                    <a:pt x="7914" y="779"/>
                    <a:pt x="4304" y="698"/>
                    <a:pt x="920"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1"/>
            <p:cNvSpPr/>
            <p:nvPr/>
          </p:nvSpPr>
          <p:spPr>
            <a:xfrm>
              <a:off x="2853300" y="1957275"/>
              <a:ext cx="1112350" cy="564100"/>
            </a:xfrm>
            <a:custGeom>
              <a:rect b="b" l="l" r="r" t="t"/>
              <a:pathLst>
                <a:path extrusionOk="0" h="22564" w="44494">
                  <a:moveTo>
                    <a:pt x="1425" y="0"/>
                  </a:moveTo>
                  <a:cubicBezTo>
                    <a:pt x="1418" y="38"/>
                    <a:pt x="1418" y="75"/>
                    <a:pt x="1413" y="107"/>
                  </a:cubicBezTo>
                  <a:cubicBezTo>
                    <a:pt x="1403" y="263"/>
                    <a:pt x="1393" y="424"/>
                    <a:pt x="1381" y="580"/>
                  </a:cubicBezTo>
                  <a:cubicBezTo>
                    <a:pt x="1199" y="720"/>
                    <a:pt x="1102" y="978"/>
                    <a:pt x="1070" y="1435"/>
                  </a:cubicBezTo>
                  <a:cubicBezTo>
                    <a:pt x="818" y="5335"/>
                    <a:pt x="484" y="9236"/>
                    <a:pt x="129" y="13129"/>
                  </a:cubicBezTo>
                  <a:cubicBezTo>
                    <a:pt x="114" y="13291"/>
                    <a:pt x="119" y="13420"/>
                    <a:pt x="129" y="13533"/>
                  </a:cubicBezTo>
                  <a:cubicBezTo>
                    <a:pt x="92" y="13613"/>
                    <a:pt x="49" y="13684"/>
                    <a:pt x="0" y="13753"/>
                  </a:cubicBezTo>
                  <a:cubicBezTo>
                    <a:pt x="71" y="13759"/>
                    <a:pt x="141" y="13764"/>
                    <a:pt x="205" y="13774"/>
                  </a:cubicBezTo>
                  <a:cubicBezTo>
                    <a:pt x="322" y="13979"/>
                    <a:pt x="560" y="14054"/>
                    <a:pt x="957" y="14081"/>
                  </a:cubicBezTo>
                  <a:cubicBezTo>
                    <a:pt x="3707" y="14280"/>
                    <a:pt x="6447" y="14586"/>
                    <a:pt x="9198" y="14748"/>
                  </a:cubicBezTo>
                  <a:cubicBezTo>
                    <a:pt x="10133" y="14800"/>
                    <a:pt x="10282" y="15182"/>
                    <a:pt x="10218" y="15972"/>
                  </a:cubicBezTo>
                  <a:cubicBezTo>
                    <a:pt x="10106" y="17433"/>
                    <a:pt x="10084" y="18906"/>
                    <a:pt x="9967" y="20366"/>
                  </a:cubicBezTo>
                  <a:cubicBezTo>
                    <a:pt x="9934" y="20780"/>
                    <a:pt x="9960" y="21070"/>
                    <a:pt x="10121" y="21259"/>
                  </a:cubicBezTo>
                  <a:cubicBezTo>
                    <a:pt x="10116" y="21296"/>
                    <a:pt x="10116" y="21333"/>
                    <a:pt x="10111" y="21371"/>
                  </a:cubicBezTo>
                  <a:cubicBezTo>
                    <a:pt x="10143" y="21360"/>
                    <a:pt x="10175" y="21349"/>
                    <a:pt x="10208" y="21339"/>
                  </a:cubicBezTo>
                  <a:cubicBezTo>
                    <a:pt x="10369" y="21462"/>
                    <a:pt x="10622" y="21527"/>
                    <a:pt x="11008" y="21537"/>
                  </a:cubicBezTo>
                  <a:cubicBezTo>
                    <a:pt x="21720" y="21844"/>
                    <a:pt x="32438" y="22204"/>
                    <a:pt x="43150" y="22553"/>
                  </a:cubicBezTo>
                  <a:cubicBezTo>
                    <a:pt x="43282" y="22558"/>
                    <a:pt x="43414" y="22563"/>
                    <a:pt x="43539" y="22563"/>
                  </a:cubicBezTo>
                  <a:cubicBezTo>
                    <a:pt x="43847" y="22563"/>
                    <a:pt x="44118" y="22530"/>
                    <a:pt x="44278" y="22370"/>
                  </a:cubicBezTo>
                  <a:cubicBezTo>
                    <a:pt x="44434" y="22219"/>
                    <a:pt x="44494" y="21961"/>
                    <a:pt x="44392" y="21505"/>
                  </a:cubicBezTo>
                  <a:cubicBezTo>
                    <a:pt x="44236" y="21484"/>
                    <a:pt x="44149" y="21388"/>
                    <a:pt x="44122" y="21237"/>
                  </a:cubicBezTo>
                  <a:cubicBezTo>
                    <a:pt x="43891" y="21130"/>
                    <a:pt x="43779" y="20962"/>
                    <a:pt x="43849" y="20699"/>
                  </a:cubicBezTo>
                  <a:cubicBezTo>
                    <a:pt x="43289" y="20441"/>
                    <a:pt x="43440" y="19749"/>
                    <a:pt x="43064" y="19372"/>
                  </a:cubicBezTo>
                  <a:cubicBezTo>
                    <a:pt x="42870" y="19313"/>
                    <a:pt x="42741" y="19211"/>
                    <a:pt x="42656" y="19082"/>
                  </a:cubicBezTo>
                  <a:cubicBezTo>
                    <a:pt x="42607" y="19007"/>
                    <a:pt x="42575" y="18921"/>
                    <a:pt x="42554" y="18824"/>
                  </a:cubicBezTo>
                  <a:cubicBezTo>
                    <a:pt x="42543" y="18802"/>
                    <a:pt x="42527" y="18782"/>
                    <a:pt x="42516" y="18755"/>
                  </a:cubicBezTo>
                  <a:cubicBezTo>
                    <a:pt x="42468" y="18636"/>
                    <a:pt x="42431" y="18512"/>
                    <a:pt x="42387" y="18390"/>
                  </a:cubicBezTo>
                  <a:cubicBezTo>
                    <a:pt x="42103" y="18046"/>
                    <a:pt x="42017" y="17674"/>
                    <a:pt x="42032" y="17294"/>
                  </a:cubicBezTo>
                  <a:cubicBezTo>
                    <a:pt x="41781" y="16364"/>
                    <a:pt x="41603" y="15413"/>
                    <a:pt x="41426" y="14463"/>
                  </a:cubicBezTo>
                  <a:cubicBezTo>
                    <a:pt x="41055" y="14446"/>
                    <a:pt x="41179" y="14081"/>
                    <a:pt x="41265" y="13898"/>
                  </a:cubicBezTo>
                  <a:cubicBezTo>
                    <a:pt x="41281" y="13871"/>
                    <a:pt x="41286" y="13845"/>
                    <a:pt x="41297" y="13823"/>
                  </a:cubicBezTo>
                  <a:cubicBezTo>
                    <a:pt x="41157" y="13146"/>
                    <a:pt x="40996" y="12480"/>
                    <a:pt x="40787" y="11835"/>
                  </a:cubicBezTo>
                  <a:cubicBezTo>
                    <a:pt x="40717" y="11792"/>
                    <a:pt x="40668" y="11723"/>
                    <a:pt x="40658" y="11615"/>
                  </a:cubicBezTo>
                  <a:cubicBezTo>
                    <a:pt x="40410" y="11384"/>
                    <a:pt x="40395" y="11116"/>
                    <a:pt x="40421" y="10836"/>
                  </a:cubicBezTo>
                  <a:cubicBezTo>
                    <a:pt x="40217" y="10342"/>
                    <a:pt x="40013" y="9853"/>
                    <a:pt x="39815" y="9370"/>
                  </a:cubicBezTo>
                  <a:cubicBezTo>
                    <a:pt x="39416" y="8859"/>
                    <a:pt x="39153" y="8306"/>
                    <a:pt x="39163" y="7661"/>
                  </a:cubicBezTo>
                  <a:cubicBezTo>
                    <a:pt x="38826" y="6700"/>
                    <a:pt x="38557" y="5716"/>
                    <a:pt x="38407" y="4674"/>
                  </a:cubicBezTo>
                  <a:cubicBezTo>
                    <a:pt x="38396" y="4583"/>
                    <a:pt x="38364" y="4394"/>
                    <a:pt x="38364" y="4394"/>
                  </a:cubicBezTo>
                  <a:cubicBezTo>
                    <a:pt x="38364" y="4394"/>
                    <a:pt x="38390" y="4126"/>
                    <a:pt x="38332" y="4126"/>
                  </a:cubicBezTo>
                  <a:cubicBezTo>
                    <a:pt x="38328" y="4098"/>
                    <a:pt x="38309" y="4089"/>
                    <a:pt x="38285" y="4089"/>
                  </a:cubicBezTo>
                  <a:cubicBezTo>
                    <a:pt x="38233" y="4089"/>
                    <a:pt x="38159" y="4131"/>
                    <a:pt x="38159" y="4131"/>
                  </a:cubicBezTo>
                  <a:cubicBezTo>
                    <a:pt x="38159" y="4131"/>
                    <a:pt x="37884" y="4139"/>
                    <a:pt x="37540" y="4139"/>
                  </a:cubicBezTo>
                  <a:cubicBezTo>
                    <a:pt x="37196" y="4139"/>
                    <a:pt x="36784" y="4131"/>
                    <a:pt x="36510" y="4099"/>
                  </a:cubicBezTo>
                  <a:cubicBezTo>
                    <a:pt x="36108" y="3782"/>
                    <a:pt x="35640" y="3578"/>
                    <a:pt x="35151" y="3492"/>
                  </a:cubicBezTo>
                  <a:cubicBezTo>
                    <a:pt x="34980" y="3365"/>
                    <a:pt x="34808" y="3295"/>
                    <a:pt x="34636" y="3295"/>
                  </a:cubicBezTo>
                  <a:cubicBezTo>
                    <a:pt x="34475" y="3295"/>
                    <a:pt x="34313" y="3357"/>
                    <a:pt x="34152" y="3492"/>
                  </a:cubicBezTo>
                  <a:cubicBezTo>
                    <a:pt x="34135" y="3492"/>
                    <a:pt x="34114" y="3498"/>
                    <a:pt x="34098" y="3498"/>
                  </a:cubicBezTo>
                  <a:cubicBezTo>
                    <a:pt x="33991" y="3519"/>
                    <a:pt x="33884" y="3546"/>
                    <a:pt x="33775" y="3583"/>
                  </a:cubicBezTo>
                  <a:cubicBezTo>
                    <a:pt x="33716" y="3583"/>
                    <a:pt x="33668" y="3600"/>
                    <a:pt x="33626" y="3632"/>
                  </a:cubicBezTo>
                  <a:cubicBezTo>
                    <a:pt x="33282" y="3750"/>
                    <a:pt x="32949" y="3890"/>
                    <a:pt x="32572" y="3900"/>
                  </a:cubicBezTo>
                  <a:cubicBezTo>
                    <a:pt x="32558" y="3902"/>
                    <a:pt x="32543" y="3903"/>
                    <a:pt x="32529" y="3903"/>
                  </a:cubicBezTo>
                  <a:cubicBezTo>
                    <a:pt x="32491" y="3903"/>
                    <a:pt x="32454" y="3898"/>
                    <a:pt x="32422" y="3890"/>
                  </a:cubicBezTo>
                  <a:cubicBezTo>
                    <a:pt x="32255" y="3793"/>
                    <a:pt x="32111" y="3665"/>
                    <a:pt x="31965" y="3514"/>
                  </a:cubicBezTo>
                  <a:cubicBezTo>
                    <a:pt x="31836" y="3273"/>
                    <a:pt x="31745" y="2982"/>
                    <a:pt x="31519" y="2832"/>
                  </a:cubicBezTo>
                  <a:cubicBezTo>
                    <a:pt x="31331" y="2706"/>
                    <a:pt x="31143" y="2662"/>
                    <a:pt x="30945" y="2662"/>
                  </a:cubicBezTo>
                  <a:cubicBezTo>
                    <a:pt x="30854" y="2662"/>
                    <a:pt x="30761" y="2671"/>
                    <a:pt x="30665" y="2686"/>
                  </a:cubicBezTo>
                  <a:cubicBezTo>
                    <a:pt x="30628" y="2681"/>
                    <a:pt x="30592" y="2679"/>
                    <a:pt x="30555" y="2679"/>
                  </a:cubicBezTo>
                  <a:cubicBezTo>
                    <a:pt x="30309" y="2679"/>
                    <a:pt x="30070" y="2778"/>
                    <a:pt x="29827" y="2854"/>
                  </a:cubicBezTo>
                  <a:cubicBezTo>
                    <a:pt x="29661" y="2837"/>
                    <a:pt x="29510" y="2757"/>
                    <a:pt x="29429" y="2525"/>
                  </a:cubicBezTo>
                  <a:cubicBezTo>
                    <a:pt x="29344" y="2306"/>
                    <a:pt x="29312" y="2133"/>
                    <a:pt x="29166" y="1934"/>
                  </a:cubicBezTo>
                  <a:cubicBezTo>
                    <a:pt x="28957" y="1644"/>
                    <a:pt x="28543" y="1629"/>
                    <a:pt x="28221" y="1612"/>
                  </a:cubicBezTo>
                  <a:cubicBezTo>
                    <a:pt x="27522" y="1569"/>
                    <a:pt x="26825" y="1413"/>
                    <a:pt x="26126" y="1317"/>
                  </a:cubicBezTo>
                  <a:lnTo>
                    <a:pt x="24046" y="1210"/>
                  </a:lnTo>
                  <a:cubicBezTo>
                    <a:pt x="23415" y="1218"/>
                    <a:pt x="22779" y="1240"/>
                    <a:pt x="22152" y="1240"/>
                  </a:cubicBezTo>
                  <a:cubicBezTo>
                    <a:pt x="21995" y="1240"/>
                    <a:pt x="21838" y="1239"/>
                    <a:pt x="21683" y="1235"/>
                  </a:cubicBezTo>
                  <a:cubicBezTo>
                    <a:pt x="20195" y="1210"/>
                    <a:pt x="18712" y="1042"/>
                    <a:pt x="17224" y="1021"/>
                  </a:cubicBezTo>
                  <a:cubicBezTo>
                    <a:pt x="17202" y="1021"/>
                    <a:pt x="17187" y="1016"/>
                    <a:pt x="17165" y="1016"/>
                  </a:cubicBezTo>
                  <a:cubicBezTo>
                    <a:pt x="15279" y="913"/>
                    <a:pt x="13388" y="811"/>
                    <a:pt x="11497" y="709"/>
                  </a:cubicBezTo>
                  <a:lnTo>
                    <a:pt x="11497" y="720"/>
                  </a:lnTo>
                  <a:cubicBezTo>
                    <a:pt x="10584" y="645"/>
                    <a:pt x="9670" y="559"/>
                    <a:pt x="8762" y="526"/>
                  </a:cubicBezTo>
                  <a:cubicBezTo>
                    <a:pt x="8564" y="473"/>
                    <a:pt x="8387" y="473"/>
                    <a:pt x="8209" y="468"/>
                  </a:cubicBezTo>
                  <a:cubicBezTo>
                    <a:pt x="6216" y="360"/>
                    <a:pt x="4217" y="204"/>
                    <a:pt x="2219" y="183"/>
                  </a:cubicBezTo>
                  <a:cubicBezTo>
                    <a:pt x="1827" y="178"/>
                    <a:pt x="1580" y="124"/>
                    <a:pt x="1425" y="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1"/>
            <p:cNvSpPr/>
            <p:nvPr/>
          </p:nvSpPr>
          <p:spPr>
            <a:xfrm>
              <a:off x="1232775" y="744750"/>
              <a:ext cx="805325" cy="1287100"/>
            </a:xfrm>
            <a:custGeom>
              <a:rect b="b" l="l" r="r" t="t"/>
              <a:pathLst>
                <a:path extrusionOk="0" h="51484" w="32213">
                  <a:moveTo>
                    <a:pt x="10203" y="1"/>
                  </a:moveTo>
                  <a:cubicBezTo>
                    <a:pt x="10192" y="12"/>
                    <a:pt x="10181" y="23"/>
                    <a:pt x="10170" y="33"/>
                  </a:cubicBezTo>
                  <a:cubicBezTo>
                    <a:pt x="10197" y="335"/>
                    <a:pt x="10299" y="657"/>
                    <a:pt x="9928" y="829"/>
                  </a:cubicBezTo>
                  <a:cubicBezTo>
                    <a:pt x="9843" y="1129"/>
                    <a:pt x="9746" y="1436"/>
                    <a:pt x="9670" y="1736"/>
                  </a:cubicBezTo>
                  <a:cubicBezTo>
                    <a:pt x="9541" y="2242"/>
                    <a:pt x="9466" y="2757"/>
                    <a:pt x="9617" y="3300"/>
                  </a:cubicBezTo>
                  <a:cubicBezTo>
                    <a:pt x="8725" y="7329"/>
                    <a:pt x="7839" y="11364"/>
                    <a:pt x="6947" y="15393"/>
                  </a:cubicBezTo>
                  <a:cubicBezTo>
                    <a:pt x="6866" y="15752"/>
                    <a:pt x="6930" y="16204"/>
                    <a:pt x="6436" y="16338"/>
                  </a:cubicBezTo>
                  <a:lnTo>
                    <a:pt x="6436" y="17149"/>
                  </a:lnTo>
                  <a:cubicBezTo>
                    <a:pt x="6823" y="17498"/>
                    <a:pt x="6823" y="17848"/>
                    <a:pt x="6436" y="18202"/>
                  </a:cubicBezTo>
                  <a:cubicBezTo>
                    <a:pt x="6431" y="18503"/>
                    <a:pt x="6431" y="18809"/>
                    <a:pt x="6426" y="19110"/>
                  </a:cubicBezTo>
                  <a:cubicBezTo>
                    <a:pt x="6350" y="19169"/>
                    <a:pt x="6270" y="19212"/>
                    <a:pt x="6184" y="19244"/>
                  </a:cubicBezTo>
                  <a:cubicBezTo>
                    <a:pt x="6280" y="19422"/>
                    <a:pt x="6367" y="19610"/>
                    <a:pt x="6458" y="19798"/>
                  </a:cubicBezTo>
                  <a:cubicBezTo>
                    <a:pt x="6506" y="20179"/>
                    <a:pt x="6662" y="20453"/>
                    <a:pt x="6979" y="20566"/>
                  </a:cubicBezTo>
                  <a:cubicBezTo>
                    <a:pt x="7006" y="20593"/>
                    <a:pt x="7033" y="20625"/>
                    <a:pt x="7066" y="20647"/>
                  </a:cubicBezTo>
                  <a:cubicBezTo>
                    <a:pt x="7339" y="20850"/>
                    <a:pt x="7607" y="20952"/>
                    <a:pt x="7785" y="21173"/>
                  </a:cubicBezTo>
                  <a:cubicBezTo>
                    <a:pt x="7780" y="21500"/>
                    <a:pt x="7780" y="21834"/>
                    <a:pt x="7775" y="22162"/>
                  </a:cubicBezTo>
                  <a:cubicBezTo>
                    <a:pt x="7822" y="22113"/>
                    <a:pt x="7860" y="22060"/>
                    <a:pt x="7897" y="22011"/>
                  </a:cubicBezTo>
                  <a:lnTo>
                    <a:pt x="7897" y="22011"/>
                  </a:lnTo>
                  <a:cubicBezTo>
                    <a:pt x="7860" y="22087"/>
                    <a:pt x="7812" y="22162"/>
                    <a:pt x="7763" y="22231"/>
                  </a:cubicBezTo>
                  <a:cubicBezTo>
                    <a:pt x="7758" y="22231"/>
                    <a:pt x="7758" y="22226"/>
                    <a:pt x="7758" y="22226"/>
                  </a:cubicBezTo>
                  <a:cubicBezTo>
                    <a:pt x="7575" y="22306"/>
                    <a:pt x="7452" y="22414"/>
                    <a:pt x="7468" y="22591"/>
                  </a:cubicBezTo>
                  <a:cubicBezTo>
                    <a:pt x="7441" y="22623"/>
                    <a:pt x="7409" y="22655"/>
                    <a:pt x="7382" y="22688"/>
                  </a:cubicBezTo>
                  <a:cubicBezTo>
                    <a:pt x="7378" y="22687"/>
                    <a:pt x="7374" y="22687"/>
                    <a:pt x="7370" y="22687"/>
                  </a:cubicBezTo>
                  <a:cubicBezTo>
                    <a:pt x="7271" y="22687"/>
                    <a:pt x="7230" y="22815"/>
                    <a:pt x="7183" y="22919"/>
                  </a:cubicBezTo>
                  <a:cubicBezTo>
                    <a:pt x="7183" y="22919"/>
                    <a:pt x="7188" y="22925"/>
                    <a:pt x="7195" y="22930"/>
                  </a:cubicBezTo>
                  <a:cubicBezTo>
                    <a:pt x="6904" y="23327"/>
                    <a:pt x="6565" y="23666"/>
                    <a:pt x="6275" y="24053"/>
                  </a:cubicBezTo>
                  <a:cubicBezTo>
                    <a:pt x="5937" y="24510"/>
                    <a:pt x="5680" y="25020"/>
                    <a:pt x="5400" y="25514"/>
                  </a:cubicBezTo>
                  <a:cubicBezTo>
                    <a:pt x="5093" y="26067"/>
                    <a:pt x="4733" y="26411"/>
                    <a:pt x="4223" y="26776"/>
                  </a:cubicBezTo>
                  <a:cubicBezTo>
                    <a:pt x="3954" y="26975"/>
                    <a:pt x="3729" y="27190"/>
                    <a:pt x="3541" y="27463"/>
                  </a:cubicBezTo>
                  <a:cubicBezTo>
                    <a:pt x="3186" y="27969"/>
                    <a:pt x="2987" y="28613"/>
                    <a:pt x="2779" y="29188"/>
                  </a:cubicBezTo>
                  <a:cubicBezTo>
                    <a:pt x="2752" y="29263"/>
                    <a:pt x="2719" y="29345"/>
                    <a:pt x="2687" y="29424"/>
                  </a:cubicBezTo>
                  <a:cubicBezTo>
                    <a:pt x="2467" y="29650"/>
                    <a:pt x="2348" y="29892"/>
                    <a:pt x="2494" y="30193"/>
                  </a:cubicBezTo>
                  <a:cubicBezTo>
                    <a:pt x="2482" y="30354"/>
                    <a:pt x="2509" y="30515"/>
                    <a:pt x="2601" y="30644"/>
                  </a:cubicBezTo>
                  <a:cubicBezTo>
                    <a:pt x="2730" y="30827"/>
                    <a:pt x="3036" y="30887"/>
                    <a:pt x="3230" y="30945"/>
                  </a:cubicBezTo>
                  <a:cubicBezTo>
                    <a:pt x="3262" y="30956"/>
                    <a:pt x="3288" y="30966"/>
                    <a:pt x="3320" y="30977"/>
                  </a:cubicBezTo>
                  <a:cubicBezTo>
                    <a:pt x="3379" y="31170"/>
                    <a:pt x="3439" y="31358"/>
                    <a:pt x="3503" y="31552"/>
                  </a:cubicBezTo>
                  <a:cubicBezTo>
                    <a:pt x="3530" y="31569"/>
                    <a:pt x="3563" y="31579"/>
                    <a:pt x="3595" y="31589"/>
                  </a:cubicBezTo>
                  <a:cubicBezTo>
                    <a:pt x="3563" y="31660"/>
                    <a:pt x="3525" y="31730"/>
                    <a:pt x="3488" y="31799"/>
                  </a:cubicBezTo>
                  <a:cubicBezTo>
                    <a:pt x="3481" y="31730"/>
                    <a:pt x="3476" y="31660"/>
                    <a:pt x="3476" y="31589"/>
                  </a:cubicBezTo>
                  <a:cubicBezTo>
                    <a:pt x="3089" y="31950"/>
                    <a:pt x="3208" y="32390"/>
                    <a:pt x="3245" y="32821"/>
                  </a:cubicBezTo>
                  <a:cubicBezTo>
                    <a:pt x="3208" y="32906"/>
                    <a:pt x="3143" y="32987"/>
                    <a:pt x="3015" y="33062"/>
                  </a:cubicBezTo>
                  <a:cubicBezTo>
                    <a:pt x="2901" y="33121"/>
                    <a:pt x="2789" y="33185"/>
                    <a:pt x="2714" y="33292"/>
                  </a:cubicBezTo>
                  <a:cubicBezTo>
                    <a:pt x="2579" y="33481"/>
                    <a:pt x="2504" y="33669"/>
                    <a:pt x="2456" y="33867"/>
                  </a:cubicBezTo>
                  <a:cubicBezTo>
                    <a:pt x="1812" y="35189"/>
                    <a:pt x="1800" y="36694"/>
                    <a:pt x="1435" y="38090"/>
                  </a:cubicBezTo>
                  <a:cubicBezTo>
                    <a:pt x="882" y="40185"/>
                    <a:pt x="441" y="42318"/>
                    <a:pt x="65" y="44457"/>
                  </a:cubicBezTo>
                  <a:cubicBezTo>
                    <a:pt x="0" y="44822"/>
                    <a:pt x="307" y="45880"/>
                    <a:pt x="307" y="45880"/>
                  </a:cubicBezTo>
                  <a:cubicBezTo>
                    <a:pt x="307" y="45880"/>
                    <a:pt x="774" y="45880"/>
                    <a:pt x="1264" y="45972"/>
                  </a:cubicBezTo>
                  <a:cubicBezTo>
                    <a:pt x="5770" y="46830"/>
                    <a:pt x="10277" y="47695"/>
                    <a:pt x="14780" y="48576"/>
                  </a:cubicBezTo>
                  <a:cubicBezTo>
                    <a:pt x="14812" y="48608"/>
                    <a:pt x="14844" y="48641"/>
                    <a:pt x="14871" y="48679"/>
                  </a:cubicBezTo>
                  <a:cubicBezTo>
                    <a:pt x="14909" y="48652"/>
                    <a:pt x="14946" y="48635"/>
                    <a:pt x="14989" y="48615"/>
                  </a:cubicBezTo>
                  <a:cubicBezTo>
                    <a:pt x="17825" y="49173"/>
                    <a:pt x="20668" y="49731"/>
                    <a:pt x="23498" y="50301"/>
                  </a:cubicBezTo>
                  <a:cubicBezTo>
                    <a:pt x="24626" y="50527"/>
                    <a:pt x="25873" y="50408"/>
                    <a:pt x="26850" y="51209"/>
                  </a:cubicBezTo>
                  <a:lnTo>
                    <a:pt x="26850" y="51214"/>
                  </a:lnTo>
                  <a:lnTo>
                    <a:pt x="26883" y="51214"/>
                  </a:lnTo>
                  <a:cubicBezTo>
                    <a:pt x="26910" y="51214"/>
                    <a:pt x="26937" y="51219"/>
                    <a:pt x="26964" y="51219"/>
                  </a:cubicBezTo>
                  <a:cubicBezTo>
                    <a:pt x="27358" y="51265"/>
                    <a:pt x="27744" y="51436"/>
                    <a:pt x="28141" y="51436"/>
                  </a:cubicBezTo>
                  <a:cubicBezTo>
                    <a:pt x="28301" y="51436"/>
                    <a:pt x="28464" y="51408"/>
                    <a:pt x="28630" y="51333"/>
                  </a:cubicBezTo>
                  <a:cubicBezTo>
                    <a:pt x="28867" y="51416"/>
                    <a:pt x="29065" y="51455"/>
                    <a:pt x="29234" y="51455"/>
                  </a:cubicBezTo>
                  <a:cubicBezTo>
                    <a:pt x="29348" y="51455"/>
                    <a:pt x="29448" y="51437"/>
                    <a:pt x="29537" y="51402"/>
                  </a:cubicBezTo>
                  <a:cubicBezTo>
                    <a:pt x="29558" y="51429"/>
                    <a:pt x="29580" y="51456"/>
                    <a:pt x="29602" y="51483"/>
                  </a:cubicBezTo>
                  <a:cubicBezTo>
                    <a:pt x="29612" y="51445"/>
                    <a:pt x="29617" y="51402"/>
                    <a:pt x="29629" y="51360"/>
                  </a:cubicBezTo>
                  <a:cubicBezTo>
                    <a:pt x="29913" y="51187"/>
                    <a:pt x="30048" y="50790"/>
                    <a:pt x="30118" y="50226"/>
                  </a:cubicBezTo>
                  <a:cubicBezTo>
                    <a:pt x="30773" y="45181"/>
                    <a:pt x="31498" y="40148"/>
                    <a:pt x="32180" y="35109"/>
                  </a:cubicBezTo>
                  <a:cubicBezTo>
                    <a:pt x="32213" y="34877"/>
                    <a:pt x="32148" y="34631"/>
                    <a:pt x="32104" y="34383"/>
                  </a:cubicBezTo>
                  <a:cubicBezTo>
                    <a:pt x="32131" y="34212"/>
                    <a:pt x="32153" y="34034"/>
                    <a:pt x="32180" y="33862"/>
                  </a:cubicBezTo>
                  <a:cubicBezTo>
                    <a:pt x="31987" y="33594"/>
                    <a:pt x="31745" y="33223"/>
                    <a:pt x="31476" y="32949"/>
                  </a:cubicBezTo>
                  <a:cubicBezTo>
                    <a:pt x="31417" y="32702"/>
                    <a:pt x="31337" y="32541"/>
                    <a:pt x="31229" y="32466"/>
                  </a:cubicBezTo>
                  <a:cubicBezTo>
                    <a:pt x="31170" y="32449"/>
                    <a:pt x="31112" y="32434"/>
                    <a:pt x="31052" y="32422"/>
                  </a:cubicBezTo>
                  <a:cubicBezTo>
                    <a:pt x="30950" y="32439"/>
                    <a:pt x="30837" y="32503"/>
                    <a:pt x="30703" y="32627"/>
                  </a:cubicBezTo>
                  <a:cubicBezTo>
                    <a:pt x="30574" y="32670"/>
                    <a:pt x="30440" y="32772"/>
                    <a:pt x="30311" y="32955"/>
                  </a:cubicBezTo>
                  <a:cubicBezTo>
                    <a:pt x="30034" y="33343"/>
                    <a:pt x="29660" y="33459"/>
                    <a:pt x="29252" y="33459"/>
                  </a:cubicBezTo>
                  <a:cubicBezTo>
                    <a:pt x="29011" y="33459"/>
                    <a:pt x="28758" y="33418"/>
                    <a:pt x="28506" y="33368"/>
                  </a:cubicBezTo>
                  <a:cubicBezTo>
                    <a:pt x="28266" y="33180"/>
                    <a:pt x="28007" y="33132"/>
                    <a:pt x="27741" y="33132"/>
                  </a:cubicBezTo>
                  <a:cubicBezTo>
                    <a:pt x="27462" y="33132"/>
                    <a:pt x="27175" y="33185"/>
                    <a:pt x="26896" y="33185"/>
                  </a:cubicBezTo>
                  <a:cubicBezTo>
                    <a:pt x="26850" y="33185"/>
                    <a:pt x="26805" y="33184"/>
                    <a:pt x="26760" y="33180"/>
                  </a:cubicBezTo>
                  <a:lnTo>
                    <a:pt x="26760" y="33180"/>
                  </a:lnTo>
                  <a:cubicBezTo>
                    <a:pt x="26781" y="33201"/>
                    <a:pt x="26803" y="33218"/>
                    <a:pt x="26830" y="33233"/>
                  </a:cubicBezTo>
                  <a:lnTo>
                    <a:pt x="26792" y="33233"/>
                  </a:lnTo>
                  <a:cubicBezTo>
                    <a:pt x="26711" y="33240"/>
                    <a:pt x="26625" y="33240"/>
                    <a:pt x="26545" y="33240"/>
                  </a:cubicBezTo>
                  <a:cubicBezTo>
                    <a:pt x="26572" y="33223"/>
                    <a:pt x="26599" y="33212"/>
                    <a:pt x="26620" y="33196"/>
                  </a:cubicBezTo>
                  <a:lnTo>
                    <a:pt x="26620" y="33196"/>
                  </a:lnTo>
                  <a:cubicBezTo>
                    <a:pt x="26530" y="33215"/>
                    <a:pt x="26439" y="33223"/>
                    <a:pt x="26346" y="33223"/>
                  </a:cubicBezTo>
                  <a:cubicBezTo>
                    <a:pt x="25908" y="33223"/>
                    <a:pt x="25429" y="33046"/>
                    <a:pt x="24950" y="33046"/>
                  </a:cubicBezTo>
                  <a:cubicBezTo>
                    <a:pt x="24632" y="33046"/>
                    <a:pt x="24314" y="33124"/>
                    <a:pt x="24009" y="33384"/>
                  </a:cubicBezTo>
                  <a:cubicBezTo>
                    <a:pt x="23930" y="33393"/>
                    <a:pt x="23853" y="33398"/>
                    <a:pt x="23775" y="33398"/>
                  </a:cubicBezTo>
                  <a:cubicBezTo>
                    <a:pt x="23481" y="33398"/>
                    <a:pt x="23192" y="33323"/>
                    <a:pt x="22908" y="33094"/>
                  </a:cubicBezTo>
                  <a:cubicBezTo>
                    <a:pt x="22354" y="32648"/>
                    <a:pt x="22027" y="31906"/>
                    <a:pt x="21764" y="31267"/>
                  </a:cubicBezTo>
                  <a:cubicBezTo>
                    <a:pt x="21291" y="30106"/>
                    <a:pt x="20979" y="28829"/>
                    <a:pt x="20979" y="27577"/>
                  </a:cubicBezTo>
                  <a:cubicBezTo>
                    <a:pt x="20974" y="26406"/>
                    <a:pt x="21189" y="24762"/>
                    <a:pt x="20190" y="23907"/>
                  </a:cubicBezTo>
                  <a:cubicBezTo>
                    <a:pt x="20168" y="23892"/>
                    <a:pt x="20141" y="23880"/>
                    <a:pt x="20120" y="23865"/>
                  </a:cubicBezTo>
                  <a:cubicBezTo>
                    <a:pt x="20217" y="23853"/>
                    <a:pt x="20237" y="23763"/>
                    <a:pt x="20195" y="23687"/>
                  </a:cubicBezTo>
                  <a:cubicBezTo>
                    <a:pt x="20152" y="23607"/>
                    <a:pt x="19996" y="23585"/>
                    <a:pt x="19873" y="23526"/>
                  </a:cubicBezTo>
                  <a:cubicBezTo>
                    <a:pt x="19798" y="23607"/>
                    <a:pt x="19738" y="23666"/>
                    <a:pt x="19679" y="23731"/>
                  </a:cubicBezTo>
                  <a:cubicBezTo>
                    <a:pt x="19669" y="23731"/>
                    <a:pt x="19659" y="23730"/>
                    <a:pt x="19649" y="23730"/>
                  </a:cubicBezTo>
                  <a:cubicBezTo>
                    <a:pt x="19405" y="23730"/>
                    <a:pt x="19149" y="23803"/>
                    <a:pt x="18927" y="23865"/>
                  </a:cubicBezTo>
                  <a:cubicBezTo>
                    <a:pt x="18671" y="23940"/>
                    <a:pt x="18401" y="24013"/>
                    <a:pt x="18139" y="24013"/>
                  </a:cubicBezTo>
                  <a:cubicBezTo>
                    <a:pt x="17900" y="24013"/>
                    <a:pt x="17668" y="23953"/>
                    <a:pt x="17460" y="23778"/>
                  </a:cubicBezTo>
                  <a:cubicBezTo>
                    <a:pt x="17423" y="23746"/>
                    <a:pt x="17391" y="23714"/>
                    <a:pt x="17363" y="23682"/>
                  </a:cubicBezTo>
                  <a:lnTo>
                    <a:pt x="17363" y="23037"/>
                  </a:lnTo>
                  <a:cubicBezTo>
                    <a:pt x="17547" y="22742"/>
                    <a:pt x="17911" y="22484"/>
                    <a:pt x="18132" y="22371"/>
                  </a:cubicBezTo>
                  <a:cubicBezTo>
                    <a:pt x="18271" y="22301"/>
                    <a:pt x="18325" y="22151"/>
                    <a:pt x="18325" y="22006"/>
                  </a:cubicBezTo>
                  <a:lnTo>
                    <a:pt x="18325" y="21968"/>
                  </a:lnTo>
                  <a:cubicBezTo>
                    <a:pt x="18347" y="22011"/>
                    <a:pt x="18368" y="22048"/>
                    <a:pt x="18395" y="22092"/>
                  </a:cubicBezTo>
                  <a:cubicBezTo>
                    <a:pt x="18363" y="22022"/>
                    <a:pt x="18341" y="21958"/>
                    <a:pt x="18325" y="21887"/>
                  </a:cubicBezTo>
                  <a:cubicBezTo>
                    <a:pt x="18336" y="21485"/>
                    <a:pt x="18400" y="21088"/>
                    <a:pt x="18492" y="20694"/>
                  </a:cubicBezTo>
                  <a:cubicBezTo>
                    <a:pt x="18648" y="20012"/>
                    <a:pt x="18960" y="19357"/>
                    <a:pt x="19147" y="18675"/>
                  </a:cubicBezTo>
                  <a:cubicBezTo>
                    <a:pt x="19297" y="18594"/>
                    <a:pt x="19287" y="18438"/>
                    <a:pt x="19250" y="18267"/>
                  </a:cubicBezTo>
                  <a:cubicBezTo>
                    <a:pt x="19270" y="18148"/>
                    <a:pt x="19287" y="18036"/>
                    <a:pt x="19297" y="17917"/>
                  </a:cubicBezTo>
                  <a:cubicBezTo>
                    <a:pt x="19308" y="17800"/>
                    <a:pt x="19308" y="17697"/>
                    <a:pt x="19297" y="17595"/>
                  </a:cubicBezTo>
                  <a:lnTo>
                    <a:pt x="19297" y="17595"/>
                  </a:lnTo>
                  <a:cubicBezTo>
                    <a:pt x="19346" y="17746"/>
                    <a:pt x="19346" y="17934"/>
                    <a:pt x="19270" y="18170"/>
                  </a:cubicBezTo>
                  <a:cubicBezTo>
                    <a:pt x="19384" y="18105"/>
                    <a:pt x="19475" y="18041"/>
                    <a:pt x="19545" y="17977"/>
                  </a:cubicBezTo>
                  <a:cubicBezTo>
                    <a:pt x="19577" y="17659"/>
                    <a:pt x="19540" y="17374"/>
                    <a:pt x="19432" y="17106"/>
                  </a:cubicBezTo>
                  <a:cubicBezTo>
                    <a:pt x="19335" y="17037"/>
                    <a:pt x="19228" y="16967"/>
                    <a:pt x="19114" y="16908"/>
                  </a:cubicBezTo>
                  <a:cubicBezTo>
                    <a:pt x="19077" y="16886"/>
                    <a:pt x="19040" y="16865"/>
                    <a:pt x="18997" y="16843"/>
                  </a:cubicBezTo>
                  <a:cubicBezTo>
                    <a:pt x="18755" y="16536"/>
                    <a:pt x="18395" y="16300"/>
                    <a:pt x="18035" y="16043"/>
                  </a:cubicBezTo>
                  <a:cubicBezTo>
                    <a:pt x="17750" y="15854"/>
                    <a:pt x="17594" y="15737"/>
                    <a:pt x="17492" y="15581"/>
                  </a:cubicBezTo>
                  <a:cubicBezTo>
                    <a:pt x="17036" y="15054"/>
                    <a:pt x="16885" y="14324"/>
                    <a:pt x="16644" y="13674"/>
                  </a:cubicBezTo>
                  <a:cubicBezTo>
                    <a:pt x="16375" y="12943"/>
                    <a:pt x="15913" y="12465"/>
                    <a:pt x="15333" y="11966"/>
                  </a:cubicBezTo>
                  <a:cubicBezTo>
                    <a:pt x="15182" y="11830"/>
                    <a:pt x="15038" y="11696"/>
                    <a:pt x="14903" y="11552"/>
                  </a:cubicBezTo>
                  <a:cubicBezTo>
                    <a:pt x="14844" y="11369"/>
                    <a:pt x="14731" y="11218"/>
                    <a:pt x="14570" y="11101"/>
                  </a:cubicBezTo>
                  <a:cubicBezTo>
                    <a:pt x="14559" y="11084"/>
                    <a:pt x="14549" y="11068"/>
                    <a:pt x="14537" y="11057"/>
                  </a:cubicBezTo>
                  <a:cubicBezTo>
                    <a:pt x="14286" y="10622"/>
                    <a:pt x="14344" y="10181"/>
                    <a:pt x="14398" y="9725"/>
                  </a:cubicBezTo>
                  <a:cubicBezTo>
                    <a:pt x="14742" y="9397"/>
                    <a:pt x="14812" y="9070"/>
                    <a:pt x="14371" y="8748"/>
                  </a:cubicBezTo>
                  <a:cubicBezTo>
                    <a:pt x="14259" y="8252"/>
                    <a:pt x="14022" y="7775"/>
                    <a:pt x="13850" y="7302"/>
                  </a:cubicBezTo>
                  <a:cubicBezTo>
                    <a:pt x="13597" y="5282"/>
                    <a:pt x="14312" y="3310"/>
                    <a:pt x="14517" y="1312"/>
                  </a:cubicBezTo>
                  <a:lnTo>
                    <a:pt x="14517" y="1297"/>
                  </a:lnTo>
                  <a:cubicBezTo>
                    <a:pt x="13441" y="1076"/>
                    <a:pt x="12389" y="801"/>
                    <a:pt x="11378" y="431"/>
                  </a:cubicBezTo>
                  <a:cubicBezTo>
                    <a:pt x="10981" y="286"/>
                    <a:pt x="10595" y="141"/>
                    <a:pt x="10203"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1"/>
            <p:cNvSpPr/>
            <p:nvPr/>
          </p:nvSpPr>
          <p:spPr>
            <a:xfrm>
              <a:off x="4070525" y="3109475"/>
              <a:ext cx="679450" cy="624050"/>
            </a:xfrm>
            <a:custGeom>
              <a:rect b="b" l="l" r="r" t="t"/>
              <a:pathLst>
                <a:path extrusionOk="0" h="24962" w="27178">
                  <a:moveTo>
                    <a:pt x="24223" y="0"/>
                  </a:moveTo>
                  <a:cubicBezTo>
                    <a:pt x="21204" y="80"/>
                    <a:pt x="18169" y="28"/>
                    <a:pt x="15172" y="323"/>
                  </a:cubicBezTo>
                  <a:cubicBezTo>
                    <a:pt x="14015" y="435"/>
                    <a:pt x="12862" y="449"/>
                    <a:pt x="11711" y="449"/>
                  </a:cubicBezTo>
                  <a:cubicBezTo>
                    <a:pt x="11329" y="449"/>
                    <a:pt x="10948" y="448"/>
                    <a:pt x="10568" y="448"/>
                  </a:cubicBezTo>
                  <a:cubicBezTo>
                    <a:pt x="9896" y="448"/>
                    <a:pt x="9224" y="452"/>
                    <a:pt x="8552" y="479"/>
                  </a:cubicBezTo>
                  <a:cubicBezTo>
                    <a:pt x="7469" y="522"/>
                    <a:pt x="6384" y="535"/>
                    <a:pt x="5295" y="535"/>
                  </a:cubicBezTo>
                  <a:cubicBezTo>
                    <a:pt x="3668" y="535"/>
                    <a:pt x="2031" y="506"/>
                    <a:pt x="370" y="506"/>
                  </a:cubicBezTo>
                  <a:cubicBezTo>
                    <a:pt x="376" y="623"/>
                    <a:pt x="387" y="737"/>
                    <a:pt x="397" y="849"/>
                  </a:cubicBezTo>
                  <a:cubicBezTo>
                    <a:pt x="273" y="796"/>
                    <a:pt x="161" y="725"/>
                    <a:pt x="64" y="623"/>
                  </a:cubicBezTo>
                  <a:cubicBezTo>
                    <a:pt x="37" y="603"/>
                    <a:pt x="22" y="575"/>
                    <a:pt x="0" y="554"/>
                  </a:cubicBezTo>
                  <a:lnTo>
                    <a:pt x="0" y="554"/>
                  </a:lnTo>
                  <a:cubicBezTo>
                    <a:pt x="27" y="1010"/>
                    <a:pt x="64" y="1466"/>
                    <a:pt x="129" y="1924"/>
                  </a:cubicBezTo>
                  <a:cubicBezTo>
                    <a:pt x="129" y="1940"/>
                    <a:pt x="129" y="1950"/>
                    <a:pt x="134" y="1967"/>
                  </a:cubicBezTo>
                  <a:cubicBezTo>
                    <a:pt x="156" y="2123"/>
                    <a:pt x="177" y="2279"/>
                    <a:pt x="204" y="2440"/>
                  </a:cubicBezTo>
                  <a:cubicBezTo>
                    <a:pt x="290" y="3181"/>
                    <a:pt x="306" y="3928"/>
                    <a:pt x="441" y="4669"/>
                  </a:cubicBezTo>
                  <a:cubicBezTo>
                    <a:pt x="585" y="5480"/>
                    <a:pt x="854" y="6281"/>
                    <a:pt x="967" y="7102"/>
                  </a:cubicBezTo>
                  <a:lnTo>
                    <a:pt x="945" y="7102"/>
                  </a:lnTo>
                  <a:cubicBezTo>
                    <a:pt x="1096" y="9928"/>
                    <a:pt x="1096" y="12748"/>
                    <a:pt x="821" y="15569"/>
                  </a:cubicBezTo>
                  <a:cubicBezTo>
                    <a:pt x="821" y="15730"/>
                    <a:pt x="816" y="15891"/>
                    <a:pt x="811" y="16053"/>
                  </a:cubicBezTo>
                  <a:cubicBezTo>
                    <a:pt x="816" y="16122"/>
                    <a:pt x="811" y="16192"/>
                    <a:pt x="811" y="16256"/>
                  </a:cubicBezTo>
                  <a:cubicBezTo>
                    <a:pt x="806" y="16429"/>
                    <a:pt x="801" y="16606"/>
                    <a:pt x="796" y="16777"/>
                  </a:cubicBezTo>
                  <a:cubicBezTo>
                    <a:pt x="796" y="17702"/>
                    <a:pt x="774" y="18626"/>
                    <a:pt x="789" y="19549"/>
                  </a:cubicBezTo>
                  <a:cubicBezTo>
                    <a:pt x="796" y="19819"/>
                    <a:pt x="725" y="19963"/>
                    <a:pt x="575" y="20012"/>
                  </a:cubicBezTo>
                  <a:cubicBezTo>
                    <a:pt x="558" y="20007"/>
                    <a:pt x="543" y="19995"/>
                    <a:pt x="526" y="19990"/>
                  </a:cubicBezTo>
                  <a:lnTo>
                    <a:pt x="526" y="19990"/>
                  </a:lnTo>
                  <a:cubicBezTo>
                    <a:pt x="526" y="20033"/>
                    <a:pt x="531" y="20071"/>
                    <a:pt x="538" y="20104"/>
                  </a:cubicBezTo>
                  <a:lnTo>
                    <a:pt x="543" y="20168"/>
                  </a:lnTo>
                  <a:cubicBezTo>
                    <a:pt x="553" y="20297"/>
                    <a:pt x="612" y="20404"/>
                    <a:pt x="699" y="20490"/>
                  </a:cubicBezTo>
                  <a:cubicBezTo>
                    <a:pt x="723" y="20493"/>
                    <a:pt x="745" y="20494"/>
                    <a:pt x="768" y="20494"/>
                  </a:cubicBezTo>
                  <a:cubicBezTo>
                    <a:pt x="791" y="20494"/>
                    <a:pt x="814" y="20493"/>
                    <a:pt x="838" y="20490"/>
                  </a:cubicBezTo>
                  <a:cubicBezTo>
                    <a:pt x="924" y="20474"/>
                    <a:pt x="977" y="20447"/>
                    <a:pt x="1010" y="20409"/>
                  </a:cubicBezTo>
                  <a:cubicBezTo>
                    <a:pt x="1949" y="20441"/>
                    <a:pt x="2938" y="20619"/>
                    <a:pt x="3664" y="21237"/>
                  </a:cubicBezTo>
                  <a:cubicBezTo>
                    <a:pt x="3729" y="21425"/>
                    <a:pt x="3782" y="21644"/>
                    <a:pt x="3739" y="21827"/>
                  </a:cubicBezTo>
                  <a:cubicBezTo>
                    <a:pt x="3648" y="22209"/>
                    <a:pt x="3717" y="22623"/>
                    <a:pt x="3717" y="23025"/>
                  </a:cubicBezTo>
                  <a:cubicBezTo>
                    <a:pt x="3717" y="23456"/>
                    <a:pt x="3690" y="24396"/>
                    <a:pt x="3690" y="24830"/>
                  </a:cubicBezTo>
                  <a:cubicBezTo>
                    <a:pt x="3746" y="24934"/>
                    <a:pt x="3871" y="24962"/>
                    <a:pt x="3987" y="24962"/>
                  </a:cubicBezTo>
                  <a:cubicBezTo>
                    <a:pt x="4118" y="24962"/>
                    <a:pt x="4238" y="24927"/>
                    <a:pt x="4238" y="24927"/>
                  </a:cubicBezTo>
                  <a:lnTo>
                    <a:pt x="4314" y="24847"/>
                  </a:lnTo>
                  <a:cubicBezTo>
                    <a:pt x="4314" y="24847"/>
                    <a:pt x="4573" y="24781"/>
                    <a:pt x="4795" y="24781"/>
                  </a:cubicBezTo>
                  <a:cubicBezTo>
                    <a:pt x="4812" y="24781"/>
                    <a:pt x="4829" y="24782"/>
                    <a:pt x="4845" y="24783"/>
                  </a:cubicBezTo>
                  <a:cubicBezTo>
                    <a:pt x="5284" y="24804"/>
                    <a:pt x="5722" y="24811"/>
                    <a:pt x="6160" y="24811"/>
                  </a:cubicBezTo>
                  <a:cubicBezTo>
                    <a:pt x="6781" y="24811"/>
                    <a:pt x="7401" y="24798"/>
                    <a:pt x="8021" y="24798"/>
                  </a:cubicBezTo>
                  <a:cubicBezTo>
                    <a:pt x="8294" y="24803"/>
                    <a:pt x="8569" y="24815"/>
                    <a:pt x="8842" y="24820"/>
                  </a:cubicBezTo>
                  <a:cubicBezTo>
                    <a:pt x="9321" y="24771"/>
                    <a:pt x="9841" y="24745"/>
                    <a:pt x="10444" y="24745"/>
                  </a:cubicBezTo>
                  <a:cubicBezTo>
                    <a:pt x="10964" y="24745"/>
                    <a:pt x="11502" y="24761"/>
                    <a:pt x="12018" y="24783"/>
                  </a:cubicBezTo>
                  <a:cubicBezTo>
                    <a:pt x="12109" y="24783"/>
                    <a:pt x="12200" y="24788"/>
                    <a:pt x="12291" y="24788"/>
                  </a:cubicBezTo>
                  <a:cubicBezTo>
                    <a:pt x="12581" y="24761"/>
                    <a:pt x="12877" y="24734"/>
                    <a:pt x="13167" y="24686"/>
                  </a:cubicBezTo>
                  <a:cubicBezTo>
                    <a:pt x="14451" y="24642"/>
                    <a:pt x="15735" y="24584"/>
                    <a:pt x="17019" y="24562"/>
                  </a:cubicBezTo>
                  <a:cubicBezTo>
                    <a:pt x="17617" y="24552"/>
                    <a:pt x="18293" y="24437"/>
                    <a:pt x="18896" y="24437"/>
                  </a:cubicBezTo>
                  <a:cubicBezTo>
                    <a:pt x="19301" y="24437"/>
                    <a:pt x="19673" y="24489"/>
                    <a:pt x="19968" y="24659"/>
                  </a:cubicBezTo>
                  <a:cubicBezTo>
                    <a:pt x="20012" y="24637"/>
                    <a:pt x="20059" y="24621"/>
                    <a:pt x="20103" y="24594"/>
                  </a:cubicBezTo>
                  <a:cubicBezTo>
                    <a:pt x="20065" y="24396"/>
                    <a:pt x="20044" y="24197"/>
                    <a:pt x="20027" y="23992"/>
                  </a:cubicBezTo>
                  <a:cubicBezTo>
                    <a:pt x="20302" y="23746"/>
                    <a:pt x="20463" y="23359"/>
                    <a:pt x="20511" y="22784"/>
                  </a:cubicBezTo>
                  <a:cubicBezTo>
                    <a:pt x="20533" y="22569"/>
                    <a:pt x="20522" y="22353"/>
                    <a:pt x="20522" y="22139"/>
                  </a:cubicBezTo>
                  <a:cubicBezTo>
                    <a:pt x="19990" y="21961"/>
                    <a:pt x="20054" y="21483"/>
                    <a:pt x="19985" y="21064"/>
                  </a:cubicBezTo>
                  <a:cubicBezTo>
                    <a:pt x="18911" y="20028"/>
                    <a:pt x="19898" y="19663"/>
                    <a:pt x="20463" y="19157"/>
                  </a:cubicBezTo>
                  <a:cubicBezTo>
                    <a:pt x="20554" y="19033"/>
                    <a:pt x="20651" y="18911"/>
                    <a:pt x="20753" y="18787"/>
                  </a:cubicBezTo>
                  <a:cubicBezTo>
                    <a:pt x="20640" y="18599"/>
                    <a:pt x="20592" y="18421"/>
                    <a:pt x="20580" y="18255"/>
                  </a:cubicBezTo>
                  <a:cubicBezTo>
                    <a:pt x="20575" y="18126"/>
                    <a:pt x="20592" y="18002"/>
                    <a:pt x="20629" y="17885"/>
                  </a:cubicBezTo>
                  <a:cubicBezTo>
                    <a:pt x="20780" y="17337"/>
                    <a:pt x="21284" y="16864"/>
                    <a:pt x="21333" y="16288"/>
                  </a:cubicBezTo>
                  <a:cubicBezTo>
                    <a:pt x="21532" y="15472"/>
                    <a:pt x="21579" y="14559"/>
                    <a:pt x="22670" y="14371"/>
                  </a:cubicBezTo>
                  <a:cubicBezTo>
                    <a:pt x="22843" y="14198"/>
                    <a:pt x="23020" y="14027"/>
                    <a:pt x="23191" y="13856"/>
                  </a:cubicBezTo>
                  <a:cubicBezTo>
                    <a:pt x="23352" y="13045"/>
                    <a:pt x="22869" y="12088"/>
                    <a:pt x="23734" y="11443"/>
                  </a:cubicBezTo>
                  <a:cubicBezTo>
                    <a:pt x="24036" y="10997"/>
                    <a:pt x="24395" y="10573"/>
                    <a:pt x="24701" y="10127"/>
                  </a:cubicBezTo>
                  <a:cubicBezTo>
                    <a:pt x="24874" y="10052"/>
                    <a:pt x="25050" y="9993"/>
                    <a:pt x="25228" y="9944"/>
                  </a:cubicBezTo>
                  <a:cubicBezTo>
                    <a:pt x="25147" y="9832"/>
                    <a:pt x="25088" y="9703"/>
                    <a:pt x="25045" y="9557"/>
                  </a:cubicBezTo>
                  <a:cubicBezTo>
                    <a:pt x="25110" y="9434"/>
                    <a:pt x="25169" y="9311"/>
                    <a:pt x="25217" y="9182"/>
                  </a:cubicBezTo>
                  <a:cubicBezTo>
                    <a:pt x="25298" y="8639"/>
                    <a:pt x="25308" y="8101"/>
                    <a:pt x="25233" y="7543"/>
                  </a:cubicBezTo>
                  <a:cubicBezTo>
                    <a:pt x="25184" y="7188"/>
                    <a:pt x="25157" y="6920"/>
                    <a:pt x="25395" y="6635"/>
                  </a:cubicBezTo>
                  <a:cubicBezTo>
                    <a:pt x="25658" y="6318"/>
                    <a:pt x="25985" y="6184"/>
                    <a:pt x="26184" y="5775"/>
                  </a:cubicBezTo>
                  <a:cubicBezTo>
                    <a:pt x="26313" y="5507"/>
                    <a:pt x="26431" y="5227"/>
                    <a:pt x="26570" y="4964"/>
                  </a:cubicBezTo>
                  <a:cubicBezTo>
                    <a:pt x="26828" y="4481"/>
                    <a:pt x="27054" y="4013"/>
                    <a:pt x="27178" y="3504"/>
                  </a:cubicBezTo>
                  <a:cubicBezTo>
                    <a:pt x="27135" y="3385"/>
                    <a:pt x="27071" y="3310"/>
                    <a:pt x="26979" y="3256"/>
                  </a:cubicBezTo>
                  <a:cubicBezTo>
                    <a:pt x="26984" y="3219"/>
                    <a:pt x="26995" y="3175"/>
                    <a:pt x="27001" y="3137"/>
                  </a:cubicBezTo>
                  <a:lnTo>
                    <a:pt x="27001" y="3137"/>
                  </a:lnTo>
                  <a:cubicBezTo>
                    <a:pt x="26962" y="3164"/>
                    <a:pt x="26920" y="3186"/>
                    <a:pt x="26877" y="3213"/>
                  </a:cubicBezTo>
                  <a:cubicBezTo>
                    <a:pt x="26797" y="3188"/>
                    <a:pt x="26706" y="3177"/>
                    <a:pt x="26604" y="3177"/>
                  </a:cubicBezTo>
                  <a:cubicBezTo>
                    <a:pt x="26487" y="3177"/>
                    <a:pt x="26355" y="3192"/>
                    <a:pt x="26211" y="3219"/>
                  </a:cubicBezTo>
                  <a:cubicBezTo>
                    <a:pt x="25576" y="3331"/>
                    <a:pt x="24932" y="3363"/>
                    <a:pt x="24287" y="3407"/>
                  </a:cubicBezTo>
                  <a:cubicBezTo>
                    <a:pt x="24068" y="3315"/>
                    <a:pt x="23858" y="3192"/>
                    <a:pt x="23675" y="3041"/>
                  </a:cubicBezTo>
                  <a:cubicBezTo>
                    <a:pt x="23605" y="2981"/>
                    <a:pt x="23552" y="2901"/>
                    <a:pt x="23520" y="2820"/>
                  </a:cubicBezTo>
                  <a:cubicBezTo>
                    <a:pt x="23557" y="2684"/>
                    <a:pt x="23636" y="2592"/>
                    <a:pt x="23804" y="2592"/>
                  </a:cubicBezTo>
                  <a:cubicBezTo>
                    <a:pt x="23854" y="2592"/>
                    <a:pt x="23911" y="2600"/>
                    <a:pt x="23976" y="2616"/>
                  </a:cubicBezTo>
                  <a:cubicBezTo>
                    <a:pt x="23902" y="2401"/>
                    <a:pt x="23980" y="2339"/>
                    <a:pt x="24121" y="2339"/>
                  </a:cubicBezTo>
                  <a:cubicBezTo>
                    <a:pt x="24163" y="2339"/>
                    <a:pt x="24211" y="2345"/>
                    <a:pt x="24261" y="2353"/>
                  </a:cubicBezTo>
                  <a:cubicBezTo>
                    <a:pt x="24341" y="1902"/>
                    <a:pt x="24718" y="1746"/>
                    <a:pt x="25061" y="1563"/>
                  </a:cubicBezTo>
                  <a:cubicBezTo>
                    <a:pt x="25179" y="1086"/>
                    <a:pt x="24911" y="682"/>
                    <a:pt x="24798" y="253"/>
                  </a:cubicBezTo>
                  <a:cubicBezTo>
                    <a:pt x="24604" y="156"/>
                    <a:pt x="24411" y="0"/>
                    <a:pt x="24223"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1"/>
            <p:cNvSpPr/>
            <p:nvPr/>
          </p:nvSpPr>
          <p:spPr>
            <a:xfrm>
              <a:off x="4696650" y="2976750"/>
              <a:ext cx="1106175" cy="382425"/>
            </a:xfrm>
            <a:custGeom>
              <a:rect b="b" l="l" r="r" t="t"/>
              <a:pathLst>
                <a:path extrusionOk="0" h="15297" w="44247">
                  <a:moveTo>
                    <a:pt x="43640" y="1"/>
                  </a:moveTo>
                  <a:cubicBezTo>
                    <a:pt x="43406" y="1"/>
                    <a:pt x="43127" y="160"/>
                    <a:pt x="42908" y="168"/>
                  </a:cubicBezTo>
                  <a:cubicBezTo>
                    <a:pt x="40791" y="264"/>
                    <a:pt x="38707" y="587"/>
                    <a:pt x="36617" y="921"/>
                  </a:cubicBezTo>
                  <a:cubicBezTo>
                    <a:pt x="36542" y="872"/>
                    <a:pt x="36466" y="812"/>
                    <a:pt x="36402" y="737"/>
                  </a:cubicBezTo>
                  <a:cubicBezTo>
                    <a:pt x="36069" y="877"/>
                    <a:pt x="35730" y="1006"/>
                    <a:pt x="35387" y="1119"/>
                  </a:cubicBezTo>
                  <a:cubicBezTo>
                    <a:pt x="33989" y="1340"/>
                    <a:pt x="32593" y="1548"/>
                    <a:pt x="31185" y="1683"/>
                  </a:cubicBezTo>
                  <a:cubicBezTo>
                    <a:pt x="27919" y="1995"/>
                    <a:pt x="24653" y="2269"/>
                    <a:pt x="21381" y="2564"/>
                  </a:cubicBezTo>
                  <a:cubicBezTo>
                    <a:pt x="20054" y="2666"/>
                    <a:pt x="18728" y="2768"/>
                    <a:pt x="17401" y="2870"/>
                  </a:cubicBezTo>
                  <a:cubicBezTo>
                    <a:pt x="15901" y="3252"/>
                    <a:pt x="14359" y="3198"/>
                    <a:pt x="12845" y="3365"/>
                  </a:cubicBezTo>
                  <a:cubicBezTo>
                    <a:pt x="12648" y="3275"/>
                    <a:pt x="12471" y="3239"/>
                    <a:pt x="12305" y="3239"/>
                  </a:cubicBezTo>
                  <a:cubicBezTo>
                    <a:pt x="12280" y="3239"/>
                    <a:pt x="12256" y="3240"/>
                    <a:pt x="12232" y="3241"/>
                  </a:cubicBezTo>
                  <a:cubicBezTo>
                    <a:pt x="11674" y="3279"/>
                    <a:pt x="11239" y="3730"/>
                    <a:pt x="10756" y="4010"/>
                  </a:cubicBezTo>
                  <a:lnTo>
                    <a:pt x="10749" y="4010"/>
                  </a:lnTo>
                  <a:cubicBezTo>
                    <a:pt x="10541" y="4399"/>
                    <a:pt x="10242" y="4474"/>
                    <a:pt x="9922" y="4474"/>
                  </a:cubicBezTo>
                  <a:cubicBezTo>
                    <a:pt x="9723" y="4474"/>
                    <a:pt x="9516" y="4445"/>
                    <a:pt x="9318" y="4445"/>
                  </a:cubicBezTo>
                  <a:cubicBezTo>
                    <a:pt x="9242" y="4445"/>
                    <a:pt x="9167" y="4449"/>
                    <a:pt x="9095" y="4461"/>
                  </a:cubicBezTo>
                  <a:cubicBezTo>
                    <a:pt x="7409" y="4729"/>
                    <a:pt x="5656" y="4584"/>
                    <a:pt x="3992" y="5046"/>
                  </a:cubicBezTo>
                  <a:cubicBezTo>
                    <a:pt x="3928" y="5009"/>
                    <a:pt x="3858" y="4960"/>
                    <a:pt x="3799" y="4896"/>
                  </a:cubicBezTo>
                  <a:cubicBezTo>
                    <a:pt x="3787" y="4960"/>
                    <a:pt x="3782" y="5035"/>
                    <a:pt x="3777" y="5111"/>
                  </a:cubicBezTo>
                  <a:cubicBezTo>
                    <a:pt x="3600" y="5164"/>
                    <a:pt x="3422" y="5223"/>
                    <a:pt x="3251" y="5293"/>
                  </a:cubicBezTo>
                  <a:cubicBezTo>
                    <a:pt x="3229" y="5508"/>
                    <a:pt x="3213" y="5723"/>
                    <a:pt x="2981" y="5825"/>
                  </a:cubicBezTo>
                  <a:cubicBezTo>
                    <a:pt x="2879" y="6427"/>
                    <a:pt x="2788" y="7028"/>
                    <a:pt x="2676" y="7625"/>
                  </a:cubicBezTo>
                  <a:cubicBezTo>
                    <a:pt x="2665" y="7684"/>
                    <a:pt x="2643" y="7749"/>
                    <a:pt x="2633" y="7807"/>
                  </a:cubicBezTo>
                  <a:cubicBezTo>
                    <a:pt x="2450" y="8065"/>
                    <a:pt x="2219" y="8280"/>
                    <a:pt x="1956" y="8446"/>
                  </a:cubicBezTo>
                  <a:cubicBezTo>
                    <a:pt x="1950" y="8484"/>
                    <a:pt x="1939" y="8528"/>
                    <a:pt x="1934" y="8565"/>
                  </a:cubicBezTo>
                  <a:cubicBezTo>
                    <a:pt x="2026" y="8619"/>
                    <a:pt x="2090" y="8694"/>
                    <a:pt x="2133" y="8813"/>
                  </a:cubicBezTo>
                  <a:cubicBezTo>
                    <a:pt x="2009" y="9322"/>
                    <a:pt x="1783" y="9790"/>
                    <a:pt x="1525" y="10273"/>
                  </a:cubicBezTo>
                  <a:cubicBezTo>
                    <a:pt x="1386" y="10536"/>
                    <a:pt x="1268" y="10816"/>
                    <a:pt x="1139" y="11084"/>
                  </a:cubicBezTo>
                  <a:cubicBezTo>
                    <a:pt x="940" y="11493"/>
                    <a:pt x="613" y="11627"/>
                    <a:pt x="350" y="11944"/>
                  </a:cubicBezTo>
                  <a:cubicBezTo>
                    <a:pt x="112" y="12229"/>
                    <a:pt x="139" y="12497"/>
                    <a:pt x="188" y="12852"/>
                  </a:cubicBezTo>
                  <a:cubicBezTo>
                    <a:pt x="263" y="13410"/>
                    <a:pt x="253" y="13948"/>
                    <a:pt x="172" y="14491"/>
                  </a:cubicBezTo>
                  <a:cubicBezTo>
                    <a:pt x="124" y="14620"/>
                    <a:pt x="65" y="14743"/>
                    <a:pt x="0" y="14866"/>
                  </a:cubicBezTo>
                  <a:cubicBezTo>
                    <a:pt x="43" y="15012"/>
                    <a:pt x="102" y="15141"/>
                    <a:pt x="183" y="15253"/>
                  </a:cubicBezTo>
                  <a:cubicBezTo>
                    <a:pt x="397" y="15188"/>
                    <a:pt x="618" y="15146"/>
                    <a:pt x="833" y="15113"/>
                  </a:cubicBezTo>
                  <a:cubicBezTo>
                    <a:pt x="1106" y="15251"/>
                    <a:pt x="1438" y="15296"/>
                    <a:pt x="1796" y="15296"/>
                  </a:cubicBezTo>
                  <a:cubicBezTo>
                    <a:pt x="2345" y="15296"/>
                    <a:pt x="2952" y="15190"/>
                    <a:pt x="3492" y="15151"/>
                  </a:cubicBezTo>
                  <a:cubicBezTo>
                    <a:pt x="6146" y="14963"/>
                    <a:pt x="8795" y="14769"/>
                    <a:pt x="11443" y="14560"/>
                  </a:cubicBezTo>
                  <a:cubicBezTo>
                    <a:pt x="11497" y="14598"/>
                    <a:pt x="11555" y="14630"/>
                    <a:pt x="11604" y="14673"/>
                  </a:cubicBezTo>
                  <a:cubicBezTo>
                    <a:pt x="11658" y="14625"/>
                    <a:pt x="11711" y="14576"/>
                    <a:pt x="11781" y="14538"/>
                  </a:cubicBezTo>
                  <a:cubicBezTo>
                    <a:pt x="16305" y="14179"/>
                    <a:pt x="20823" y="13782"/>
                    <a:pt x="25336" y="13276"/>
                  </a:cubicBezTo>
                  <a:cubicBezTo>
                    <a:pt x="25427" y="13314"/>
                    <a:pt x="25519" y="13351"/>
                    <a:pt x="25588" y="13405"/>
                  </a:cubicBezTo>
                  <a:cubicBezTo>
                    <a:pt x="25648" y="13335"/>
                    <a:pt x="25706" y="13281"/>
                    <a:pt x="25776" y="13228"/>
                  </a:cubicBezTo>
                  <a:cubicBezTo>
                    <a:pt x="27076" y="13083"/>
                    <a:pt x="28376" y="12927"/>
                    <a:pt x="29677" y="12760"/>
                  </a:cubicBezTo>
                  <a:cubicBezTo>
                    <a:pt x="30074" y="12713"/>
                    <a:pt x="30359" y="12589"/>
                    <a:pt x="30590" y="12423"/>
                  </a:cubicBezTo>
                  <a:cubicBezTo>
                    <a:pt x="30751" y="12401"/>
                    <a:pt x="30907" y="12379"/>
                    <a:pt x="31068" y="12358"/>
                  </a:cubicBezTo>
                  <a:cubicBezTo>
                    <a:pt x="31014" y="12277"/>
                    <a:pt x="30971" y="12180"/>
                    <a:pt x="30934" y="12078"/>
                  </a:cubicBezTo>
                  <a:cubicBezTo>
                    <a:pt x="31100" y="11868"/>
                    <a:pt x="31234" y="11617"/>
                    <a:pt x="31373" y="11352"/>
                  </a:cubicBezTo>
                  <a:cubicBezTo>
                    <a:pt x="31599" y="11218"/>
                    <a:pt x="31777" y="11004"/>
                    <a:pt x="31986" y="10843"/>
                  </a:cubicBezTo>
                  <a:cubicBezTo>
                    <a:pt x="31991" y="10843"/>
                    <a:pt x="31991" y="10837"/>
                    <a:pt x="31997" y="10837"/>
                  </a:cubicBezTo>
                  <a:cubicBezTo>
                    <a:pt x="32013" y="10826"/>
                    <a:pt x="32023" y="10816"/>
                    <a:pt x="32040" y="10811"/>
                  </a:cubicBezTo>
                  <a:cubicBezTo>
                    <a:pt x="32072" y="10789"/>
                    <a:pt x="32099" y="10767"/>
                    <a:pt x="32137" y="10752"/>
                  </a:cubicBezTo>
                  <a:cubicBezTo>
                    <a:pt x="32164" y="10735"/>
                    <a:pt x="32196" y="10725"/>
                    <a:pt x="32223" y="10708"/>
                  </a:cubicBezTo>
                  <a:cubicBezTo>
                    <a:pt x="32244" y="10703"/>
                    <a:pt x="32266" y="10692"/>
                    <a:pt x="32288" y="10687"/>
                  </a:cubicBezTo>
                  <a:cubicBezTo>
                    <a:pt x="32340" y="10670"/>
                    <a:pt x="32395" y="10660"/>
                    <a:pt x="32454" y="10655"/>
                  </a:cubicBezTo>
                  <a:cubicBezTo>
                    <a:pt x="32464" y="10569"/>
                    <a:pt x="32475" y="10482"/>
                    <a:pt x="32486" y="10392"/>
                  </a:cubicBezTo>
                  <a:cubicBezTo>
                    <a:pt x="32432" y="10102"/>
                    <a:pt x="32164" y="9780"/>
                    <a:pt x="32588" y="9542"/>
                  </a:cubicBezTo>
                  <a:cubicBezTo>
                    <a:pt x="32620" y="8677"/>
                    <a:pt x="33367" y="8565"/>
                    <a:pt x="33947" y="8317"/>
                  </a:cubicBezTo>
                  <a:cubicBezTo>
                    <a:pt x="34549" y="8060"/>
                    <a:pt x="35189" y="7878"/>
                    <a:pt x="35806" y="7668"/>
                  </a:cubicBezTo>
                  <a:cubicBezTo>
                    <a:pt x="35891" y="7581"/>
                    <a:pt x="35972" y="7501"/>
                    <a:pt x="36059" y="7415"/>
                  </a:cubicBezTo>
                  <a:lnTo>
                    <a:pt x="36052" y="7415"/>
                  </a:lnTo>
                  <a:cubicBezTo>
                    <a:pt x="36157" y="7249"/>
                    <a:pt x="36273" y="7105"/>
                    <a:pt x="36459" y="7105"/>
                  </a:cubicBezTo>
                  <a:cubicBezTo>
                    <a:pt x="36502" y="7105"/>
                    <a:pt x="36549" y="7113"/>
                    <a:pt x="36600" y="7130"/>
                  </a:cubicBezTo>
                  <a:cubicBezTo>
                    <a:pt x="36786" y="6727"/>
                    <a:pt x="37106" y="6592"/>
                    <a:pt x="37496" y="6592"/>
                  </a:cubicBezTo>
                  <a:cubicBezTo>
                    <a:pt x="37548" y="6592"/>
                    <a:pt x="37600" y="6594"/>
                    <a:pt x="37654" y="6599"/>
                  </a:cubicBezTo>
                  <a:cubicBezTo>
                    <a:pt x="37584" y="6120"/>
                    <a:pt x="37928" y="5857"/>
                    <a:pt x="38191" y="5551"/>
                  </a:cubicBezTo>
                  <a:cubicBezTo>
                    <a:pt x="38255" y="5321"/>
                    <a:pt x="38400" y="5246"/>
                    <a:pt x="38582" y="5246"/>
                  </a:cubicBezTo>
                  <a:cubicBezTo>
                    <a:pt x="38631" y="5246"/>
                    <a:pt x="38682" y="5252"/>
                    <a:pt x="38734" y="5260"/>
                  </a:cubicBezTo>
                  <a:cubicBezTo>
                    <a:pt x="38970" y="4246"/>
                    <a:pt x="40039" y="4665"/>
                    <a:pt x="40597" y="4208"/>
                  </a:cubicBezTo>
                  <a:cubicBezTo>
                    <a:pt x="40683" y="4030"/>
                    <a:pt x="40784" y="3885"/>
                    <a:pt x="40961" y="3885"/>
                  </a:cubicBezTo>
                  <a:cubicBezTo>
                    <a:pt x="41008" y="3885"/>
                    <a:pt x="41061" y="3895"/>
                    <a:pt x="41119" y="3918"/>
                  </a:cubicBezTo>
                  <a:cubicBezTo>
                    <a:pt x="41055" y="3671"/>
                    <a:pt x="41254" y="3693"/>
                    <a:pt x="41403" y="3666"/>
                  </a:cubicBezTo>
                  <a:cubicBezTo>
                    <a:pt x="41720" y="3187"/>
                    <a:pt x="42397" y="3591"/>
                    <a:pt x="42731" y="3150"/>
                  </a:cubicBezTo>
                  <a:cubicBezTo>
                    <a:pt x="42747" y="2929"/>
                    <a:pt x="42741" y="2699"/>
                    <a:pt x="42999" y="2602"/>
                  </a:cubicBezTo>
                  <a:cubicBezTo>
                    <a:pt x="43010" y="2381"/>
                    <a:pt x="43010" y="2156"/>
                    <a:pt x="43273" y="2064"/>
                  </a:cubicBezTo>
                  <a:cubicBezTo>
                    <a:pt x="43349" y="1962"/>
                    <a:pt x="43402" y="1823"/>
                    <a:pt x="43498" y="1791"/>
                  </a:cubicBezTo>
                  <a:cubicBezTo>
                    <a:pt x="44246" y="1521"/>
                    <a:pt x="44187" y="894"/>
                    <a:pt x="44031" y="361"/>
                  </a:cubicBezTo>
                  <a:cubicBezTo>
                    <a:pt x="43993" y="222"/>
                    <a:pt x="43939" y="135"/>
                    <a:pt x="43875" y="83"/>
                  </a:cubicBezTo>
                  <a:cubicBezTo>
                    <a:pt x="43806" y="23"/>
                    <a:pt x="43726" y="1"/>
                    <a:pt x="43640"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1"/>
            <p:cNvSpPr/>
            <p:nvPr/>
          </p:nvSpPr>
          <p:spPr>
            <a:xfrm>
              <a:off x="1957075" y="1520175"/>
              <a:ext cx="952250" cy="780950"/>
            </a:xfrm>
            <a:custGeom>
              <a:rect b="b" l="l" r="r" t="t"/>
              <a:pathLst>
                <a:path extrusionOk="0" h="31238" w="38090">
                  <a:moveTo>
                    <a:pt x="4618" y="1"/>
                  </a:moveTo>
                  <a:cubicBezTo>
                    <a:pt x="4004" y="1"/>
                    <a:pt x="3742" y="329"/>
                    <a:pt x="3675" y="986"/>
                  </a:cubicBezTo>
                  <a:cubicBezTo>
                    <a:pt x="3606" y="1658"/>
                    <a:pt x="3655" y="2357"/>
                    <a:pt x="3283" y="2952"/>
                  </a:cubicBezTo>
                  <a:cubicBezTo>
                    <a:pt x="3256" y="2920"/>
                    <a:pt x="3236" y="2883"/>
                    <a:pt x="3208" y="2845"/>
                  </a:cubicBezTo>
                  <a:cubicBezTo>
                    <a:pt x="3181" y="3017"/>
                    <a:pt x="3159" y="3195"/>
                    <a:pt x="3132" y="3366"/>
                  </a:cubicBezTo>
                  <a:cubicBezTo>
                    <a:pt x="3176" y="3614"/>
                    <a:pt x="3241" y="3860"/>
                    <a:pt x="3208" y="4092"/>
                  </a:cubicBezTo>
                  <a:cubicBezTo>
                    <a:pt x="2526" y="9131"/>
                    <a:pt x="1801" y="14164"/>
                    <a:pt x="1146" y="19209"/>
                  </a:cubicBezTo>
                  <a:cubicBezTo>
                    <a:pt x="1076" y="19773"/>
                    <a:pt x="941" y="20170"/>
                    <a:pt x="657" y="20343"/>
                  </a:cubicBezTo>
                  <a:cubicBezTo>
                    <a:pt x="645" y="20385"/>
                    <a:pt x="640" y="20428"/>
                    <a:pt x="630" y="20466"/>
                  </a:cubicBezTo>
                  <a:cubicBezTo>
                    <a:pt x="839" y="20757"/>
                    <a:pt x="947" y="21062"/>
                    <a:pt x="984" y="21374"/>
                  </a:cubicBezTo>
                  <a:cubicBezTo>
                    <a:pt x="630" y="23013"/>
                    <a:pt x="238" y="24650"/>
                    <a:pt x="17" y="26316"/>
                  </a:cubicBezTo>
                  <a:cubicBezTo>
                    <a:pt x="12" y="26326"/>
                    <a:pt x="12" y="26343"/>
                    <a:pt x="6" y="26354"/>
                  </a:cubicBezTo>
                  <a:cubicBezTo>
                    <a:pt x="1" y="26601"/>
                    <a:pt x="77" y="26832"/>
                    <a:pt x="382" y="26978"/>
                  </a:cubicBezTo>
                  <a:cubicBezTo>
                    <a:pt x="640" y="27100"/>
                    <a:pt x="908" y="27181"/>
                    <a:pt x="1188" y="27224"/>
                  </a:cubicBezTo>
                  <a:cubicBezTo>
                    <a:pt x="1661" y="27293"/>
                    <a:pt x="2150" y="27300"/>
                    <a:pt x="2623" y="27385"/>
                  </a:cubicBezTo>
                  <a:cubicBezTo>
                    <a:pt x="2849" y="27429"/>
                    <a:pt x="3074" y="27477"/>
                    <a:pt x="3300" y="27526"/>
                  </a:cubicBezTo>
                  <a:cubicBezTo>
                    <a:pt x="5266" y="27836"/>
                    <a:pt x="7232" y="28153"/>
                    <a:pt x="9204" y="28454"/>
                  </a:cubicBezTo>
                  <a:cubicBezTo>
                    <a:pt x="9328" y="28476"/>
                    <a:pt x="9457" y="28493"/>
                    <a:pt x="9585" y="28508"/>
                  </a:cubicBezTo>
                  <a:cubicBezTo>
                    <a:pt x="9665" y="28572"/>
                    <a:pt x="9747" y="28642"/>
                    <a:pt x="9811" y="28728"/>
                  </a:cubicBezTo>
                  <a:cubicBezTo>
                    <a:pt x="9864" y="28674"/>
                    <a:pt x="9928" y="28621"/>
                    <a:pt x="9993" y="28578"/>
                  </a:cubicBezTo>
                  <a:cubicBezTo>
                    <a:pt x="10005" y="28572"/>
                    <a:pt x="10010" y="28567"/>
                    <a:pt x="10020" y="28562"/>
                  </a:cubicBezTo>
                  <a:cubicBezTo>
                    <a:pt x="10514" y="28621"/>
                    <a:pt x="11014" y="28669"/>
                    <a:pt x="11508" y="28723"/>
                  </a:cubicBezTo>
                  <a:cubicBezTo>
                    <a:pt x="11525" y="28723"/>
                    <a:pt x="11542" y="28723"/>
                    <a:pt x="11559" y="28723"/>
                  </a:cubicBezTo>
                  <a:cubicBezTo>
                    <a:pt x="12030" y="28723"/>
                    <a:pt x="12492" y="28791"/>
                    <a:pt x="12953" y="28868"/>
                  </a:cubicBezTo>
                  <a:cubicBezTo>
                    <a:pt x="15505" y="29158"/>
                    <a:pt x="18063" y="29448"/>
                    <a:pt x="20614" y="29738"/>
                  </a:cubicBezTo>
                  <a:lnTo>
                    <a:pt x="20957" y="29792"/>
                  </a:lnTo>
                  <a:cubicBezTo>
                    <a:pt x="22350" y="30023"/>
                    <a:pt x="23784" y="30259"/>
                    <a:pt x="25202" y="30367"/>
                  </a:cubicBezTo>
                  <a:cubicBezTo>
                    <a:pt x="25390" y="30383"/>
                    <a:pt x="25578" y="30388"/>
                    <a:pt x="25767" y="30399"/>
                  </a:cubicBezTo>
                  <a:lnTo>
                    <a:pt x="25767" y="30405"/>
                  </a:lnTo>
                  <a:cubicBezTo>
                    <a:pt x="26255" y="30459"/>
                    <a:pt x="26749" y="30512"/>
                    <a:pt x="27238" y="30571"/>
                  </a:cubicBezTo>
                  <a:cubicBezTo>
                    <a:pt x="27227" y="30549"/>
                    <a:pt x="27211" y="30534"/>
                    <a:pt x="27200" y="30512"/>
                  </a:cubicBezTo>
                  <a:lnTo>
                    <a:pt x="27200" y="30512"/>
                  </a:lnTo>
                  <a:cubicBezTo>
                    <a:pt x="28758" y="30668"/>
                    <a:pt x="30322" y="30791"/>
                    <a:pt x="31874" y="30985"/>
                  </a:cubicBezTo>
                  <a:cubicBezTo>
                    <a:pt x="32900" y="31065"/>
                    <a:pt x="33927" y="31151"/>
                    <a:pt x="34953" y="31232"/>
                  </a:cubicBezTo>
                  <a:cubicBezTo>
                    <a:pt x="35017" y="31216"/>
                    <a:pt x="35075" y="31188"/>
                    <a:pt x="35130" y="31161"/>
                  </a:cubicBezTo>
                  <a:cubicBezTo>
                    <a:pt x="35372" y="31188"/>
                    <a:pt x="35608" y="31210"/>
                    <a:pt x="35849" y="31237"/>
                  </a:cubicBezTo>
                  <a:cubicBezTo>
                    <a:pt x="35898" y="31168"/>
                    <a:pt x="35941" y="31097"/>
                    <a:pt x="35978" y="31017"/>
                  </a:cubicBezTo>
                  <a:cubicBezTo>
                    <a:pt x="35968" y="30904"/>
                    <a:pt x="35963" y="30775"/>
                    <a:pt x="35978" y="30613"/>
                  </a:cubicBezTo>
                  <a:cubicBezTo>
                    <a:pt x="36333" y="26720"/>
                    <a:pt x="36667" y="22819"/>
                    <a:pt x="36919" y="18919"/>
                  </a:cubicBezTo>
                  <a:cubicBezTo>
                    <a:pt x="36951" y="18462"/>
                    <a:pt x="37048" y="18204"/>
                    <a:pt x="37230" y="18064"/>
                  </a:cubicBezTo>
                  <a:cubicBezTo>
                    <a:pt x="37242" y="17908"/>
                    <a:pt x="37252" y="17747"/>
                    <a:pt x="37262" y="17591"/>
                  </a:cubicBezTo>
                  <a:cubicBezTo>
                    <a:pt x="37267" y="17559"/>
                    <a:pt x="37267" y="17522"/>
                    <a:pt x="37274" y="17484"/>
                  </a:cubicBezTo>
                  <a:cubicBezTo>
                    <a:pt x="37069" y="17323"/>
                    <a:pt x="37037" y="17023"/>
                    <a:pt x="37080" y="16522"/>
                  </a:cubicBezTo>
                  <a:cubicBezTo>
                    <a:pt x="37450" y="12627"/>
                    <a:pt x="37719" y="8722"/>
                    <a:pt x="38047" y="4822"/>
                  </a:cubicBezTo>
                  <a:cubicBezTo>
                    <a:pt x="38058" y="4666"/>
                    <a:pt x="38073" y="4511"/>
                    <a:pt x="38090" y="4355"/>
                  </a:cubicBezTo>
                  <a:cubicBezTo>
                    <a:pt x="37983" y="4113"/>
                    <a:pt x="37815" y="3946"/>
                    <a:pt x="37601" y="3834"/>
                  </a:cubicBezTo>
                  <a:cubicBezTo>
                    <a:pt x="37569" y="3817"/>
                    <a:pt x="37542" y="3807"/>
                    <a:pt x="37510" y="3790"/>
                  </a:cubicBezTo>
                  <a:cubicBezTo>
                    <a:pt x="37424" y="3823"/>
                    <a:pt x="37321" y="3836"/>
                    <a:pt x="37201" y="3836"/>
                  </a:cubicBezTo>
                  <a:cubicBezTo>
                    <a:pt x="37101" y="3836"/>
                    <a:pt x="36989" y="3827"/>
                    <a:pt x="36865" y="3812"/>
                  </a:cubicBezTo>
                  <a:cubicBezTo>
                    <a:pt x="34356" y="3490"/>
                    <a:pt x="31837" y="3242"/>
                    <a:pt x="29328" y="2947"/>
                  </a:cubicBezTo>
                  <a:cubicBezTo>
                    <a:pt x="25186" y="2464"/>
                    <a:pt x="21049" y="1958"/>
                    <a:pt x="16913" y="1464"/>
                  </a:cubicBezTo>
                  <a:cubicBezTo>
                    <a:pt x="12905" y="986"/>
                    <a:pt x="8897" y="525"/>
                    <a:pt x="4890" y="19"/>
                  </a:cubicBezTo>
                  <a:cubicBezTo>
                    <a:pt x="4792" y="7"/>
                    <a:pt x="4702" y="1"/>
                    <a:pt x="4618"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1"/>
            <p:cNvSpPr/>
            <p:nvPr/>
          </p:nvSpPr>
          <p:spPr>
            <a:xfrm>
              <a:off x="1949300" y="2186000"/>
              <a:ext cx="30375" cy="20850"/>
            </a:xfrm>
            <a:custGeom>
              <a:rect b="b" l="l" r="r" t="t"/>
              <a:pathLst>
                <a:path extrusionOk="0" h="834" w="1215">
                  <a:moveTo>
                    <a:pt x="70" y="0"/>
                  </a:moveTo>
                  <a:cubicBezTo>
                    <a:pt x="43" y="22"/>
                    <a:pt x="22" y="43"/>
                    <a:pt x="1" y="70"/>
                  </a:cubicBezTo>
                  <a:cubicBezTo>
                    <a:pt x="33" y="129"/>
                    <a:pt x="70" y="183"/>
                    <a:pt x="108" y="236"/>
                  </a:cubicBezTo>
                  <a:cubicBezTo>
                    <a:pt x="118" y="253"/>
                    <a:pt x="130" y="268"/>
                    <a:pt x="145" y="280"/>
                  </a:cubicBezTo>
                  <a:cubicBezTo>
                    <a:pt x="172" y="317"/>
                    <a:pt x="199" y="350"/>
                    <a:pt x="227" y="382"/>
                  </a:cubicBezTo>
                  <a:cubicBezTo>
                    <a:pt x="242" y="392"/>
                    <a:pt x="252" y="409"/>
                    <a:pt x="269" y="425"/>
                  </a:cubicBezTo>
                  <a:cubicBezTo>
                    <a:pt x="301" y="452"/>
                    <a:pt x="334" y="479"/>
                    <a:pt x="366" y="506"/>
                  </a:cubicBezTo>
                  <a:cubicBezTo>
                    <a:pt x="376" y="516"/>
                    <a:pt x="388" y="526"/>
                    <a:pt x="398" y="532"/>
                  </a:cubicBezTo>
                  <a:cubicBezTo>
                    <a:pt x="446" y="570"/>
                    <a:pt x="490" y="596"/>
                    <a:pt x="537" y="623"/>
                  </a:cubicBezTo>
                  <a:cubicBezTo>
                    <a:pt x="542" y="628"/>
                    <a:pt x="549" y="628"/>
                    <a:pt x="549" y="635"/>
                  </a:cubicBezTo>
                  <a:cubicBezTo>
                    <a:pt x="591" y="655"/>
                    <a:pt x="639" y="677"/>
                    <a:pt x="683" y="699"/>
                  </a:cubicBezTo>
                  <a:cubicBezTo>
                    <a:pt x="698" y="704"/>
                    <a:pt x="715" y="709"/>
                    <a:pt x="725" y="715"/>
                  </a:cubicBezTo>
                  <a:cubicBezTo>
                    <a:pt x="763" y="731"/>
                    <a:pt x="807" y="742"/>
                    <a:pt x="844" y="752"/>
                  </a:cubicBezTo>
                  <a:cubicBezTo>
                    <a:pt x="854" y="757"/>
                    <a:pt x="871" y="764"/>
                    <a:pt x="881" y="769"/>
                  </a:cubicBezTo>
                  <a:cubicBezTo>
                    <a:pt x="929" y="779"/>
                    <a:pt x="978" y="789"/>
                    <a:pt x="1026" y="801"/>
                  </a:cubicBezTo>
                  <a:cubicBezTo>
                    <a:pt x="1032" y="801"/>
                    <a:pt x="1037" y="806"/>
                    <a:pt x="1043" y="806"/>
                  </a:cubicBezTo>
                  <a:cubicBezTo>
                    <a:pt x="1102" y="816"/>
                    <a:pt x="1155" y="828"/>
                    <a:pt x="1214" y="833"/>
                  </a:cubicBezTo>
                  <a:cubicBezTo>
                    <a:pt x="887" y="757"/>
                    <a:pt x="468" y="650"/>
                    <a:pt x="247" y="365"/>
                  </a:cubicBezTo>
                  <a:cubicBezTo>
                    <a:pt x="150" y="241"/>
                    <a:pt x="98" y="119"/>
                    <a:pt x="70"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1"/>
            <p:cNvSpPr/>
            <p:nvPr/>
          </p:nvSpPr>
          <p:spPr>
            <a:xfrm>
              <a:off x="4961225" y="2145825"/>
              <a:ext cx="403350" cy="702700"/>
            </a:xfrm>
            <a:custGeom>
              <a:rect b="b" l="l" r="r" t="t"/>
              <a:pathLst>
                <a:path extrusionOk="0" h="28108" w="16134">
                  <a:moveTo>
                    <a:pt x="14108" y="1"/>
                  </a:moveTo>
                  <a:cubicBezTo>
                    <a:pt x="14076" y="1"/>
                    <a:pt x="7344" y="1"/>
                    <a:pt x="4384" y="866"/>
                  </a:cubicBezTo>
                  <a:cubicBezTo>
                    <a:pt x="4266" y="834"/>
                    <a:pt x="4163" y="764"/>
                    <a:pt x="4088" y="662"/>
                  </a:cubicBezTo>
                  <a:cubicBezTo>
                    <a:pt x="4041" y="591"/>
                    <a:pt x="4009" y="511"/>
                    <a:pt x="3992" y="425"/>
                  </a:cubicBezTo>
                  <a:cubicBezTo>
                    <a:pt x="3315" y="640"/>
                    <a:pt x="2643" y="920"/>
                    <a:pt x="1988" y="1285"/>
                  </a:cubicBezTo>
                  <a:cubicBezTo>
                    <a:pt x="1859" y="1355"/>
                    <a:pt x="1708" y="1404"/>
                    <a:pt x="1612" y="1404"/>
                  </a:cubicBezTo>
                  <a:lnTo>
                    <a:pt x="1579" y="1404"/>
                  </a:lnTo>
                  <a:cubicBezTo>
                    <a:pt x="1430" y="1377"/>
                    <a:pt x="1295" y="1360"/>
                    <a:pt x="1166" y="1360"/>
                  </a:cubicBezTo>
                  <a:cubicBezTo>
                    <a:pt x="897" y="1360"/>
                    <a:pt x="672" y="1424"/>
                    <a:pt x="495" y="1548"/>
                  </a:cubicBezTo>
                  <a:cubicBezTo>
                    <a:pt x="553" y="1741"/>
                    <a:pt x="607" y="1940"/>
                    <a:pt x="661" y="2145"/>
                  </a:cubicBezTo>
                  <a:cubicBezTo>
                    <a:pt x="560" y="2349"/>
                    <a:pt x="585" y="2661"/>
                    <a:pt x="612" y="3004"/>
                  </a:cubicBezTo>
                  <a:cubicBezTo>
                    <a:pt x="919" y="6856"/>
                    <a:pt x="1101" y="10724"/>
                    <a:pt x="1527" y="14560"/>
                  </a:cubicBezTo>
                  <a:cubicBezTo>
                    <a:pt x="1730" y="16413"/>
                    <a:pt x="1574" y="18255"/>
                    <a:pt x="1730" y="20092"/>
                  </a:cubicBezTo>
                  <a:cubicBezTo>
                    <a:pt x="2107" y="20769"/>
                    <a:pt x="2461" y="21446"/>
                    <a:pt x="2154" y="22199"/>
                  </a:cubicBezTo>
                  <a:lnTo>
                    <a:pt x="2154" y="22226"/>
                  </a:lnTo>
                  <a:cubicBezTo>
                    <a:pt x="2042" y="23005"/>
                    <a:pt x="1585" y="23928"/>
                    <a:pt x="1145" y="24573"/>
                  </a:cubicBezTo>
                  <a:cubicBezTo>
                    <a:pt x="823" y="25041"/>
                    <a:pt x="527" y="25217"/>
                    <a:pt x="231" y="25701"/>
                  </a:cubicBezTo>
                  <a:cubicBezTo>
                    <a:pt x="248" y="26335"/>
                    <a:pt x="0" y="27260"/>
                    <a:pt x="178" y="27877"/>
                  </a:cubicBezTo>
                  <a:cubicBezTo>
                    <a:pt x="181" y="27891"/>
                    <a:pt x="203" y="27897"/>
                    <a:pt x="240" y="27897"/>
                  </a:cubicBezTo>
                  <a:cubicBezTo>
                    <a:pt x="497" y="27897"/>
                    <a:pt x="1502" y="27617"/>
                    <a:pt x="2542" y="27617"/>
                  </a:cubicBezTo>
                  <a:cubicBezTo>
                    <a:pt x="3205" y="27617"/>
                    <a:pt x="3882" y="27730"/>
                    <a:pt x="4389" y="28103"/>
                  </a:cubicBezTo>
                  <a:cubicBezTo>
                    <a:pt x="4424" y="28106"/>
                    <a:pt x="4457" y="28108"/>
                    <a:pt x="4489" y="28108"/>
                  </a:cubicBezTo>
                  <a:cubicBezTo>
                    <a:pt x="5113" y="28108"/>
                    <a:pt x="4955" y="27469"/>
                    <a:pt x="5190" y="27141"/>
                  </a:cubicBezTo>
                  <a:cubicBezTo>
                    <a:pt x="5424" y="26817"/>
                    <a:pt x="5682" y="26513"/>
                    <a:pt x="5944" y="26513"/>
                  </a:cubicBezTo>
                  <a:cubicBezTo>
                    <a:pt x="6139" y="26513"/>
                    <a:pt x="6336" y="26680"/>
                    <a:pt x="6528" y="27131"/>
                  </a:cubicBezTo>
                  <a:cubicBezTo>
                    <a:pt x="6765" y="27257"/>
                    <a:pt x="6959" y="27310"/>
                    <a:pt x="7120" y="27310"/>
                  </a:cubicBezTo>
                  <a:cubicBezTo>
                    <a:pt x="7703" y="27310"/>
                    <a:pt x="7865" y="26617"/>
                    <a:pt x="8096" y="26142"/>
                  </a:cubicBezTo>
                  <a:cubicBezTo>
                    <a:pt x="8281" y="25767"/>
                    <a:pt x="8426" y="25516"/>
                    <a:pt x="8645" y="25516"/>
                  </a:cubicBezTo>
                  <a:cubicBezTo>
                    <a:pt x="8788" y="25516"/>
                    <a:pt x="8964" y="25625"/>
                    <a:pt x="9203" y="25879"/>
                  </a:cubicBezTo>
                  <a:cubicBezTo>
                    <a:pt x="9486" y="26177"/>
                    <a:pt x="9776" y="26306"/>
                    <a:pt x="10040" y="26306"/>
                  </a:cubicBezTo>
                  <a:cubicBezTo>
                    <a:pt x="10453" y="26306"/>
                    <a:pt x="10804" y="25992"/>
                    <a:pt x="10971" y="25514"/>
                  </a:cubicBezTo>
                  <a:cubicBezTo>
                    <a:pt x="11383" y="24326"/>
                    <a:pt x="12303" y="23568"/>
                    <a:pt x="12980" y="22607"/>
                  </a:cubicBezTo>
                  <a:cubicBezTo>
                    <a:pt x="13178" y="22323"/>
                    <a:pt x="13501" y="22113"/>
                    <a:pt x="13474" y="21710"/>
                  </a:cubicBezTo>
                  <a:cubicBezTo>
                    <a:pt x="13463" y="21592"/>
                    <a:pt x="13468" y="21490"/>
                    <a:pt x="13479" y="21404"/>
                  </a:cubicBezTo>
                  <a:cubicBezTo>
                    <a:pt x="13506" y="21232"/>
                    <a:pt x="13565" y="21119"/>
                    <a:pt x="13657" y="21044"/>
                  </a:cubicBezTo>
                  <a:cubicBezTo>
                    <a:pt x="13667" y="21034"/>
                    <a:pt x="13684" y="21027"/>
                    <a:pt x="13699" y="21017"/>
                  </a:cubicBezTo>
                  <a:cubicBezTo>
                    <a:pt x="13704" y="21012"/>
                    <a:pt x="13716" y="21006"/>
                    <a:pt x="13726" y="21001"/>
                  </a:cubicBezTo>
                  <a:cubicBezTo>
                    <a:pt x="13823" y="20950"/>
                    <a:pt x="13942" y="20933"/>
                    <a:pt x="14072" y="20933"/>
                  </a:cubicBezTo>
                  <a:cubicBezTo>
                    <a:pt x="14244" y="20933"/>
                    <a:pt x="14435" y="20963"/>
                    <a:pt x="14618" y="20985"/>
                  </a:cubicBezTo>
                  <a:cubicBezTo>
                    <a:pt x="14863" y="20777"/>
                    <a:pt x="15104" y="20563"/>
                    <a:pt x="15350" y="20354"/>
                  </a:cubicBezTo>
                  <a:lnTo>
                    <a:pt x="15350" y="20354"/>
                  </a:lnTo>
                  <a:cubicBezTo>
                    <a:pt x="15346" y="20363"/>
                    <a:pt x="15342" y="20373"/>
                    <a:pt x="15338" y="20382"/>
                  </a:cubicBezTo>
                  <a:cubicBezTo>
                    <a:pt x="15338" y="20382"/>
                    <a:pt x="15343" y="20377"/>
                    <a:pt x="15348" y="20367"/>
                  </a:cubicBezTo>
                  <a:lnTo>
                    <a:pt x="15355" y="20350"/>
                  </a:lnTo>
                  <a:lnTo>
                    <a:pt x="15355" y="20350"/>
                  </a:lnTo>
                  <a:cubicBezTo>
                    <a:pt x="15353" y="20351"/>
                    <a:pt x="15352" y="20353"/>
                    <a:pt x="15350" y="20354"/>
                  </a:cubicBezTo>
                  <a:lnTo>
                    <a:pt x="15350" y="20354"/>
                  </a:lnTo>
                  <a:cubicBezTo>
                    <a:pt x="15461" y="20113"/>
                    <a:pt x="15638" y="20063"/>
                    <a:pt x="15835" y="20063"/>
                  </a:cubicBezTo>
                  <a:cubicBezTo>
                    <a:pt x="15932" y="20063"/>
                    <a:pt x="16033" y="20075"/>
                    <a:pt x="16133" y="20082"/>
                  </a:cubicBezTo>
                  <a:cubicBezTo>
                    <a:pt x="16052" y="19427"/>
                    <a:pt x="15967" y="18771"/>
                    <a:pt x="15886" y="18116"/>
                  </a:cubicBezTo>
                  <a:cubicBezTo>
                    <a:pt x="15886" y="18111"/>
                    <a:pt x="15886" y="18111"/>
                    <a:pt x="15891" y="18111"/>
                  </a:cubicBezTo>
                  <a:cubicBezTo>
                    <a:pt x="15923" y="18046"/>
                    <a:pt x="15896" y="17842"/>
                    <a:pt x="15843" y="17788"/>
                  </a:cubicBezTo>
                  <a:cubicBezTo>
                    <a:pt x="15821" y="17622"/>
                    <a:pt x="15806" y="17456"/>
                    <a:pt x="15784" y="17283"/>
                  </a:cubicBezTo>
                  <a:cubicBezTo>
                    <a:pt x="15392" y="16053"/>
                    <a:pt x="15193" y="14860"/>
                    <a:pt x="15214" y="13534"/>
                  </a:cubicBezTo>
                  <a:cubicBezTo>
                    <a:pt x="15219" y="13008"/>
                    <a:pt x="15231" y="12480"/>
                    <a:pt x="15231" y="11954"/>
                  </a:cubicBezTo>
                  <a:cubicBezTo>
                    <a:pt x="15010" y="10003"/>
                    <a:pt x="14790" y="8059"/>
                    <a:pt x="14569" y="6115"/>
                  </a:cubicBezTo>
                  <a:cubicBezTo>
                    <a:pt x="14634" y="6103"/>
                    <a:pt x="14704" y="6098"/>
                    <a:pt x="14768" y="6088"/>
                  </a:cubicBezTo>
                  <a:cubicBezTo>
                    <a:pt x="14720" y="5523"/>
                    <a:pt x="14678" y="4954"/>
                    <a:pt x="14634" y="4385"/>
                  </a:cubicBezTo>
                  <a:cubicBezTo>
                    <a:pt x="14581" y="3611"/>
                    <a:pt x="14457" y="2842"/>
                    <a:pt x="14349" y="2074"/>
                  </a:cubicBezTo>
                  <a:cubicBezTo>
                    <a:pt x="14323" y="2096"/>
                    <a:pt x="14301" y="2123"/>
                    <a:pt x="14274" y="2155"/>
                  </a:cubicBezTo>
                  <a:cubicBezTo>
                    <a:pt x="13994" y="1484"/>
                    <a:pt x="14043" y="839"/>
                    <a:pt x="14016" y="205"/>
                  </a:cubicBezTo>
                  <a:cubicBezTo>
                    <a:pt x="14043" y="130"/>
                    <a:pt x="14070" y="60"/>
                    <a:pt x="14108"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1"/>
            <p:cNvSpPr/>
            <p:nvPr/>
          </p:nvSpPr>
          <p:spPr>
            <a:xfrm>
              <a:off x="3919700" y="2407475"/>
              <a:ext cx="907900" cy="787175"/>
            </a:xfrm>
            <a:custGeom>
              <a:rect b="b" l="l" r="r" t="t"/>
              <a:pathLst>
                <a:path extrusionOk="0" h="31487" w="36316">
                  <a:moveTo>
                    <a:pt x="19715" y="1"/>
                  </a:moveTo>
                  <a:cubicBezTo>
                    <a:pt x="19612" y="1"/>
                    <a:pt x="19506" y="4"/>
                    <a:pt x="19399" y="11"/>
                  </a:cubicBezTo>
                  <a:cubicBezTo>
                    <a:pt x="18980" y="38"/>
                    <a:pt x="18561" y="48"/>
                    <a:pt x="18142" y="53"/>
                  </a:cubicBezTo>
                  <a:cubicBezTo>
                    <a:pt x="17723" y="60"/>
                    <a:pt x="17304" y="60"/>
                    <a:pt x="16885" y="70"/>
                  </a:cubicBezTo>
                  <a:cubicBezTo>
                    <a:pt x="13710" y="414"/>
                    <a:pt x="10519" y="397"/>
                    <a:pt x="7333" y="548"/>
                  </a:cubicBezTo>
                  <a:cubicBezTo>
                    <a:pt x="5292" y="645"/>
                    <a:pt x="3251" y="720"/>
                    <a:pt x="1208" y="806"/>
                  </a:cubicBezTo>
                  <a:cubicBezTo>
                    <a:pt x="1199" y="806"/>
                    <a:pt x="1189" y="807"/>
                    <a:pt x="1179" y="807"/>
                  </a:cubicBezTo>
                  <a:cubicBezTo>
                    <a:pt x="1024" y="807"/>
                    <a:pt x="832" y="768"/>
                    <a:pt x="668" y="768"/>
                  </a:cubicBezTo>
                  <a:cubicBezTo>
                    <a:pt x="515" y="768"/>
                    <a:pt x="386" y="802"/>
                    <a:pt x="333" y="930"/>
                  </a:cubicBezTo>
                  <a:lnTo>
                    <a:pt x="60" y="1064"/>
                  </a:lnTo>
                  <a:cubicBezTo>
                    <a:pt x="38" y="1069"/>
                    <a:pt x="21" y="1069"/>
                    <a:pt x="0" y="1074"/>
                  </a:cubicBezTo>
                  <a:cubicBezTo>
                    <a:pt x="43" y="1139"/>
                    <a:pt x="97" y="1198"/>
                    <a:pt x="167" y="1246"/>
                  </a:cubicBezTo>
                  <a:cubicBezTo>
                    <a:pt x="204" y="1327"/>
                    <a:pt x="241" y="1402"/>
                    <a:pt x="279" y="1478"/>
                  </a:cubicBezTo>
                  <a:cubicBezTo>
                    <a:pt x="323" y="1553"/>
                    <a:pt x="360" y="1627"/>
                    <a:pt x="403" y="1697"/>
                  </a:cubicBezTo>
                  <a:cubicBezTo>
                    <a:pt x="913" y="2847"/>
                    <a:pt x="913" y="4174"/>
                    <a:pt x="2235" y="5029"/>
                  </a:cubicBezTo>
                  <a:cubicBezTo>
                    <a:pt x="2369" y="5076"/>
                    <a:pt x="2482" y="5136"/>
                    <a:pt x="2579" y="5210"/>
                  </a:cubicBezTo>
                  <a:cubicBezTo>
                    <a:pt x="2676" y="5292"/>
                    <a:pt x="2761" y="5378"/>
                    <a:pt x="2832" y="5480"/>
                  </a:cubicBezTo>
                  <a:cubicBezTo>
                    <a:pt x="3196" y="6157"/>
                    <a:pt x="3385" y="7161"/>
                    <a:pt x="3750" y="8111"/>
                  </a:cubicBezTo>
                  <a:cubicBezTo>
                    <a:pt x="3792" y="8230"/>
                    <a:pt x="3841" y="8349"/>
                    <a:pt x="3895" y="8466"/>
                  </a:cubicBezTo>
                  <a:cubicBezTo>
                    <a:pt x="4233" y="9487"/>
                    <a:pt x="5560" y="10154"/>
                    <a:pt x="6023" y="11969"/>
                  </a:cubicBezTo>
                  <a:lnTo>
                    <a:pt x="6023" y="12393"/>
                  </a:lnTo>
                  <a:cubicBezTo>
                    <a:pt x="6006" y="16417"/>
                    <a:pt x="5996" y="20441"/>
                    <a:pt x="6033" y="24465"/>
                  </a:cubicBezTo>
                  <a:cubicBezTo>
                    <a:pt x="6033" y="24916"/>
                    <a:pt x="5941" y="25152"/>
                    <a:pt x="5738" y="25266"/>
                  </a:cubicBezTo>
                  <a:lnTo>
                    <a:pt x="5738" y="25733"/>
                  </a:lnTo>
                  <a:cubicBezTo>
                    <a:pt x="5969" y="25851"/>
                    <a:pt x="6048" y="26087"/>
                    <a:pt x="6028" y="26528"/>
                  </a:cubicBezTo>
                  <a:cubicBezTo>
                    <a:pt x="5990" y="27232"/>
                    <a:pt x="5996" y="27935"/>
                    <a:pt x="6033" y="28634"/>
                  </a:cubicBezTo>
                  <a:cubicBezTo>
                    <a:pt x="6055" y="28655"/>
                    <a:pt x="6070" y="28683"/>
                    <a:pt x="6097" y="28703"/>
                  </a:cubicBezTo>
                  <a:cubicBezTo>
                    <a:pt x="6194" y="28805"/>
                    <a:pt x="6313" y="28876"/>
                    <a:pt x="6430" y="28929"/>
                  </a:cubicBezTo>
                  <a:cubicBezTo>
                    <a:pt x="6420" y="28817"/>
                    <a:pt x="6409" y="28703"/>
                    <a:pt x="6403" y="28586"/>
                  </a:cubicBezTo>
                  <a:cubicBezTo>
                    <a:pt x="8064" y="28586"/>
                    <a:pt x="9701" y="28615"/>
                    <a:pt x="11328" y="28615"/>
                  </a:cubicBezTo>
                  <a:cubicBezTo>
                    <a:pt x="12417" y="28615"/>
                    <a:pt x="13502" y="28602"/>
                    <a:pt x="14585" y="28559"/>
                  </a:cubicBezTo>
                  <a:cubicBezTo>
                    <a:pt x="15257" y="28532"/>
                    <a:pt x="15929" y="28528"/>
                    <a:pt x="16601" y="28528"/>
                  </a:cubicBezTo>
                  <a:cubicBezTo>
                    <a:pt x="16981" y="28528"/>
                    <a:pt x="17362" y="28529"/>
                    <a:pt x="17744" y="28529"/>
                  </a:cubicBezTo>
                  <a:cubicBezTo>
                    <a:pt x="18895" y="28529"/>
                    <a:pt x="20048" y="28515"/>
                    <a:pt x="21205" y="28403"/>
                  </a:cubicBezTo>
                  <a:cubicBezTo>
                    <a:pt x="24202" y="28108"/>
                    <a:pt x="27237" y="28160"/>
                    <a:pt x="30256" y="28080"/>
                  </a:cubicBezTo>
                  <a:cubicBezTo>
                    <a:pt x="30444" y="28080"/>
                    <a:pt x="30637" y="28236"/>
                    <a:pt x="30831" y="28333"/>
                  </a:cubicBezTo>
                  <a:cubicBezTo>
                    <a:pt x="30944" y="28762"/>
                    <a:pt x="31212" y="29166"/>
                    <a:pt x="31094" y="29643"/>
                  </a:cubicBezTo>
                  <a:cubicBezTo>
                    <a:pt x="30751" y="29826"/>
                    <a:pt x="30374" y="29982"/>
                    <a:pt x="30294" y="30433"/>
                  </a:cubicBezTo>
                  <a:cubicBezTo>
                    <a:pt x="30244" y="30425"/>
                    <a:pt x="30196" y="30419"/>
                    <a:pt x="30154" y="30419"/>
                  </a:cubicBezTo>
                  <a:cubicBezTo>
                    <a:pt x="30013" y="30419"/>
                    <a:pt x="29935" y="30481"/>
                    <a:pt x="30009" y="30696"/>
                  </a:cubicBezTo>
                  <a:cubicBezTo>
                    <a:pt x="29944" y="30680"/>
                    <a:pt x="29887" y="30672"/>
                    <a:pt x="29837" y="30672"/>
                  </a:cubicBezTo>
                  <a:cubicBezTo>
                    <a:pt x="29669" y="30672"/>
                    <a:pt x="29590" y="30764"/>
                    <a:pt x="29553" y="30900"/>
                  </a:cubicBezTo>
                  <a:cubicBezTo>
                    <a:pt x="29585" y="30981"/>
                    <a:pt x="29638" y="31061"/>
                    <a:pt x="29708" y="31121"/>
                  </a:cubicBezTo>
                  <a:cubicBezTo>
                    <a:pt x="29891" y="31272"/>
                    <a:pt x="30101" y="31395"/>
                    <a:pt x="30320" y="31487"/>
                  </a:cubicBezTo>
                  <a:cubicBezTo>
                    <a:pt x="30965" y="31443"/>
                    <a:pt x="31609" y="31411"/>
                    <a:pt x="32244" y="31299"/>
                  </a:cubicBezTo>
                  <a:cubicBezTo>
                    <a:pt x="32388" y="31272"/>
                    <a:pt x="32520" y="31257"/>
                    <a:pt x="32637" y="31257"/>
                  </a:cubicBezTo>
                  <a:cubicBezTo>
                    <a:pt x="32739" y="31257"/>
                    <a:pt x="32830" y="31268"/>
                    <a:pt x="32910" y="31293"/>
                  </a:cubicBezTo>
                  <a:cubicBezTo>
                    <a:pt x="32953" y="31266"/>
                    <a:pt x="32995" y="31244"/>
                    <a:pt x="33034" y="31217"/>
                  </a:cubicBezTo>
                  <a:cubicBezTo>
                    <a:pt x="33297" y="31051"/>
                    <a:pt x="33528" y="30836"/>
                    <a:pt x="33711" y="30578"/>
                  </a:cubicBezTo>
                  <a:cubicBezTo>
                    <a:pt x="33721" y="30520"/>
                    <a:pt x="33743" y="30455"/>
                    <a:pt x="33754" y="30396"/>
                  </a:cubicBezTo>
                  <a:cubicBezTo>
                    <a:pt x="33866" y="29799"/>
                    <a:pt x="33957" y="29198"/>
                    <a:pt x="34059" y="28596"/>
                  </a:cubicBezTo>
                  <a:cubicBezTo>
                    <a:pt x="34291" y="28494"/>
                    <a:pt x="34307" y="28279"/>
                    <a:pt x="34329" y="28064"/>
                  </a:cubicBezTo>
                  <a:cubicBezTo>
                    <a:pt x="34500" y="27994"/>
                    <a:pt x="34678" y="27935"/>
                    <a:pt x="34855" y="27882"/>
                  </a:cubicBezTo>
                  <a:cubicBezTo>
                    <a:pt x="34860" y="27806"/>
                    <a:pt x="34865" y="27731"/>
                    <a:pt x="34877" y="27667"/>
                  </a:cubicBezTo>
                  <a:cubicBezTo>
                    <a:pt x="34758" y="27543"/>
                    <a:pt x="34656" y="27366"/>
                    <a:pt x="34602" y="27103"/>
                  </a:cubicBezTo>
                  <a:cubicBezTo>
                    <a:pt x="34714" y="27022"/>
                    <a:pt x="34868" y="26974"/>
                    <a:pt x="35082" y="26974"/>
                  </a:cubicBezTo>
                  <a:cubicBezTo>
                    <a:pt x="35095" y="26974"/>
                    <a:pt x="35109" y="26974"/>
                    <a:pt x="35123" y="26974"/>
                  </a:cubicBezTo>
                  <a:lnTo>
                    <a:pt x="35102" y="26995"/>
                  </a:lnTo>
                  <a:cubicBezTo>
                    <a:pt x="36315" y="26442"/>
                    <a:pt x="36129" y="25330"/>
                    <a:pt x="36171" y="24309"/>
                  </a:cubicBezTo>
                  <a:cubicBezTo>
                    <a:pt x="36099" y="24248"/>
                    <a:pt x="36008" y="24228"/>
                    <a:pt x="35908" y="24228"/>
                  </a:cubicBezTo>
                  <a:cubicBezTo>
                    <a:pt x="35822" y="24228"/>
                    <a:pt x="35728" y="24243"/>
                    <a:pt x="35633" y="24260"/>
                  </a:cubicBezTo>
                  <a:cubicBezTo>
                    <a:pt x="35628" y="24240"/>
                    <a:pt x="35628" y="24223"/>
                    <a:pt x="35623" y="24202"/>
                  </a:cubicBezTo>
                  <a:cubicBezTo>
                    <a:pt x="35569" y="24223"/>
                    <a:pt x="35510" y="24234"/>
                    <a:pt x="35452" y="24234"/>
                  </a:cubicBezTo>
                  <a:cubicBezTo>
                    <a:pt x="35425" y="24234"/>
                    <a:pt x="35392" y="24228"/>
                    <a:pt x="35365" y="24228"/>
                  </a:cubicBezTo>
                  <a:cubicBezTo>
                    <a:pt x="35209" y="24202"/>
                    <a:pt x="35075" y="24158"/>
                    <a:pt x="34951" y="24099"/>
                  </a:cubicBezTo>
                  <a:cubicBezTo>
                    <a:pt x="34914" y="24035"/>
                    <a:pt x="34887" y="23955"/>
                    <a:pt x="34871" y="23841"/>
                  </a:cubicBezTo>
                  <a:cubicBezTo>
                    <a:pt x="34817" y="23815"/>
                    <a:pt x="34768" y="23777"/>
                    <a:pt x="34726" y="23739"/>
                  </a:cubicBezTo>
                  <a:cubicBezTo>
                    <a:pt x="34409" y="23665"/>
                    <a:pt x="34339" y="23390"/>
                    <a:pt x="34242" y="23015"/>
                  </a:cubicBezTo>
                  <a:cubicBezTo>
                    <a:pt x="34011" y="22358"/>
                    <a:pt x="34006" y="21483"/>
                    <a:pt x="33915" y="20726"/>
                  </a:cubicBezTo>
                  <a:cubicBezTo>
                    <a:pt x="33684" y="20334"/>
                    <a:pt x="33538" y="19920"/>
                    <a:pt x="33523" y="19464"/>
                  </a:cubicBezTo>
                  <a:cubicBezTo>
                    <a:pt x="33469" y="19388"/>
                    <a:pt x="33409" y="19318"/>
                    <a:pt x="33350" y="19259"/>
                  </a:cubicBezTo>
                  <a:cubicBezTo>
                    <a:pt x="33184" y="19259"/>
                    <a:pt x="33066" y="19167"/>
                    <a:pt x="32990" y="18986"/>
                  </a:cubicBezTo>
                  <a:cubicBezTo>
                    <a:pt x="32995" y="18986"/>
                    <a:pt x="33002" y="18980"/>
                    <a:pt x="33012" y="18980"/>
                  </a:cubicBezTo>
                  <a:cubicBezTo>
                    <a:pt x="32990" y="18964"/>
                    <a:pt x="32970" y="18953"/>
                    <a:pt x="32953" y="18942"/>
                  </a:cubicBezTo>
                  <a:lnTo>
                    <a:pt x="32953" y="18942"/>
                  </a:lnTo>
                  <a:cubicBezTo>
                    <a:pt x="32953" y="18948"/>
                    <a:pt x="32953" y="18958"/>
                    <a:pt x="32958" y="18964"/>
                  </a:cubicBezTo>
                  <a:cubicBezTo>
                    <a:pt x="32690" y="18921"/>
                    <a:pt x="32464" y="18813"/>
                    <a:pt x="32298" y="18614"/>
                  </a:cubicBezTo>
                  <a:cubicBezTo>
                    <a:pt x="31792" y="18405"/>
                    <a:pt x="31255" y="18239"/>
                    <a:pt x="30826" y="17959"/>
                  </a:cubicBezTo>
                  <a:lnTo>
                    <a:pt x="30826" y="17949"/>
                  </a:lnTo>
                  <a:cubicBezTo>
                    <a:pt x="30815" y="17917"/>
                    <a:pt x="30810" y="17905"/>
                    <a:pt x="30810" y="17905"/>
                  </a:cubicBezTo>
                  <a:cubicBezTo>
                    <a:pt x="30793" y="17890"/>
                    <a:pt x="30739" y="17873"/>
                    <a:pt x="30681" y="17857"/>
                  </a:cubicBezTo>
                  <a:cubicBezTo>
                    <a:pt x="30461" y="17685"/>
                    <a:pt x="30272" y="17481"/>
                    <a:pt x="30149" y="17201"/>
                  </a:cubicBezTo>
                  <a:cubicBezTo>
                    <a:pt x="29746" y="16256"/>
                    <a:pt x="30047" y="15123"/>
                    <a:pt x="30025" y="14129"/>
                  </a:cubicBezTo>
                  <a:cubicBezTo>
                    <a:pt x="30009" y="13452"/>
                    <a:pt x="29972" y="12705"/>
                    <a:pt x="29665" y="12093"/>
                  </a:cubicBezTo>
                  <a:cubicBezTo>
                    <a:pt x="29574" y="11899"/>
                    <a:pt x="29439" y="11706"/>
                    <a:pt x="29278" y="11540"/>
                  </a:cubicBezTo>
                  <a:cubicBezTo>
                    <a:pt x="28999" y="11431"/>
                    <a:pt x="28730" y="11314"/>
                    <a:pt x="28542" y="11083"/>
                  </a:cubicBezTo>
                  <a:cubicBezTo>
                    <a:pt x="28444" y="11059"/>
                    <a:pt x="28340" y="11044"/>
                    <a:pt x="28236" y="11044"/>
                  </a:cubicBezTo>
                  <a:cubicBezTo>
                    <a:pt x="28222" y="11044"/>
                    <a:pt x="28207" y="11044"/>
                    <a:pt x="28193" y="11045"/>
                  </a:cubicBezTo>
                  <a:cubicBezTo>
                    <a:pt x="28065" y="11134"/>
                    <a:pt x="27945" y="11257"/>
                    <a:pt x="27787" y="11257"/>
                  </a:cubicBezTo>
                  <a:cubicBezTo>
                    <a:pt x="27745" y="11257"/>
                    <a:pt x="27700" y="11248"/>
                    <a:pt x="27651" y="11228"/>
                  </a:cubicBezTo>
                  <a:cubicBezTo>
                    <a:pt x="27661" y="11206"/>
                    <a:pt x="27677" y="11190"/>
                    <a:pt x="27689" y="11168"/>
                  </a:cubicBezTo>
                  <a:lnTo>
                    <a:pt x="27689" y="11168"/>
                  </a:lnTo>
                  <a:cubicBezTo>
                    <a:pt x="27602" y="11201"/>
                    <a:pt x="27511" y="11223"/>
                    <a:pt x="27426" y="11238"/>
                  </a:cubicBezTo>
                  <a:cubicBezTo>
                    <a:pt x="27455" y="11241"/>
                    <a:pt x="27485" y="11243"/>
                    <a:pt x="27518" y="11243"/>
                  </a:cubicBezTo>
                  <a:cubicBezTo>
                    <a:pt x="27551" y="11243"/>
                    <a:pt x="27586" y="11241"/>
                    <a:pt x="27624" y="11238"/>
                  </a:cubicBezTo>
                  <a:lnTo>
                    <a:pt x="27624" y="11238"/>
                  </a:lnTo>
                  <a:cubicBezTo>
                    <a:pt x="27607" y="11302"/>
                    <a:pt x="27587" y="11362"/>
                    <a:pt x="27570" y="11416"/>
                  </a:cubicBezTo>
                  <a:cubicBezTo>
                    <a:pt x="27500" y="11426"/>
                    <a:pt x="27431" y="11431"/>
                    <a:pt x="27355" y="11431"/>
                  </a:cubicBezTo>
                  <a:cubicBezTo>
                    <a:pt x="27151" y="11431"/>
                    <a:pt x="26990" y="11373"/>
                    <a:pt x="26856" y="11287"/>
                  </a:cubicBezTo>
                  <a:cubicBezTo>
                    <a:pt x="26851" y="11277"/>
                    <a:pt x="26845" y="11260"/>
                    <a:pt x="26839" y="11250"/>
                  </a:cubicBezTo>
                  <a:cubicBezTo>
                    <a:pt x="26593" y="10637"/>
                    <a:pt x="26297" y="10030"/>
                    <a:pt x="26147" y="9380"/>
                  </a:cubicBezTo>
                  <a:cubicBezTo>
                    <a:pt x="26098" y="9256"/>
                    <a:pt x="26040" y="9133"/>
                    <a:pt x="25963" y="9014"/>
                  </a:cubicBezTo>
                  <a:cubicBezTo>
                    <a:pt x="25733" y="8627"/>
                    <a:pt x="25432" y="8305"/>
                    <a:pt x="25105" y="7999"/>
                  </a:cubicBezTo>
                  <a:cubicBezTo>
                    <a:pt x="24932" y="7962"/>
                    <a:pt x="24803" y="7860"/>
                    <a:pt x="24728" y="7677"/>
                  </a:cubicBezTo>
                  <a:cubicBezTo>
                    <a:pt x="24621" y="7585"/>
                    <a:pt x="24508" y="7494"/>
                    <a:pt x="24401" y="7409"/>
                  </a:cubicBezTo>
                  <a:cubicBezTo>
                    <a:pt x="24396" y="7414"/>
                    <a:pt x="24389" y="7419"/>
                    <a:pt x="24384" y="7429"/>
                  </a:cubicBezTo>
                  <a:cubicBezTo>
                    <a:pt x="24314" y="7360"/>
                    <a:pt x="24240" y="7295"/>
                    <a:pt x="24170" y="7231"/>
                  </a:cubicBezTo>
                  <a:cubicBezTo>
                    <a:pt x="24024" y="7215"/>
                    <a:pt x="23938" y="7144"/>
                    <a:pt x="23917" y="7015"/>
                  </a:cubicBezTo>
                  <a:cubicBezTo>
                    <a:pt x="23422" y="6608"/>
                    <a:pt x="22961" y="6177"/>
                    <a:pt x="22623" y="5624"/>
                  </a:cubicBezTo>
                  <a:cubicBezTo>
                    <a:pt x="22257" y="5023"/>
                    <a:pt x="22128" y="4416"/>
                    <a:pt x="22090" y="3799"/>
                  </a:cubicBezTo>
                  <a:cubicBezTo>
                    <a:pt x="21983" y="3331"/>
                    <a:pt x="22090" y="2825"/>
                    <a:pt x="22123" y="2337"/>
                  </a:cubicBezTo>
                  <a:lnTo>
                    <a:pt x="22123" y="2272"/>
                  </a:lnTo>
                  <a:cubicBezTo>
                    <a:pt x="22133" y="2068"/>
                    <a:pt x="22128" y="1870"/>
                    <a:pt x="22085" y="1676"/>
                  </a:cubicBezTo>
                  <a:cubicBezTo>
                    <a:pt x="22036" y="1461"/>
                    <a:pt x="21946" y="1257"/>
                    <a:pt x="21778" y="1064"/>
                  </a:cubicBezTo>
                  <a:cubicBezTo>
                    <a:pt x="21300" y="240"/>
                    <a:pt x="20568" y="1"/>
                    <a:pt x="19715" y="1"/>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1"/>
            <p:cNvSpPr/>
            <p:nvPr/>
          </p:nvSpPr>
          <p:spPr>
            <a:xfrm>
              <a:off x="4666025" y="2829850"/>
              <a:ext cx="4175" cy="3625"/>
            </a:xfrm>
            <a:custGeom>
              <a:rect b="b" l="l" r="r" t="t"/>
              <a:pathLst>
                <a:path extrusionOk="0" h="145" w="167">
                  <a:moveTo>
                    <a:pt x="87" y="1"/>
                  </a:moveTo>
                  <a:cubicBezTo>
                    <a:pt x="60" y="38"/>
                    <a:pt x="27" y="70"/>
                    <a:pt x="0" y="108"/>
                  </a:cubicBezTo>
                  <a:cubicBezTo>
                    <a:pt x="27" y="124"/>
                    <a:pt x="55" y="135"/>
                    <a:pt x="80" y="145"/>
                  </a:cubicBezTo>
                  <a:cubicBezTo>
                    <a:pt x="107" y="124"/>
                    <a:pt x="134" y="102"/>
                    <a:pt x="167" y="75"/>
                  </a:cubicBezTo>
                  <a:cubicBezTo>
                    <a:pt x="140" y="48"/>
                    <a:pt x="113" y="28"/>
                    <a:pt x="87"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1"/>
            <p:cNvSpPr/>
            <p:nvPr/>
          </p:nvSpPr>
          <p:spPr>
            <a:xfrm>
              <a:off x="4570125" y="2247375"/>
              <a:ext cx="700" cy="575"/>
            </a:xfrm>
            <a:custGeom>
              <a:rect b="b" l="l" r="r" t="t"/>
              <a:pathLst>
                <a:path extrusionOk="0" h="23" w="28">
                  <a:moveTo>
                    <a:pt x="28" y="0"/>
                  </a:moveTo>
                  <a:lnTo>
                    <a:pt x="1" y="22"/>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1"/>
            <p:cNvSpPr/>
            <p:nvPr/>
          </p:nvSpPr>
          <p:spPr>
            <a:xfrm>
              <a:off x="5484750" y="3949950"/>
              <a:ext cx="275" cy="275"/>
            </a:xfrm>
            <a:custGeom>
              <a:rect b="b" l="l" r="r" t="t"/>
              <a:pathLst>
                <a:path extrusionOk="0" h="11" w="11">
                  <a:moveTo>
                    <a:pt x="0" y="1"/>
                  </a:moveTo>
                  <a:lnTo>
                    <a:pt x="11" y="11"/>
                  </a:lnTo>
                  <a:lnTo>
                    <a:pt x="11" y="1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1"/>
            <p:cNvSpPr/>
            <p:nvPr/>
          </p:nvSpPr>
          <p:spPr>
            <a:xfrm>
              <a:off x="5478425" y="3782475"/>
              <a:ext cx="25" cy="25"/>
            </a:xfrm>
            <a:custGeom>
              <a:rect b="b" l="l" r="r" t="t"/>
              <a:pathLst>
                <a:path extrusionOk="0" h="1" w="1">
                  <a:moveTo>
                    <a:pt x="1" y="0"/>
                  </a:moveTo>
                  <a:lnTo>
                    <a:pt x="1"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1"/>
            <p:cNvSpPr/>
            <p:nvPr/>
          </p:nvSpPr>
          <p:spPr>
            <a:xfrm>
              <a:off x="5331225" y="3273675"/>
              <a:ext cx="753625" cy="762125"/>
            </a:xfrm>
            <a:custGeom>
              <a:rect b="b" l="l" r="r" t="t"/>
              <a:pathLst>
                <a:path extrusionOk="0" h="30485" w="30145">
                  <a:moveTo>
                    <a:pt x="13285" y="1"/>
                  </a:moveTo>
                  <a:cubicBezTo>
                    <a:pt x="13214" y="1"/>
                    <a:pt x="13136" y="7"/>
                    <a:pt x="13050" y="18"/>
                  </a:cubicBezTo>
                  <a:cubicBezTo>
                    <a:pt x="10815" y="330"/>
                    <a:pt x="8586" y="636"/>
                    <a:pt x="6350" y="932"/>
                  </a:cubicBezTo>
                  <a:cubicBezTo>
                    <a:pt x="6125" y="878"/>
                    <a:pt x="5938" y="782"/>
                    <a:pt x="5792" y="626"/>
                  </a:cubicBezTo>
                  <a:cubicBezTo>
                    <a:pt x="5749" y="583"/>
                    <a:pt x="5717" y="534"/>
                    <a:pt x="5685" y="481"/>
                  </a:cubicBezTo>
                  <a:cubicBezTo>
                    <a:pt x="5524" y="502"/>
                    <a:pt x="5368" y="524"/>
                    <a:pt x="5207" y="546"/>
                  </a:cubicBezTo>
                  <a:cubicBezTo>
                    <a:pt x="4976" y="712"/>
                    <a:pt x="4691" y="836"/>
                    <a:pt x="4294" y="883"/>
                  </a:cubicBezTo>
                  <a:cubicBezTo>
                    <a:pt x="2993" y="1050"/>
                    <a:pt x="1693" y="1206"/>
                    <a:pt x="393" y="1351"/>
                  </a:cubicBezTo>
                  <a:cubicBezTo>
                    <a:pt x="323" y="1404"/>
                    <a:pt x="265" y="1458"/>
                    <a:pt x="205" y="1528"/>
                  </a:cubicBezTo>
                  <a:cubicBezTo>
                    <a:pt x="188" y="1550"/>
                    <a:pt x="173" y="1571"/>
                    <a:pt x="156" y="1593"/>
                  </a:cubicBezTo>
                  <a:cubicBezTo>
                    <a:pt x="60" y="1738"/>
                    <a:pt x="17" y="1893"/>
                    <a:pt x="0" y="2054"/>
                  </a:cubicBezTo>
                  <a:cubicBezTo>
                    <a:pt x="136" y="2195"/>
                    <a:pt x="232" y="2398"/>
                    <a:pt x="312" y="2694"/>
                  </a:cubicBezTo>
                  <a:cubicBezTo>
                    <a:pt x="887" y="4773"/>
                    <a:pt x="1495" y="6847"/>
                    <a:pt x="2182" y="8888"/>
                  </a:cubicBezTo>
                  <a:cubicBezTo>
                    <a:pt x="2988" y="11284"/>
                    <a:pt x="3412" y="13809"/>
                    <a:pt x="4540" y="16097"/>
                  </a:cubicBezTo>
                  <a:cubicBezTo>
                    <a:pt x="4540" y="16097"/>
                    <a:pt x="4535" y="16092"/>
                    <a:pt x="4530" y="16092"/>
                  </a:cubicBezTo>
                  <a:lnTo>
                    <a:pt x="4530" y="16092"/>
                  </a:lnTo>
                  <a:cubicBezTo>
                    <a:pt x="4642" y="16785"/>
                    <a:pt x="4589" y="17548"/>
                    <a:pt x="5330" y="17972"/>
                  </a:cubicBezTo>
                  <a:cubicBezTo>
                    <a:pt x="5222" y="18381"/>
                    <a:pt x="5985" y="18423"/>
                    <a:pt x="5733" y="18897"/>
                  </a:cubicBezTo>
                  <a:lnTo>
                    <a:pt x="5733" y="18902"/>
                  </a:lnTo>
                  <a:cubicBezTo>
                    <a:pt x="5787" y="19299"/>
                    <a:pt x="5841" y="19697"/>
                    <a:pt x="5899" y="20094"/>
                  </a:cubicBezTo>
                  <a:cubicBezTo>
                    <a:pt x="5889" y="20191"/>
                    <a:pt x="5878" y="20283"/>
                    <a:pt x="5867" y="20374"/>
                  </a:cubicBezTo>
                  <a:cubicBezTo>
                    <a:pt x="5873" y="20369"/>
                    <a:pt x="5878" y="20369"/>
                    <a:pt x="5883" y="20363"/>
                  </a:cubicBezTo>
                  <a:lnTo>
                    <a:pt x="5883" y="20363"/>
                  </a:lnTo>
                  <a:cubicBezTo>
                    <a:pt x="5539" y="21502"/>
                    <a:pt x="5003" y="22625"/>
                    <a:pt x="5609" y="23833"/>
                  </a:cubicBezTo>
                  <a:lnTo>
                    <a:pt x="5598" y="23833"/>
                  </a:lnTo>
                  <a:cubicBezTo>
                    <a:pt x="5615" y="24059"/>
                    <a:pt x="5609" y="24295"/>
                    <a:pt x="5878" y="24392"/>
                  </a:cubicBezTo>
                  <a:cubicBezTo>
                    <a:pt x="6415" y="25230"/>
                    <a:pt x="5470" y="26219"/>
                    <a:pt x="6136" y="27041"/>
                  </a:cubicBezTo>
                  <a:cubicBezTo>
                    <a:pt x="6238" y="27357"/>
                    <a:pt x="6340" y="27674"/>
                    <a:pt x="6657" y="27847"/>
                  </a:cubicBezTo>
                  <a:cubicBezTo>
                    <a:pt x="6576" y="27932"/>
                    <a:pt x="6501" y="28073"/>
                    <a:pt x="6415" y="28083"/>
                  </a:cubicBezTo>
                  <a:cubicBezTo>
                    <a:pt x="6345" y="28093"/>
                    <a:pt x="6275" y="28098"/>
                    <a:pt x="6211" y="28110"/>
                  </a:cubicBezTo>
                  <a:lnTo>
                    <a:pt x="6228" y="28137"/>
                  </a:lnTo>
                  <a:cubicBezTo>
                    <a:pt x="6281" y="28227"/>
                    <a:pt x="6362" y="28298"/>
                    <a:pt x="6453" y="28341"/>
                  </a:cubicBezTo>
                  <a:cubicBezTo>
                    <a:pt x="6453" y="28373"/>
                    <a:pt x="6447" y="28432"/>
                    <a:pt x="6442" y="28480"/>
                  </a:cubicBezTo>
                  <a:cubicBezTo>
                    <a:pt x="6635" y="28529"/>
                    <a:pt x="6808" y="28653"/>
                    <a:pt x="6942" y="28911"/>
                  </a:cubicBezTo>
                  <a:lnTo>
                    <a:pt x="6930" y="28911"/>
                  </a:lnTo>
                  <a:lnTo>
                    <a:pt x="6952" y="28931"/>
                  </a:lnTo>
                  <a:lnTo>
                    <a:pt x="6952" y="28921"/>
                  </a:lnTo>
                  <a:cubicBezTo>
                    <a:pt x="7253" y="29104"/>
                    <a:pt x="7022" y="29652"/>
                    <a:pt x="7473" y="29732"/>
                  </a:cubicBezTo>
                  <a:cubicBezTo>
                    <a:pt x="7626" y="30185"/>
                    <a:pt x="7917" y="30287"/>
                    <a:pt x="8234" y="30287"/>
                  </a:cubicBezTo>
                  <a:cubicBezTo>
                    <a:pt x="8461" y="30287"/>
                    <a:pt x="8702" y="30234"/>
                    <a:pt x="8913" y="30221"/>
                  </a:cubicBezTo>
                  <a:cubicBezTo>
                    <a:pt x="13255" y="29958"/>
                    <a:pt x="17589" y="29705"/>
                    <a:pt x="21919" y="29323"/>
                  </a:cubicBezTo>
                  <a:cubicBezTo>
                    <a:pt x="22031" y="29313"/>
                    <a:pt x="22137" y="29308"/>
                    <a:pt x="22239" y="29308"/>
                  </a:cubicBezTo>
                  <a:cubicBezTo>
                    <a:pt x="22888" y="29308"/>
                    <a:pt x="23324" y="29519"/>
                    <a:pt x="23751" y="29980"/>
                  </a:cubicBezTo>
                  <a:cubicBezTo>
                    <a:pt x="23888" y="30300"/>
                    <a:pt x="24132" y="30484"/>
                    <a:pt x="24416" y="30484"/>
                  </a:cubicBezTo>
                  <a:cubicBezTo>
                    <a:pt x="24455" y="30484"/>
                    <a:pt x="24495" y="30481"/>
                    <a:pt x="24536" y="30473"/>
                  </a:cubicBezTo>
                  <a:cubicBezTo>
                    <a:pt x="24670" y="30414"/>
                    <a:pt x="24767" y="30334"/>
                    <a:pt x="24842" y="30258"/>
                  </a:cubicBezTo>
                  <a:cubicBezTo>
                    <a:pt x="24901" y="30076"/>
                    <a:pt x="24804" y="29807"/>
                    <a:pt x="24837" y="29608"/>
                  </a:cubicBezTo>
                  <a:cubicBezTo>
                    <a:pt x="24955" y="28824"/>
                    <a:pt x="24401" y="28093"/>
                    <a:pt x="24638" y="27299"/>
                  </a:cubicBezTo>
                  <a:cubicBezTo>
                    <a:pt x="24791" y="27178"/>
                    <a:pt x="24943" y="27126"/>
                    <a:pt x="25096" y="27126"/>
                  </a:cubicBezTo>
                  <a:cubicBezTo>
                    <a:pt x="25275" y="27126"/>
                    <a:pt x="25454" y="27198"/>
                    <a:pt x="25632" y="27315"/>
                  </a:cubicBezTo>
                  <a:cubicBezTo>
                    <a:pt x="25691" y="27536"/>
                    <a:pt x="25852" y="27586"/>
                    <a:pt x="26023" y="27586"/>
                  </a:cubicBezTo>
                  <a:cubicBezTo>
                    <a:pt x="26068" y="27586"/>
                    <a:pt x="26113" y="27582"/>
                    <a:pt x="26158" y="27578"/>
                  </a:cubicBezTo>
                  <a:cubicBezTo>
                    <a:pt x="26364" y="27555"/>
                    <a:pt x="26562" y="27542"/>
                    <a:pt x="26748" y="27542"/>
                  </a:cubicBezTo>
                  <a:cubicBezTo>
                    <a:pt x="27060" y="27542"/>
                    <a:pt x="27337" y="27581"/>
                    <a:pt x="27560" y="27686"/>
                  </a:cubicBezTo>
                  <a:cubicBezTo>
                    <a:pt x="27641" y="27637"/>
                    <a:pt x="27721" y="27567"/>
                    <a:pt x="27797" y="27481"/>
                  </a:cubicBezTo>
                  <a:cubicBezTo>
                    <a:pt x="27845" y="27416"/>
                    <a:pt x="27888" y="27347"/>
                    <a:pt x="27921" y="27277"/>
                  </a:cubicBezTo>
                  <a:cubicBezTo>
                    <a:pt x="28119" y="26868"/>
                    <a:pt x="28060" y="26364"/>
                    <a:pt x="27985" y="25998"/>
                  </a:cubicBezTo>
                  <a:cubicBezTo>
                    <a:pt x="27544" y="23753"/>
                    <a:pt x="28452" y="21867"/>
                    <a:pt x="29414" y="19874"/>
                  </a:cubicBezTo>
                  <a:cubicBezTo>
                    <a:pt x="29634" y="19412"/>
                    <a:pt x="29865" y="18939"/>
                    <a:pt x="30074" y="18461"/>
                  </a:cubicBezTo>
                  <a:cubicBezTo>
                    <a:pt x="30145" y="18311"/>
                    <a:pt x="30133" y="18150"/>
                    <a:pt x="30063" y="18010"/>
                  </a:cubicBezTo>
                  <a:cubicBezTo>
                    <a:pt x="29919" y="18166"/>
                    <a:pt x="29741" y="18300"/>
                    <a:pt x="29521" y="18391"/>
                  </a:cubicBezTo>
                  <a:cubicBezTo>
                    <a:pt x="29543" y="18343"/>
                    <a:pt x="29565" y="18294"/>
                    <a:pt x="29585" y="18247"/>
                  </a:cubicBezTo>
                  <a:cubicBezTo>
                    <a:pt x="29550" y="18214"/>
                    <a:pt x="29500" y="18206"/>
                    <a:pt x="29440" y="18206"/>
                  </a:cubicBezTo>
                  <a:cubicBezTo>
                    <a:pt x="29372" y="18206"/>
                    <a:pt x="29293" y="18217"/>
                    <a:pt x="29215" y="18217"/>
                  </a:cubicBezTo>
                  <a:cubicBezTo>
                    <a:pt x="29078" y="18217"/>
                    <a:pt x="28943" y="18183"/>
                    <a:pt x="28871" y="17994"/>
                  </a:cubicBezTo>
                  <a:cubicBezTo>
                    <a:pt x="28855" y="17984"/>
                    <a:pt x="28833" y="17972"/>
                    <a:pt x="28817" y="17962"/>
                  </a:cubicBezTo>
                  <a:cubicBezTo>
                    <a:pt x="28591" y="17823"/>
                    <a:pt x="28360" y="17682"/>
                    <a:pt x="28129" y="17548"/>
                  </a:cubicBezTo>
                  <a:lnTo>
                    <a:pt x="28129" y="17543"/>
                  </a:lnTo>
                  <a:cubicBezTo>
                    <a:pt x="27904" y="16995"/>
                    <a:pt x="27738" y="16430"/>
                    <a:pt x="27770" y="15829"/>
                  </a:cubicBezTo>
                  <a:cubicBezTo>
                    <a:pt x="27463" y="15636"/>
                    <a:pt x="27420" y="15356"/>
                    <a:pt x="27507" y="15029"/>
                  </a:cubicBezTo>
                  <a:lnTo>
                    <a:pt x="27507" y="15029"/>
                  </a:lnTo>
                  <a:cubicBezTo>
                    <a:pt x="27436" y="15034"/>
                    <a:pt x="27368" y="15036"/>
                    <a:pt x="27304" y="15036"/>
                  </a:cubicBezTo>
                  <a:cubicBezTo>
                    <a:pt x="26110" y="15036"/>
                    <a:pt x="25880" y="14208"/>
                    <a:pt x="25905" y="13159"/>
                  </a:cubicBezTo>
                  <a:cubicBezTo>
                    <a:pt x="24901" y="13100"/>
                    <a:pt x="24842" y="12101"/>
                    <a:pt x="24321" y="11558"/>
                  </a:cubicBezTo>
                  <a:cubicBezTo>
                    <a:pt x="24259" y="11567"/>
                    <a:pt x="24200" y="11572"/>
                    <a:pt x="24144" y="11572"/>
                  </a:cubicBezTo>
                  <a:cubicBezTo>
                    <a:pt x="23786" y="11572"/>
                    <a:pt x="23563" y="11377"/>
                    <a:pt x="23488" y="10972"/>
                  </a:cubicBezTo>
                  <a:cubicBezTo>
                    <a:pt x="23215" y="10779"/>
                    <a:pt x="23010" y="10531"/>
                    <a:pt x="22828" y="10268"/>
                  </a:cubicBezTo>
                  <a:cubicBezTo>
                    <a:pt x="22526" y="9829"/>
                    <a:pt x="22290" y="9339"/>
                    <a:pt x="21919" y="8947"/>
                  </a:cubicBezTo>
                  <a:cubicBezTo>
                    <a:pt x="21511" y="8840"/>
                    <a:pt x="20979" y="8937"/>
                    <a:pt x="20834" y="8362"/>
                  </a:cubicBezTo>
                  <a:cubicBezTo>
                    <a:pt x="20820" y="8362"/>
                    <a:pt x="20805" y="8363"/>
                    <a:pt x="20791" y="8363"/>
                  </a:cubicBezTo>
                  <a:cubicBezTo>
                    <a:pt x="20623" y="8363"/>
                    <a:pt x="20521" y="8302"/>
                    <a:pt x="20560" y="8093"/>
                  </a:cubicBezTo>
                  <a:lnTo>
                    <a:pt x="20560" y="8093"/>
                  </a:lnTo>
                  <a:cubicBezTo>
                    <a:pt x="20502" y="8114"/>
                    <a:pt x="20451" y="8124"/>
                    <a:pt x="20404" y="8124"/>
                  </a:cubicBezTo>
                  <a:cubicBezTo>
                    <a:pt x="20224" y="8124"/>
                    <a:pt x="20117" y="7982"/>
                    <a:pt x="20023" y="7803"/>
                  </a:cubicBezTo>
                  <a:lnTo>
                    <a:pt x="20029" y="7803"/>
                  </a:lnTo>
                  <a:cubicBezTo>
                    <a:pt x="19942" y="7722"/>
                    <a:pt x="19862" y="7642"/>
                    <a:pt x="19781" y="7561"/>
                  </a:cubicBezTo>
                  <a:cubicBezTo>
                    <a:pt x="19481" y="7502"/>
                    <a:pt x="19287" y="7320"/>
                    <a:pt x="19211" y="7018"/>
                  </a:cubicBezTo>
                  <a:cubicBezTo>
                    <a:pt x="18400" y="6277"/>
                    <a:pt x="17401" y="5708"/>
                    <a:pt x="17175" y="4466"/>
                  </a:cubicBezTo>
                  <a:cubicBezTo>
                    <a:pt x="17165" y="4402"/>
                    <a:pt x="17128" y="4343"/>
                    <a:pt x="17068" y="4290"/>
                  </a:cubicBezTo>
                  <a:cubicBezTo>
                    <a:pt x="16902" y="4124"/>
                    <a:pt x="16585" y="3983"/>
                    <a:pt x="16375" y="3827"/>
                  </a:cubicBezTo>
                  <a:cubicBezTo>
                    <a:pt x="15779" y="3645"/>
                    <a:pt x="15177" y="3462"/>
                    <a:pt x="14705" y="3021"/>
                  </a:cubicBezTo>
                  <a:cubicBezTo>
                    <a:pt x="14479" y="3016"/>
                    <a:pt x="14254" y="3011"/>
                    <a:pt x="14157" y="2753"/>
                  </a:cubicBezTo>
                  <a:cubicBezTo>
                    <a:pt x="13937" y="2753"/>
                    <a:pt x="13716" y="2737"/>
                    <a:pt x="13625" y="2480"/>
                  </a:cubicBezTo>
                  <a:cubicBezTo>
                    <a:pt x="13329" y="2420"/>
                    <a:pt x="13114" y="2280"/>
                    <a:pt x="13093" y="1947"/>
                  </a:cubicBezTo>
                  <a:cubicBezTo>
                    <a:pt x="12685" y="1770"/>
                    <a:pt x="12803" y="1593"/>
                    <a:pt x="13087" y="1416"/>
                  </a:cubicBezTo>
                  <a:cubicBezTo>
                    <a:pt x="13093" y="1195"/>
                    <a:pt x="13099" y="970"/>
                    <a:pt x="13356" y="878"/>
                  </a:cubicBezTo>
                  <a:cubicBezTo>
                    <a:pt x="13419" y="676"/>
                    <a:pt x="13529" y="568"/>
                    <a:pt x="13694" y="568"/>
                  </a:cubicBezTo>
                  <a:cubicBezTo>
                    <a:pt x="13753" y="568"/>
                    <a:pt x="13819" y="582"/>
                    <a:pt x="13893" y="610"/>
                  </a:cubicBezTo>
                  <a:cubicBezTo>
                    <a:pt x="13872" y="330"/>
                    <a:pt x="13791" y="164"/>
                    <a:pt x="13641" y="78"/>
                  </a:cubicBezTo>
                  <a:cubicBezTo>
                    <a:pt x="13646" y="67"/>
                    <a:pt x="13652" y="56"/>
                    <a:pt x="13657" y="45"/>
                  </a:cubicBezTo>
                  <a:lnTo>
                    <a:pt x="13657" y="45"/>
                  </a:lnTo>
                  <a:cubicBezTo>
                    <a:pt x="13635" y="51"/>
                    <a:pt x="13619" y="51"/>
                    <a:pt x="13597" y="56"/>
                  </a:cubicBezTo>
                  <a:cubicBezTo>
                    <a:pt x="13512" y="19"/>
                    <a:pt x="13410" y="1"/>
                    <a:pt x="13285" y="1"/>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1"/>
            <p:cNvSpPr/>
            <p:nvPr/>
          </p:nvSpPr>
          <p:spPr>
            <a:xfrm>
              <a:off x="5845350" y="3475450"/>
              <a:ext cx="550" cy="450"/>
            </a:xfrm>
            <a:custGeom>
              <a:rect b="b" l="l" r="r" t="t"/>
              <a:pathLst>
                <a:path extrusionOk="0" h="18" w="22">
                  <a:moveTo>
                    <a:pt x="22" y="17"/>
                  </a:moveTo>
                  <a:lnTo>
                    <a:pt x="22" y="17"/>
                  </a:lnTo>
                  <a:lnTo>
                    <a:pt x="0"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1"/>
            <p:cNvSpPr/>
            <p:nvPr/>
          </p:nvSpPr>
          <p:spPr>
            <a:xfrm>
              <a:off x="6019150" y="3649250"/>
              <a:ext cx="275" cy="150"/>
            </a:xfrm>
            <a:custGeom>
              <a:rect b="b" l="l" r="r" t="t"/>
              <a:pathLst>
                <a:path extrusionOk="0" h="6" w="11">
                  <a:moveTo>
                    <a:pt x="0" y="0"/>
                  </a:moveTo>
                  <a:lnTo>
                    <a:pt x="10" y="6"/>
                  </a:lnTo>
                  <a:cubicBezTo>
                    <a:pt x="10" y="6"/>
                    <a:pt x="5" y="0"/>
                    <a:pt x="0"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1"/>
            <p:cNvSpPr/>
            <p:nvPr/>
          </p:nvSpPr>
          <p:spPr>
            <a:xfrm>
              <a:off x="5658925" y="3322475"/>
              <a:ext cx="25" cy="25"/>
            </a:xfrm>
            <a:custGeom>
              <a:rect b="b" l="l" r="r" t="t"/>
              <a:pathLst>
                <a:path extrusionOk="0" h="1" w="1">
                  <a:moveTo>
                    <a:pt x="1" y="0"/>
                  </a:moveTo>
                  <a:lnTo>
                    <a:pt x="1"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1"/>
            <p:cNvSpPr/>
            <p:nvPr/>
          </p:nvSpPr>
          <p:spPr>
            <a:xfrm>
              <a:off x="5938825" y="3562225"/>
              <a:ext cx="550" cy="400"/>
            </a:xfrm>
            <a:custGeom>
              <a:rect b="b" l="l" r="r" t="t"/>
              <a:pathLst>
                <a:path extrusionOk="0" h="16" w="22">
                  <a:moveTo>
                    <a:pt x="0" y="0"/>
                  </a:moveTo>
                  <a:cubicBezTo>
                    <a:pt x="7" y="5"/>
                    <a:pt x="12" y="11"/>
                    <a:pt x="17" y="16"/>
                  </a:cubicBezTo>
                  <a:lnTo>
                    <a:pt x="22" y="16"/>
                  </a:lnTo>
                  <a:cubicBezTo>
                    <a:pt x="22" y="16"/>
                    <a:pt x="17" y="11"/>
                    <a:pt x="12" y="5"/>
                  </a:cubicBezTo>
                  <a:lnTo>
                    <a:pt x="0"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1"/>
            <p:cNvSpPr/>
            <p:nvPr/>
          </p:nvSpPr>
          <p:spPr>
            <a:xfrm>
              <a:off x="5978850" y="3602375"/>
              <a:ext cx="275" cy="300"/>
            </a:xfrm>
            <a:custGeom>
              <a:rect b="b" l="l" r="r" t="t"/>
              <a:pathLst>
                <a:path extrusionOk="0" h="12" w="11">
                  <a:moveTo>
                    <a:pt x="0" y="1"/>
                  </a:moveTo>
                  <a:lnTo>
                    <a:pt x="0" y="11"/>
                  </a:lnTo>
                  <a:lnTo>
                    <a:pt x="11" y="11"/>
                  </a:lnTo>
                  <a:cubicBezTo>
                    <a:pt x="11" y="6"/>
                    <a:pt x="6" y="6"/>
                    <a:pt x="6"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1"/>
            <p:cNvSpPr/>
            <p:nvPr/>
          </p:nvSpPr>
          <p:spPr>
            <a:xfrm>
              <a:off x="5939350" y="3562600"/>
              <a:ext cx="25" cy="25"/>
            </a:xfrm>
            <a:custGeom>
              <a:rect b="b" l="l" r="r" t="t"/>
              <a:pathLst>
                <a:path extrusionOk="0" h="1" w="1">
                  <a:moveTo>
                    <a:pt x="1" y="1"/>
                  </a:moveTo>
                  <a:lnTo>
                    <a:pt x="1"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1"/>
            <p:cNvSpPr/>
            <p:nvPr/>
          </p:nvSpPr>
          <p:spPr>
            <a:xfrm>
              <a:off x="5658375" y="3321950"/>
              <a:ext cx="575" cy="550"/>
            </a:xfrm>
            <a:custGeom>
              <a:rect b="b" l="l" r="r" t="t"/>
              <a:pathLst>
                <a:path extrusionOk="0" h="22" w="23">
                  <a:moveTo>
                    <a:pt x="1" y="1"/>
                  </a:moveTo>
                  <a:cubicBezTo>
                    <a:pt x="1" y="6"/>
                    <a:pt x="7" y="11"/>
                    <a:pt x="7" y="16"/>
                  </a:cubicBezTo>
                  <a:cubicBezTo>
                    <a:pt x="13" y="16"/>
                    <a:pt x="18" y="21"/>
                    <a:pt x="23" y="21"/>
                  </a:cubicBezTo>
                  <a:lnTo>
                    <a:pt x="1"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1"/>
            <p:cNvSpPr/>
            <p:nvPr/>
          </p:nvSpPr>
          <p:spPr>
            <a:xfrm>
              <a:off x="5671575" y="3335225"/>
              <a:ext cx="825" cy="700"/>
            </a:xfrm>
            <a:custGeom>
              <a:rect b="b" l="l" r="r" t="t"/>
              <a:pathLst>
                <a:path extrusionOk="0" h="28" w="33">
                  <a:moveTo>
                    <a:pt x="0" y="1"/>
                  </a:moveTo>
                  <a:lnTo>
                    <a:pt x="0" y="1"/>
                  </a:lnTo>
                  <a:cubicBezTo>
                    <a:pt x="5" y="11"/>
                    <a:pt x="5" y="11"/>
                    <a:pt x="11" y="18"/>
                  </a:cubicBezTo>
                  <a:cubicBezTo>
                    <a:pt x="15" y="22"/>
                    <a:pt x="25" y="23"/>
                    <a:pt x="31" y="27"/>
                  </a:cubicBezTo>
                  <a:lnTo>
                    <a:pt x="31" y="27"/>
                  </a:lnTo>
                  <a:lnTo>
                    <a:pt x="0" y="1"/>
                  </a:lnTo>
                  <a:close/>
                  <a:moveTo>
                    <a:pt x="31" y="27"/>
                  </a:moveTo>
                  <a:lnTo>
                    <a:pt x="32" y="28"/>
                  </a:lnTo>
                  <a:cubicBezTo>
                    <a:pt x="32" y="28"/>
                    <a:pt x="32" y="27"/>
                    <a:pt x="31" y="27"/>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1"/>
            <p:cNvSpPr/>
            <p:nvPr/>
          </p:nvSpPr>
          <p:spPr>
            <a:xfrm>
              <a:off x="5851950" y="3482025"/>
              <a:ext cx="675" cy="700"/>
            </a:xfrm>
            <a:custGeom>
              <a:rect b="b" l="l" r="r" t="t"/>
              <a:pathLst>
                <a:path extrusionOk="0" h="28" w="27">
                  <a:moveTo>
                    <a:pt x="0" y="0"/>
                  </a:moveTo>
                  <a:cubicBezTo>
                    <a:pt x="5" y="12"/>
                    <a:pt x="5" y="17"/>
                    <a:pt x="5" y="28"/>
                  </a:cubicBezTo>
                  <a:lnTo>
                    <a:pt x="26" y="28"/>
                  </a:lnTo>
                  <a:lnTo>
                    <a:pt x="0"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1"/>
            <p:cNvSpPr/>
            <p:nvPr/>
          </p:nvSpPr>
          <p:spPr>
            <a:xfrm>
              <a:off x="5684975" y="3341950"/>
              <a:ext cx="700" cy="550"/>
            </a:xfrm>
            <a:custGeom>
              <a:rect b="b" l="l" r="r" t="t"/>
              <a:pathLst>
                <a:path extrusionOk="0" h="22" w="28">
                  <a:moveTo>
                    <a:pt x="1" y="0"/>
                  </a:moveTo>
                  <a:cubicBezTo>
                    <a:pt x="1" y="12"/>
                    <a:pt x="7" y="12"/>
                    <a:pt x="7" y="22"/>
                  </a:cubicBezTo>
                  <a:lnTo>
                    <a:pt x="28" y="22"/>
                  </a:lnTo>
                  <a:lnTo>
                    <a:pt x="1"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1"/>
            <p:cNvSpPr/>
            <p:nvPr/>
          </p:nvSpPr>
          <p:spPr>
            <a:xfrm>
              <a:off x="6018875" y="3649250"/>
              <a:ext cx="550" cy="150"/>
            </a:xfrm>
            <a:custGeom>
              <a:rect b="b" l="l" r="r" t="t"/>
              <a:pathLst>
                <a:path extrusionOk="0" h="6" w="22">
                  <a:moveTo>
                    <a:pt x="1" y="0"/>
                  </a:moveTo>
                  <a:lnTo>
                    <a:pt x="1" y="6"/>
                  </a:lnTo>
                  <a:lnTo>
                    <a:pt x="21" y="6"/>
                  </a:lnTo>
                  <a:cubicBezTo>
                    <a:pt x="11" y="6"/>
                    <a:pt x="11" y="0"/>
                    <a:pt x="1"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1"/>
            <p:cNvSpPr/>
            <p:nvPr/>
          </p:nvSpPr>
          <p:spPr>
            <a:xfrm>
              <a:off x="6025450" y="3668975"/>
              <a:ext cx="575" cy="825"/>
            </a:xfrm>
            <a:custGeom>
              <a:rect b="b" l="l" r="r" t="t"/>
              <a:pathLst>
                <a:path extrusionOk="0" h="33" w="23">
                  <a:moveTo>
                    <a:pt x="6" y="1"/>
                  </a:moveTo>
                  <a:cubicBezTo>
                    <a:pt x="1" y="6"/>
                    <a:pt x="1" y="12"/>
                    <a:pt x="1" y="17"/>
                  </a:cubicBezTo>
                  <a:cubicBezTo>
                    <a:pt x="11" y="22"/>
                    <a:pt x="16" y="28"/>
                    <a:pt x="23" y="33"/>
                  </a:cubicBezTo>
                  <a:lnTo>
                    <a:pt x="6"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1"/>
            <p:cNvSpPr/>
            <p:nvPr/>
          </p:nvSpPr>
          <p:spPr>
            <a:xfrm>
              <a:off x="5658375" y="3308775"/>
              <a:ext cx="575" cy="825"/>
            </a:xfrm>
            <a:custGeom>
              <a:rect b="b" l="l" r="r" t="t"/>
              <a:pathLst>
                <a:path extrusionOk="0" h="33" w="23">
                  <a:moveTo>
                    <a:pt x="23" y="0"/>
                  </a:moveTo>
                  <a:lnTo>
                    <a:pt x="23" y="0"/>
                  </a:lnTo>
                  <a:cubicBezTo>
                    <a:pt x="18" y="5"/>
                    <a:pt x="13" y="5"/>
                    <a:pt x="1" y="12"/>
                  </a:cubicBezTo>
                  <a:lnTo>
                    <a:pt x="1" y="33"/>
                  </a:lnTo>
                  <a:lnTo>
                    <a:pt x="23"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1"/>
            <p:cNvSpPr/>
            <p:nvPr/>
          </p:nvSpPr>
          <p:spPr>
            <a:xfrm>
              <a:off x="5678525" y="3289300"/>
              <a:ext cx="325" cy="150"/>
            </a:xfrm>
            <a:custGeom>
              <a:rect b="b" l="l" r="r" t="t"/>
              <a:pathLst>
                <a:path extrusionOk="0" h="6" w="13">
                  <a:moveTo>
                    <a:pt x="12" y="1"/>
                  </a:moveTo>
                  <a:cubicBezTo>
                    <a:pt x="7" y="1"/>
                    <a:pt x="1" y="6"/>
                    <a:pt x="1" y="6"/>
                  </a:cubicBezTo>
                  <a:lnTo>
                    <a:pt x="12"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1"/>
            <p:cNvSpPr/>
            <p:nvPr/>
          </p:nvSpPr>
          <p:spPr>
            <a:xfrm>
              <a:off x="5825200" y="3462000"/>
              <a:ext cx="700" cy="700"/>
            </a:xfrm>
            <a:custGeom>
              <a:rect b="b" l="l" r="r" t="t"/>
              <a:pathLst>
                <a:path extrusionOk="0" h="28" w="28">
                  <a:moveTo>
                    <a:pt x="0" y="1"/>
                  </a:moveTo>
                  <a:cubicBezTo>
                    <a:pt x="2" y="3"/>
                    <a:pt x="3" y="6"/>
                    <a:pt x="5" y="8"/>
                  </a:cubicBezTo>
                  <a:lnTo>
                    <a:pt x="5" y="8"/>
                  </a:lnTo>
                  <a:lnTo>
                    <a:pt x="0" y="1"/>
                  </a:lnTo>
                  <a:close/>
                  <a:moveTo>
                    <a:pt x="5" y="8"/>
                  </a:moveTo>
                  <a:lnTo>
                    <a:pt x="12" y="18"/>
                  </a:lnTo>
                  <a:lnTo>
                    <a:pt x="18" y="22"/>
                  </a:lnTo>
                  <a:lnTo>
                    <a:pt x="18" y="22"/>
                  </a:lnTo>
                  <a:cubicBezTo>
                    <a:pt x="14" y="17"/>
                    <a:pt x="9" y="13"/>
                    <a:pt x="5" y="8"/>
                  </a:cubicBezTo>
                  <a:close/>
                  <a:moveTo>
                    <a:pt x="18" y="22"/>
                  </a:moveTo>
                  <a:cubicBezTo>
                    <a:pt x="20" y="24"/>
                    <a:pt x="21" y="26"/>
                    <a:pt x="22" y="28"/>
                  </a:cubicBezTo>
                  <a:lnTo>
                    <a:pt x="27" y="28"/>
                  </a:lnTo>
                  <a:lnTo>
                    <a:pt x="18" y="22"/>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1"/>
            <p:cNvSpPr/>
            <p:nvPr/>
          </p:nvSpPr>
          <p:spPr>
            <a:xfrm>
              <a:off x="5678525" y="3288925"/>
              <a:ext cx="450" cy="525"/>
            </a:xfrm>
            <a:custGeom>
              <a:rect b="b" l="l" r="r" t="t"/>
              <a:pathLst>
                <a:path extrusionOk="0" h="21" w="18">
                  <a:moveTo>
                    <a:pt x="1" y="0"/>
                  </a:moveTo>
                  <a:lnTo>
                    <a:pt x="1" y="21"/>
                  </a:lnTo>
                  <a:cubicBezTo>
                    <a:pt x="7" y="16"/>
                    <a:pt x="12" y="10"/>
                    <a:pt x="17" y="5"/>
                  </a:cubicBezTo>
                  <a:cubicBezTo>
                    <a:pt x="12" y="0"/>
                    <a:pt x="7" y="0"/>
                    <a:pt x="1"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1"/>
            <p:cNvSpPr/>
            <p:nvPr/>
          </p:nvSpPr>
          <p:spPr>
            <a:xfrm>
              <a:off x="5845200" y="3475450"/>
              <a:ext cx="575" cy="575"/>
            </a:xfrm>
            <a:custGeom>
              <a:rect b="b" l="l" r="r" t="t"/>
              <a:pathLst>
                <a:path extrusionOk="0" h="23" w="23">
                  <a:moveTo>
                    <a:pt x="6" y="0"/>
                  </a:moveTo>
                  <a:cubicBezTo>
                    <a:pt x="6" y="6"/>
                    <a:pt x="6" y="17"/>
                    <a:pt x="1" y="22"/>
                  </a:cubicBezTo>
                  <a:cubicBezTo>
                    <a:pt x="12" y="22"/>
                    <a:pt x="18" y="17"/>
                    <a:pt x="23" y="17"/>
                  </a:cubicBezTo>
                  <a:cubicBezTo>
                    <a:pt x="18" y="11"/>
                    <a:pt x="12" y="6"/>
                    <a:pt x="6"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1"/>
            <p:cNvSpPr/>
            <p:nvPr/>
          </p:nvSpPr>
          <p:spPr>
            <a:xfrm>
              <a:off x="5698300" y="3348675"/>
              <a:ext cx="825" cy="550"/>
            </a:xfrm>
            <a:custGeom>
              <a:rect b="b" l="l" r="r" t="t"/>
              <a:pathLst>
                <a:path extrusionOk="0" h="22" w="33">
                  <a:moveTo>
                    <a:pt x="0" y="1"/>
                  </a:moveTo>
                  <a:cubicBezTo>
                    <a:pt x="5" y="6"/>
                    <a:pt x="16" y="11"/>
                    <a:pt x="22" y="21"/>
                  </a:cubicBezTo>
                  <a:lnTo>
                    <a:pt x="32" y="21"/>
                  </a:lnTo>
                  <a:lnTo>
                    <a:pt x="0"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1"/>
            <p:cNvSpPr/>
            <p:nvPr/>
          </p:nvSpPr>
          <p:spPr>
            <a:xfrm>
              <a:off x="5665000" y="3295500"/>
              <a:ext cx="650" cy="700"/>
            </a:xfrm>
            <a:custGeom>
              <a:rect b="b" l="l" r="r" t="t"/>
              <a:pathLst>
                <a:path extrusionOk="0" h="28" w="26">
                  <a:moveTo>
                    <a:pt x="26" y="0"/>
                  </a:moveTo>
                  <a:cubicBezTo>
                    <a:pt x="21" y="0"/>
                    <a:pt x="16" y="5"/>
                    <a:pt x="5" y="5"/>
                  </a:cubicBezTo>
                  <a:cubicBezTo>
                    <a:pt x="5" y="10"/>
                    <a:pt x="5" y="16"/>
                    <a:pt x="0" y="27"/>
                  </a:cubicBezTo>
                  <a:lnTo>
                    <a:pt x="26"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1"/>
            <p:cNvSpPr/>
            <p:nvPr/>
          </p:nvSpPr>
          <p:spPr>
            <a:xfrm>
              <a:off x="3810775" y="1896150"/>
              <a:ext cx="826250" cy="553250"/>
            </a:xfrm>
            <a:custGeom>
              <a:rect b="b" l="l" r="r" t="t"/>
              <a:pathLst>
                <a:path extrusionOk="0" h="22130" w="33050">
                  <a:moveTo>
                    <a:pt x="26460" y="1"/>
                  </a:moveTo>
                  <a:cubicBezTo>
                    <a:pt x="26349" y="1"/>
                    <a:pt x="26242" y="59"/>
                    <a:pt x="26174" y="141"/>
                  </a:cubicBezTo>
                  <a:cubicBezTo>
                    <a:pt x="26066" y="184"/>
                    <a:pt x="25921" y="206"/>
                    <a:pt x="25723" y="211"/>
                  </a:cubicBezTo>
                  <a:cubicBezTo>
                    <a:pt x="18905" y="360"/>
                    <a:pt x="12093" y="554"/>
                    <a:pt x="5275" y="737"/>
                  </a:cubicBezTo>
                  <a:cubicBezTo>
                    <a:pt x="5131" y="732"/>
                    <a:pt x="4990" y="721"/>
                    <a:pt x="4851" y="710"/>
                  </a:cubicBezTo>
                  <a:cubicBezTo>
                    <a:pt x="4583" y="754"/>
                    <a:pt x="4298" y="774"/>
                    <a:pt x="3965" y="774"/>
                  </a:cubicBezTo>
                  <a:cubicBezTo>
                    <a:pt x="3696" y="774"/>
                    <a:pt x="3428" y="759"/>
                    <a:pt x="3153" y="742"/>
                  </a:cubicBezTo>
                  <a:cubicBezTo>
                    <a:pt x="2998" y="774"/>
                    <a:pt x="2837" y="818"/>
                    <a:pt x="2676" y="883"/>
                  </a:cubicBezTo>
                  <a:cubicBezTo>
                    <a:pt x="2285" y="919"/>
                    <a:pt x="1987" y="948"/>
                    <a:pt x="1759" y="948"/>
                  </a:cubicBezTo>
                  <a:cubicBezTo>
                    <a:pt x="1429" y="948"/>
                    <a:pt x="1248" y="888"/>
                    <a:pt x="1149" y="710"/>
                  </a:cubicBezTo>
                  <a:cubicBezTo>
                    <a:pt x="1102" y="715"/>
                    <a:pt x="1058" y="727"/>
                    <a:pt x="1010" y="737"/>
                  </a:cubicBezTo>
                  <a:cubicBezTo>
                    <a:pt x="968" y="747"/>
                    <a:pt x="683" y="861"/>
                    <a:pt x="639" y="871"/>
                  </a:cubicBezTo>
                  <a:lnTo>
                    <a:pt x="33" y="6571"/>
                  </a:lnTo>
                  <a:cubicBezTo>
                    <a:pt x="33" y="6636"/>
                    <a:pt x="33" y="6705"/>
                    <a:pt x="26" y="6770"/>
                  </a:cubicBezTo>
                  <a:cubicBezTo>
                    <a:pt x="11" y="7221"/>
                    <a:pt x="1" y="7635"/>
                    <a:pt x="6" y="8016"/>
                  </a:cubicBezTo>
                  <a:cubicBezTo>
                    <a:pt x="6" y="8167"/>
                    <a:pt x="11" y="8307"/>
                    <a:pt x="21" y="8446"/>
                  </a:cubicBezTo>
                  <a:cubicBezTo>
                    <a:pt x="6" y="8924"/>
                    <a:pt x="86" y="9365"/>
                    <a:pt x="226" y="9773"/>
                  </a:cubicBezTo>
                  <a:cubicBezTo>
                    <a:pt x="269" y="9908"/>
                    <a:pt x="323" y="10042"/>
                    <a:pt x="381" y="10171"/>
                  </a:cubicBezTo>
                  <a:cubicBezTo>
                    <a:pt x="264" y="10868"/>
                    <a:pt x="537" y="11471"/>
                    <a:pt x="956" y="12040"/>
                  </a:cubicBezTo>
                  <a:cubicBezTo>
                    <a:pt x="1037" y="12153"/>
                    <a:pt x="1129" y="12266"/>
                    <a:pt x="1225" y="12378"/>
                  </a:cubicBezTo>
                  <a:cubicBezTo>
                    <a:pt x="1483" y="12685"/>
                    <a:pt x="1697" y="13023"/>
                    <a:pt x="1875" y="13383"/>
                  </a:cubicBezTo>
                  <a:cubicBezTo>
                    <a:pt x="1935" y="13506"/>
                    <a:pt x="1993" y="13625"/>
                    <a:pt x="2047" y="13749"/>
                  </a:cubicBezTo>
                  <a:cubicBezTo>
                    <a:pt x="2128" y="14076"/>
                    <a:pt x="2230" y="14399"/>
                    <a:pt x="2337" y="14721"/>
                  </a:cubicBezTo>
                  <a:cubicBezTo>
                    <a:pt x="2374" y="14828"/>
                    <a:pt x="2412" y="14930"/>
                    <a:pt x="2450" y="15038"/>
                  </a:cubicBezTo>
                  <a:cubicBezTo>
                    <a:pt x="1950" y="16660"/>
                    <a:pt x="3277" y="17321"/>
                    <a:pt x="3100" y="18798"/>
                  </a:cubicBezTo>
                  <a:cubicBezTo>
                    <a:pt x="3105" y="18916"/>
                    <a:pt x="3110" y="19030"/>
                    <a:pt x="3121" y="19147"/>
                  </a:cubicBezTo>
                  <a:cubicBezTo>
                    <a:pt x="3192" y="20287"/>
                    <a:pt x="4357" y="21527"/>
                    <a:pt x="4357" y="21527"/>
                  </a:cubicBezTo>
                  <a:cubicBezTo>
                    <a:pt x="4486" y="21522"/>
                    <a:pt x="5818" y="21247"/>
                    <a:pt x="5947" y="21242"/>
                  </a:cubicBezTo>
                  <a:cubicBezTo>
                    <a:pt x="7859" y="21162"/>
                    <a:pt x="9778" y="21093"/>
                    <a:pt x="11690" y="21001"/>
                  </a:cubicBezTo>
                  <a:cubicBezTo>
                    <a:pt x="14876" y="20850"/>
                    <a:pt x="18067" y="20867"/>
                    <a:pt x="21242" y="20523"/>
                  </a:cubicBezTo>
                  <a:cubicBezTo>
                    <a:pt x="21661" y="20513"/>
                    <a:pt x="22080" y="20513"/>
                    <a:pt x="22499" y="20506"/>
                  </a:cubicBezTo>
                  <a:cubicBezTo>
                    <a:pt x="22918" y="20501"/>
                    <a:pt x="23337" y="20491"/>
                    <a:pt x="23756" y="20464"/>
                  </a:cubicBezTo>
                  <a:cubicBezTo>
                    <a:pt x="23863" y="20457"/>
                    <a:pt x="23969" y="20454"/>
                    <a:pt x="24072" y="20454"/>
                  </a:cubicBezTo>
                  <a:cubicBezTo>
                    <a:pt x="24925" y="20454"/>
                    <a:pt x="25657" y="20693"/>
                    <a:pt x="26135" y="21517"/>
                  </a:cubicBezTo>
                  <a:cubicBezTo>
                    <a:pt x="26303" y="21710"/>
                    <a:pt x="26393" y="21914"/>
                    <a:pt x="26442" y="22129"/>
                  </a:cubicBezTo>
                  <a:lnTo>
                    <a:pt x="26464" y="22129"/>
                  </a:lnTo>
                  <a:cubicBezTo>
                    <a:pt x="26668" y="22129"/>
                    <a:pt x="26899" y="22070"/>
                    <a:pt x="27055" y="21860"/>
                  </a:cubicBezTo>
                  <a:cubicBezTo>
                    <a:pt x="27082" y="21807"/>
                    <a:pt x="27097" y="21748"/>
                    <a:pt x="27119" y="21694"/>
                  </a:cubicBezTo>
                  <a:cubicBezTo>
                    <a:pt x="27285" y="21312"/>
                    <a:pt x="27114" y="21039"/>
                    <a:pt x="26851" y="20786"/>
                  </a:cubicBezTo>
                  <a:cubicBezTo>
                    <a:pt x="28134" y="20163"/>
                    <a:pt x="29096" y="18798"/>
                    <a:pt x="29165" y="17386"/>
                  </a:cubicBezTo>
                  <a:cubicBezTo>
                    <a:pt x="29177" y="17198"/>
                    <a:pt x="29048" y="17004"/>
                    <a:pt x="28929" y="16843"/>
                  </a:cubicBezTo>
                  <a:cubicBezTo>
                    <a:pt x="28892" y="16767"/>
                    <a:pt x="28838" y="16692"/>
                    <a:pt x="28768" y="16618"/>
                  </a:cubicBezTo>
                  <a:cubicBezTo>
                    <a:pt x="28069" y="15532"/>
                    <a:pt x="29197" y="14984"/>
                    <a:pt x="29988" y="14490"/>
                  </a:cubicBezTo>
                  <a:cubicBezTo>
                    <a:pt x="30816" y="13980"/>
                    <a:pt x="31686" y="13754"/>
                    <a:pt x="32217" y="12851"/>
                  </a:cubicBezTo>
                  <a:cubicBezTo>
                    <a:pt x="32750" y="11959"/>
                    <a:pt x="33023" y="11148"/>
                    <a:pt x="32969" y="10364"/>
                  </a:cubicBezTo>
                  <a:cubicBezTo>
                    <a:pt x="33050" y="10112"/>
                    <a:pt x="33007" y="9896"/>
                    <a:pt x="32840" y="9698"/>
                  </a:cubicBezTo>
                  <a:cubicBezTo>
                    <a:pt x="32690" y="9236"/>
                    <a:pt x="32427" y="8785"/>
                    <a:pt x="32013" y="8322"/>
                  </a:cubicBezTo>
                  <a:cubicBezTo>
                    <a:pt x="31267" y="7506"/>
                    <a:pt x="30375" y="6523"/>
                    <a:pt x="29450" y="5911"/>
                  </a:cubicBezTo>
                  <a:cubicBezTo>
                    <a:pt x="28778" y="5465"/>
                    <a:pt x="28081" y="5066"/>
                    <a:pt x="27650" y="4357"/>
                  </a:cubicBezTo>
                  <a:cubicBezTo>
                    <a:pt x="27270" y="3729"/>
                    <a:pt x="27521" y="2929"/>
                    <a:pt x="27630" y="2230"/>
                  </a:cubicBezTo>
                  <a:cubicBezTo>
                    <a:pt x="27801" y="1935"/>
                    <a:pt x="27731" y="1511"/>
                    <a:pt x="27635" y="1215"/>
                  </a:cubicBezTo>
                  <a:cubicBezTo>
                    <a:pt x="27484" y="764"/>
                    <a:pt x="27027" y="382"/>
                    <a:pt x="26673" y="82"/>
                  </a:cubicBezTo>
                  <a:cubicBezTo>
                    <a:pt x="26606" y="25"/>
                    <a:pt x="26532" y="1"/>
                    <a:pt x="26460"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1"/>
            <p:cNvSpPr/>
            <p:nvPr/>
          </p:nvSpPr>
          <p:spPr>
            <a:xfrm>
              <a:off x="6305475" y="3322200"/>
              <a:ext cx="700" cy="725"/>
            </a:xfrm>
            <a:custGeom>
              <a:rect b="b" l="l" r="r" t="t"/>
              <a:pathLst>
                <a:path extrusionOk="0" h="29" w="28">
                  <a:moveTo>
                    <a:pt x="0" y="1"/>
                  </a:moveTo>
                  <a:lnTo>
                    <a:pt x="12" y="11"/>
                  </a:lnTo>
                  <a:cubicBezTo>
                    <a:pt x="17" y="16"/>
                    <a:pt x="27" y="28"/>
                    <a:pt x="27" y="28"/>
                  </a:cubicBezTo>
                  <a:cubicBezTo>
                    <a:pt x="27" y="16"/>
                    <a:pt x="22" y="11"/>
                    <a:pt x="22" y="6"/>
                  </a:cubicBezTo>
                  <a:cubicBezTo>
                    <a:pt x="12" y="6"/>
                    <a:pt x="7" y="6"/>
                    <a:pt x="0"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1"/>
            <p:cNvSpPr/>
            <p:nvPr/>
          </p:nvSpPr>
          <p:spPr>
            <a:xfrm>
              <a:off x="6318775" y="3335775"/>
              <a:ext cx="25" cy="25"/>
            </a:xfrm>
            <a:custGeom>
              <a:rect b="b" l="l" r="r" t="t"/>
              <a:pathLst>
                <a:path extrusionOk="0" h="1" w="1">
                  <a:moveTo>
                    <a:pt x="1" y="1"/>
                  </a:moveTo>
                  <a:lnTo>
                    <a:pt x="1"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1"/>
            <p:cNvSpPr/>
            <p:nvPr/>
          </p:nvSpPr>
          <p:spPr>
            <a:xfrm>
              <a:off x="6292050" y="3315625"/>
              <a:ext cx="700" cy="550"/>
            </a:xfrm>
            <a:custGeom>
              <a:rect b="b" l="l" r="r" t="t"/>
              <a:pathLst>
                <a:path extrusionOk="0" h="22" w="28">
                  <a:moveTo>
                    <a:pt x="21" y="1"/>
                  </a:moveTo>
                  <a:cubicBezTo>
                    <a:pt x="11" y="1"/>
                    <a:pt x="11" y="1"/>
                    <a:pt x="1" y="6"/>
                  </a:cubicBezTo>
                  <a:lnTo>
                    <a:pt x="28" y="22"/>
                  </a:lnTo>
                  <a:cubicBezTo>
                    <a:pt x="21" y="16"/>
                    <a:pt x="21" y="6"/>
                    <a:pt x="21"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1"/>
            <p:cNvSpPr/>
            <p:nvPr/>
          </p:nvSpPr>
          <p:spPr>
            <a:xfrm>
              <a:off x="6272050" y="3302325"/>
              <a:ext cx="575" cy="450"/>
            </a:xfrm>
            <a:custGeom>
              <a:rect b="b" l="l" r="r" t="t"/>
              <a:pathLst>
                <a:path extrusionOk="0" h="18" w="23">
                  <a:moveTo>
                    <a:pt x="0" y="0"/>
                  </a:moveTo>
                  <a:lnTo>
                    <a:pt x="22" y="17"/>
                  </a:lnTo>
                  <a:lnTo>
                    <a:pt x="22"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1"/>
            <p:cNvSpPr/>
            <p:nvPr/>
          </p:nvSpPr>
          <p:spPr>
            <a:xfrm>
              <a:off x="5771750" y="3222425"/>
              <a:ext cx="450" cy="275"/>
            </a:xfrm>
            <a:custGeom>
              <a:rect b="b" l="l" r="r" t="t"/>
              <a:pathLst>
                <a:path extrusionOk="0" h="11" w="18">
                  <a:moveTo>
                    <a:pt x="17" y="0"/>
                  </a:moveTo>
                  <a:cubicBezTo>
                    <a:pt x="6" y="5"/>
                    <a:pt x="0" y="11"/>
                    <a:pt x="0" y="11"/>
                  </a:cubicBezTo>
                  <a:lnTo>
                    <a:pt x="17"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1"/>
            <p:cNvSpPr/>
            <p:nvPr/>
          </p:nvSpPr>
          <p:spPr>
            <a:xfrm>
              <a:off x="6338925" y="3348925"/>
              <a:ext cx="575" cy="575"/>
            </a:xfrm>
            <a:custGeom>
              <a:rect b="b" l="l" r="r" t="t"/>
              <a:pathLst>
                <a:path extrusionOk="0" h="23" w="23">
                  <a:moveTo>
                    <a:pt x="0" y="1"/>
                  </a:moveTo>
                  <a:lnTo>
                    <a:pt x="20" y="20"/>
                  </a:lnTo>
                  <a:lnTo>
                    <a:pt x="20" y="20"/>
                  </a:lnTo>
                  <a:cubicBezTo>
                    <a:pt x="16" y="15"/>
                    <a:pt x="15" y="9"/>
                    <a:pt x="11" y="1"/>
                  </a:cubicBezTo>
                  <a:close/>
                  <a:moveTo>
                    <a:pt x="20" y="20"/>
                  </a:moveTo>
                  <a:cubicBezTo>
                    <a:pt x="20" y="21"/>
                    <a:pt x="21" y="22"/>
                    <a:pt x="22" y="23"/>
                  </a:cubicBezTo>
                  <a:lnTo>
                    <a:pt x="20" y="2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1"/>
            <p:cNvSpPr/>
            <p:nvPr/>
          </p:nvSpPr>
          <p:spPr>
            <a:xfrm>
              <a:off x="6225425" y="3268900"/>
              <a:ext cx="450" cy="550"/>
            </a:xfrm>
            <a:custGeom>
              <a:rect b="b" l="l" r="r" t="t"/>
              <a:pathLst>
                <a:path extrusionOk="0" h="22" w="18">
                  <a:moveTo>
                    <a:pt x="18" y="0"/>
                  </a:moveTo>
                  <a:cubicBezTo>
                    <a:pt x="11" y="6"/>
                    <a:pt x="6" y="6"/>
                    <a:pt x="1" y="6"/>
                  </a:cubicBezTo>
                  <a:lnTo>
                    <a:pt x="18" y="21"/>
                  </a:lnTo>
                  <a:lnTo>
                    <a:pt x="18"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1"/>
            <p:cNvSpPr/>
            <p:nvPr/>
          </p:nvSpPr>
          <p:spPr>
            <a:xfrm>
              <a:off x="6292050" y="3315775"/>
              <a:ext cx="25" cy="25"/>
            </a:xfrm>
            <a:custGeom>
              <a:rect b="b" l="l" r="r" t="t"/>
              <a:pathLst>
                <a:path extrusionOk="0" h="1" w="1">
                  <a:moveTo>
                    <a:pt x="1" y="0"/>
                  </a:moveTo>
                  <a:lnTo>
                    <a:pt x="1"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1"/>
            <p:cNvSpPr/>
            <p:nvPr/>
          </p:nvSpPr>
          <p:spPr>
            <a:xfrm>
              <a:off x="6225425" y="3269025"/>
              <a:ext cx="25" cy="25"/>
            </a:xfrm>
            <a:custGeom>
              <a:rect b="b" l="l" r="r" t="t"/>
              <a:pathLst>
                <a:path extrusionOk="0" h="1" w="1">
                  <a:moveTo>
                    <a:pt x="1" y="1"/>
                  </a:moveTo>
                  <a:lnTo>
                    <a:pt x="1"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1"/>
            <p:cNvSpPr/>
            <p:nvPr/>
          </p:nvSpPr>
          <p:spPr>
            <a:xfrm>
              <a:off x="6212000" y="3255450"/>
              <a:ext cx="700" cy="700"/>
            </a:xfrm>
            <a:custGeom>
              <a:rect b="b" l="l" r="r" t="t"/>
              <a:pathLst>
                <a:path extrusionOk="0" h="28" w="28">
                  <a:moveTo>
                    <a:pt x="0" y="1"/>
                  </a:moveTo>
                  <a:lnTo>
                    <a:pt x="12" y="11"/>
                  </a:lnTo>
                  <a:cubicBezTo>
                    <a:pt x="22" y="18"/>
                    <a:pt x="27" y="28"/>
                    <a:pt x="27" y="28"/>
                  </a:cubicBezTo>
                  <a:cubicBezTo>
                    <a:pt x="27" y="18"/>
                    <a:pt x="22" y="11"/>
                    <a:pt x="22" y="6"/>
                  </a:cubicBezTo>
                  <a:cubicBezTo>
                    <a:pt x="17" y="6"/>
                    <a:pt x="7" y="6"/>
                    <a:pt x="0"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1"/>
            <p:cNvSpPr/>
            <p:nvPr/>
          </p:nvSpPr>
          <p:spPr>
            <a:xfrm>
              <a:off x="6178700" y="3235575"/>
              <a:ext cx="25" cy="25"/>
            </a:xfrm>
            <a:custGeom>
              <a:rect b="b" l="l" r="r" t="t"/>
              <a:pathLst>
                <a:path extrusionOk="0" h="1" w="1">
                  <a:moveTo>
                    <a:pt x="0" y="0"/>
                  </a:moveTo>
                  <a:lnTo>
                    <a:pt x="0"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1"/>
            <p:cNvSpPr/>
            <p:nvPr/>
          </p:nvSpPr>
          <p:spPr>
            <a:xfrm>
              <a:off x="6245450" y="3282300"/>
              <a:ext cx="25" cy="25"/>
            </a:xfrm>
            <a:custGeom>
              <a:rect b="b" l="l" r="r" t="t"/>
              <a:pathLst>
                <a:path extrusionOk="0" h="1" w="1">
                  <a:moveTo>
                    <a:pt x="0" y="1"/>
                  </a:moveTo>
                  <a:lnTo>
                    <a:pt x="0"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1"/>
            <p:cNvSpPr/>
            <p:nvPr/>
          </p:nvSpPr>
          <p:spPr>
            <a:xfrm>
              <a:off x="6258725" y="3288925"/>
              <a:ext cx="700" cy="525"/>
            </a:xfrm>
            <a:custGeom>
              <a:rect b="b" l="l" r="r" t="t"/>
              <a:pathLst>
                <a:path extrusionOk="0" h="21" w="28">
                  <a:moveTo>
                    <a:pt x="1" y="0"/>
                  </a:moveTo>
                  <a:lnTo>
                    <a:pt x="28" y="21"/>
                  </a:lnTo>
                  <a:cubicBezTo>
                    <a:pt x="28" y="16"/>
                    <a:pt x="23" y="10"/>
                    <a:pt x="23" y="5"/>
                  </a:cubicBezTo>
                  <a:cubicBezTo>
                    <a:pt x="17" y="0"/>
                    <a:pt x="7" y="0"/>
                    <a:pt x="1"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1"/>
            <p:cNvSpPr/>
            <p:nvPr/>
          </p:nvSpPr>
          <p:spPr>
            <a:xfrm>
              <a:off x="6245450" y="3282175"/>
              <a:ext cx="575" cy="700"/>
            </a:xfrm>
            <a:custGeom>
              <a:rect b="b" l="l" r="r" t="t"/>
              <a:pathLst>
                <a:path extrusionOk="0" h="28" w="23">
                  <a:moveTo>
                    <a:pt x="16" y="1"/>
                  </a:moveTo>
                  <a:cubicBezTo>
                    <a:pt x="11" y="6"/>
                    <a:pt x="6" y="6"/>
                    <a:pt x="0" y="6"/>
                  </a:cubicBezTo>
                  <a:lnTo>
                    <a:pt x="11" y="17"/>
                  </a:lnTo>
                  <a:lnTo>
                    <a:pt x="22" y="28"/>
                  </a:lnTo>
                  <a:cubicBezTo>
                    <a:pt x="22" y="17"/>
                    <a:pt x="16" y="12"/>
                    <a:pt x="16"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1"/>
            <p:cNvSpPr/>
            <p:nvPr/>
          </p:nvSpPr>
          <p:spPr>
            <a:xfrm>
              <a:off x="6272050" y="3302325"/>
              <a:ext cx="25" cy="25"/>
            </a:xfrm>
            <a:custGeom>
              <a:rect b="b" l="l" r="r" t="t"/>
              <a:pathLst>
                <a:path extrusionOk="0" h="1" w="1">
                  <a:moveTo>
                    <a:pt x="0" y="0"/>
                  </a:moveTo>
                  <a:lnTo>
                    <a:pt x="0"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1"/>
            <p:cNvSpPr/>
            <p:nvPr/>
          </p:nvSpPr>
          <p:spPr>
            <a:xfrm>
              <a:off x="6318775" y="3335650"/>
              <a:ext cx="575" cy="550"/>
            </a:xfrm>
            <a:custGeom>
              <a:rect b="b" l="l" r="r" t="t"/>
              <a:pathLst>
                <a:path extrusionOk="0" h="22" w="23">
                  <a:moveTo>
                    <a:pt x="23" y="1"/>
                  </a:moveTo>
                  <a:cubicBezTo>
                    <a:pt x="19" y="3"/>
                    <a:pt x="16" y="3"/>
                    <a:pt x="13" y="3"/>
                  </a:cubicBezTo>
                  <a:cubicBezTo>
                    <a:pt x="10" y="3"/>
                    <a:pt x="6" y="3"/>
                    <a:pt x="1" y="6"/>
                  </a:cubicBezTo>
                  <a:lnTo>
                    <a:pt x="23" y="21"/>
                  </a:lnTo>
                  <a:lnTo>
                    <a:pt x="23"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1"/>
            <p:cNvSpPr/>
            <p:nvPr/>
          </p:nvSpPr>
          <p:spPr>
            <a:xfrm>
              <a:off x="5991750" y="3215575"/>
              <a:ext cx="575" cy="550"/>
            </a:xfrm>
            <a:custGeom>
              <a:rect b="b" l="l" r="r" t="t"/>
              <a:pathLst>
                <a:path extrusionOk="0" h="22" w="23">
                  <a:moveTo>
                    <a:pt x="0" y="1"/>
                  </a:moveTo>
                  <a:lnTo>
                    <a:pt x="22" y="22"/>
                  </a:lnTo>
                  <a:cubicBezTo>
                    <a:pt x="17" y="11"/>
                    <a:pt x="17" y="6"/>
                    <a:pt x="10"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1"/>
            <p:cNvSpPr/>
            <p:nvPr/>
          </p:nvSpPr>
          <p:spPr>
            <a:xfrm>
              <a:off x="6005175" y="3222025"/>
              <a:ext cx="700" cy="675"/>
            </a:xfrm>
            <a:custGeom>
              <a:rect b="b" l="l" r="r" t="t"/>
              <a:pathLst>
                <a:path extrusionOk="0" h="27" w="28">
                  <a:moveTo>
                    <a:pt x="1" y="1"/>
                  </a:moveTo>
                  <a:lnTo>
                    <a:pt x="28" y="27"/>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1"/>
            <p:cNvSpPr/>
            <p:nvPr/>
          </p:nvSpPr>
          <p:spPr>
            <a:xfrm>
              <a:off x="5991750" y="3215575"/>
              <a:ext cx="25" cy="25"/>
            </a:xfrm>
            <a:custGeom>
              <a:rect b="b" l="l" r="r" t="t"/>
              <a:pathLst>
                <a:path extrusionOk="0" h="1" w="1">
                  <a:moveTo>
                    <a:pt x="0" y="1"/>
                  </a:moveTo>
                  <a:lnTo>
                    <a:pt x="0"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1"/>
            <p:cNvSpPr/>
            <p:nvPr/>
          </p:nvSpPr>
          <p:spPr>
            <a:xfrm>
              <a:off x="6178700" y="3235575"/>
              <a:ext cx="575" cy="450"/>
            </a:xfrm>
            <a:custGeom>
              <a:rect b="b" l="l" r="r" t="t"/>
              <a:pathLst>
                <a:path extrusionOk="0" h="18" w="23">
                  <a:moveTo>
                    <a:pt x="0" y="0"/>
                  </a:moveTo>
                  <a:lnTo>
                    <a:pt x="22" y="17"/>
                  </a:lnTo>
                  <a:cubicBezTo>
                    <a:pt x="17" y="12"/>
                    <a:pt x="17" y="7"/>
                    <a:pt x="11"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1"/>
            <p:cNvSpPr/>
            <p:nvPr/>
          </p:nvSpPr>
          <p:spPr>
            <a:xfrm>
              <a:off x="6198700" y="3248875"/>
              <a:ext cx="575" cy="575"/>
            </a:xfrm>
            <a:custGeom>
              <a:rect b="b" l="l" r="r" t="t"/>
              <a:pathLst>
                <a:path extrusionOk="0" h="23" w="23">
                  <a:moveTo>
                    <a:pt x="16" y="1"/>
                  </a:moveTo>
                  <a:cubicBezTo>
                    <a:pt x="11" y="1"/>
                    <a:pt x="6" y="1"/>
                    <a:pt x="1" y="6"/>
                  </a:cubicBezTo>
                  <a:lnTo>
                    <a:pt x="23" y="23"/>
                  </a:lnTo>
                  <a:cubicBezTo>
                    <a:pt x="23" y="16"/>
                    <a:pt x="16" y="6"/>
                    <a:pt x="16"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1"/>
            <p:cNvSpPr/>
            <p:nvPr/>
          </p:nvSpPr>
          <p:spPr>
            <a:xfrm>
              <a:off x="5751850" y="3235575"/>
              <a:ext cx="575" cy="575"/>
            </a:xfrm>
            <a:custGeom>
              <a:rect b="b" l="l" r="r" t="t"/>
              <a:pathLst>
                <a:path extrusionOk="0" h="23" w="23">
                  <a:moveTo>
                    <a:pt x="7" y="0"/>
                  </a:moveTo>
                  <a:cubicBezTo>
                    <a:pt x="7" y="7"/>
                    <a:pt x="7" y="12"/>
                    <a:pt x="1" y="22"/>
                  </a:cubicBezTo>
                  <a:lnTo>
                    <a:pt x="23" y="7"/>
                  </a:lnTo>
                  <a:cubicBezTo>
                    <a:pt x="18" y="0"/>
                    <a:pt x="13" y="0"/>
                    <a:pt x="7"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1"/>
            <p:cNvSpPr/>
            <p:nvPr/>
          </p:nvSpPr>
          <p:spPr>
            <a:xfrm>
              <a:off x="4784725" y="2583250"/>
              <a:ext cx="978725" cy="519675"/>
            </a:xfrm>
            <a:custGeom>
              <a:rect b="b" l="l" r="r" t="t"/>
              <a:pathLst>
                <a:path extrusionOk="0" h="20787" w="39149">
                  <a:moveTo>
                    <a:pt x="24939" y="1"/>
                  </a:moveTo>
                  <a:cubicBezTo>
                    <a:pt x="24919" y="1"/>
                    <a:pt x="24898" y="4"/>
                    <a:pt x="24875" y="12"/>
                  </a:cubicBezTo>
                  <a:cubicBezTo>
                    <a:pt x="24832" y="23"/>
                    <a:pt x="24821" y="125"/>
                    <a:pt x="24800" y="195"/>
                  </a:cubicBezTo>
                  <a:cubicBezTo>
                    <a:pt x="24681" y="210"/>
                    <a:pt x="24574" y="227"/>
                    <a:pt x="24471" y="254"/>
                  </a:cubicBezTo>
                  <a:cubicBezTo>
                    <a:pt x="24384" y="264"/>
                    <a:pt x="24300" y="269"/>
                    <a:pt x="24220" y="269"/>
                  </a:cubicBezTo>
                  <a:cubicBezTo>
                    <a:pt x="23928" y="269"/>
                    <a:pt x="23686" y="201"/>
                    <a:pt x="23483" y="71"/>
                  </a:cubicBezTo>
                  <a:cubicBezTo>
                    <a:pt x="23322" y="178"/>
                    <a:pt x="23182" y="296"/>
                    <a:pt x="23070" y="436"/>
                  </a:cubicBezTo>
                  <a:cubicBezTo>
                    <a:pt x="23027" y="495"/>
                    <a:pt x="22983" y="549"/>
                    <a:pt x="22951" y="614"/>
                  </a:cubicBezTo>
                  <a:cubicBezTo>
                    <a:pt x="22946" y="614"/>
                    <a:pt x="22946" y="614"/>
                    <a:pt x="22946" y="619"/>
                  </a:cubicBezTo>
                  <a:cubicBezTo>
                    <a:pt x="23027" y="1274"/>
                    <a:pt x="23112" y="1930"/>
                    <a:pt x="23193" y="2590"/>
                  </a:cubicBezTo>
                  <a:cubicBezTo>
                    <a:pt x="23090" y="2581"/>
                    <a:pt x="22986" y="2568"/>
                    <a:pt x="22886" y="2568"/>
                  </a:cubicBezTo>
                  <a:cubicBezTo>
                    <a:pt x="22693" y="2568"/>
                    <a:pt x="22519" y="2619"/>
                    <a:pt x="22410" y="2857"/>
                  </a:cubicBezTo>
                  <a:lnTo>
                    <a:pt x="22410" y="2857"/>
                  </a:lnTo>
                  <a:cubicBezTo>
                    <a:pt x="22164" y="3066"/>
                    <a:pt x="21923" y="3280"/>
                    <a:pt x="21678" y="3488"/>
                  </a:cubicBezTo>
                  <a:cubicBezTo>
                    <a:pt x="21495" y="3466"/>
                    <a:pt x="21304" y="3436"/>
                    <a:pt x="21132" y="3436"/>
                  </a:cubicBezTo>
                  <a:cubicBezTo>
                    <a:pt x="21002" y="3436"/>
                    <a:pt x="20883" y="3453"/>
                    <a:pt x="20786" y="3504"/>
                  </a:cubicBezTo>
                  <a:cubicBezTo>
                    <a:pt x="20776" y="3509"/>
                    <a:pt x="20764" y="3515"/>
                    <a:pt x="20759" y="3520"/>
                  </a:cubicBezTo>
                  <a:cubicBezTo>
                    <a:pt x="20744" y="3530"/>
                    <a:pt x="20727" y="3537"/>
                    <a:pt x="20717" y="3547"/>
                  </a:cubicBezTo>
                  <a:cubicBezTo>
                    <a:pt x="20625" y="3622"/>
                    <a:pt x="20566" y="3735"/>
                    <a:pt x="20539" y="3907"/>
                  </a:cubicBezTo>
                  <a:cubicBezTo>
                    <a:pt x="20528" y="3993"/>
                    <a:pt x="20523" y="4095"/>
                    <a:pt x="20534" y="4213"/>
                  </a:cubicBezTo>
                  <a:cubicBezTo>
                    <a:pt x="20561" y="4616"/>
                    <a:pt x="20238" y="4826"/>
                    <a:pt x="20040" y="5110"/>
                  </a:cubicBezTo>
                  <a:cubicBezTo>
                    <a:pt x="19363" y="6071"/>
                    <a:pt x="18443" y="6829"/>
                    <a:pt x="18031" y="8017"/>
                  </a:cubicBezTo>
                  <a:cubicBezTo>
                    <a:pt x="17864" y="8495"/>
                    <a:pt x="17513" y="8809"/>
                    <a:pt x="17100" y="8809"/>
                  </a:cubicBezTo>
                  <a:cubicBezTo>
                    <a:pt x="16836" y="8809"/>
                    <a:pt x="16546" y="8680"/>
                    <a:pt x="16263" y="8382"/>
                  </a:cubicBezTo>
                  <a:cubicBezTo>
                    <a:pt x="16024" y="8128"/>
                    <a:pt x="15848" y="8019"/>
                    <a:pt x="15705" y="8019"/>
                  </a:cubicBezTo>
                  <a:cubicBezTo>
                    <a:pt x="15486" y="8019"/>
                    <a:pt x="15341" y="8270"/>
                    <a:pt x="15156" y="8645"/>
                  </a:cubicBezTo>
                  <a:cubicBezTo>
                    <a:pt x="14925" y="9120"/>
                    <a:pt x="14763" y="9813"/>
                    <a:pt x="14180" y="9813"/>
                  </a:cubicBezTo>
                  <a:cubicBezTo>
                    <a:pt x="14019" y="9813"/>
                    <a:pt x="13825" y="9760"/>
                    <a:pt x="13588" y="9634"/>
                  </a:cubicBezTo>
                  <a:cubicBezTo>
                    <a:pt x="13396" y="9183"/>
                    <a:pt x="13199" y="9016"/>
                    <a:pt x="13004" y="9016"/>
                  </a:cubicBezTo>
                  <a:cubicBezTo>
                    <a:pt x="12742" y="9016"/>
                    <a:pt x="12484" y="9320"/>
                    <a:pt x="12250" y="9644"/>
                  </a:cubicBezTo>
                  <a:cubicBezTo>
                    <a:pt x="12015" y="9972"/>
                    <a:pt x="12173" y="10611"/>
                    <a:pt x="11549" y="10611"/>
                  </a:cubicBezTo>
                  <a:cubicBezTo>
                    <a:pt x="11517" y="10611"/>
                    <a:pt x="11484" y="10609"/>
                    <a:pt x="11449" y="10606"/>
                  </a:cubicBezTo>
                  <a:cubicBezTo>
                    <a:pt x="10804" y="10132"/>
                    <a:pt x="9972" y="9975"/>
                    <a:pt x="9212" y="9975"/>
                  </a:cubicBezTo>
                  <a:cubicBezTo>
                    <a:pt x="8300" y="9975"/>
                    <a:pt x="7493" y="10202"/>
                    <a:pt x="7238" y="10380"/>
                  </a:cubicBezTo>
                  <a:cubicBezTo>
                    <a:pt x="7201" y="10402"/>
                    <a:pt x="7168" y="10428"/>
                    <a:pt x="7136" y="10450"/>
                  </a:cubicBezTo>
                  <a:cubicBezTo>
                    <a:pt x="7012" y="10547"/>
                    <a:pt x="6936" y="10708"/>
                    <a:pt x="6931" y="10869"/>
                  </a:cubicBezTo>
                  <a:cubicBezTo>
                    <a:pt x="6926" y="10869"/>
                    <a:pt x="6921" y="10874"/>
                    <a:pt x="6916" y="10874"/>
                  </a:cubicBezTo>
                  <a:cubicBezTo>
                    <a:pt x="6921" y="11052"/>
                    <a:pt x="6921" y="11229"/>
                    <a:pt x="6916" y="11407"/>
                  </a:cubicBezTo>
                  <a:cubicBezTo>
                    <a:pt x="6620" y="11481"/>
                    <a:pt x="6582" y="11685"/>
                    <a:pt x="6641" y="11943"/>
                  </a:cubicBezTo>
                  <a:cubicBezTo>
                    <a:pt x="6281" y="12121"/>
                    <a:pt x="6266" y="12304"/>
                    <a:pt x="6646" y="12481"/>
                  </a:cubicBezTo>
                  <a:cubicBezTo>
                    <a:pt x="6690" y="12964"/>
                    <a:pt x="6415" y="13222"/>
                    <a:pt x="5981" y="13259"/>
                  </a:cubicBezTo>
                  <a:cubicBezTo>
                    <a:pt x="4777" y="13368"/>
                    <a:pt x="4342" y="13921"/>
                    <a:pt x="4868" y="15070"/>
                  </a:cubicBezTo>
                  <a:cubicBezTo>
                    <a:pt x="5099" y="15570"/>
                    <a:pt x="4777" y="15875"/>
                    <a:pt x="4519" y="16209"/>
                  </a:cubicBezTo>
                  <a:lnTo>
                    <a:pt x="4256" y="16209"/>
                  </a:lnTo>
                  <a:cubicBezTo>
                    <a:pt x="4167" y="16012"/>
                    <a:pt x="4025" y="15930"/>
                    <a:pt x="3840" y="15930"/>
                  </a:cubicBezTo>
                  <a:cubicBezTo>
                    <a:pt x="3803" y="15930"/>
                    <a:pt x="3765" y="15934"/>
                    <a:pt x="3725" y="15940"/>
                  </a:cubicBezTo>
                  <a:cubicBezTo>
                    <a:pt x="3669" y="15716"/>
                    <a:pt x="3536" y="15650"/>
                    <a:pt x="3369" y="15650"/>
                  </a:cubicBezTo>
                  <a:cubicBezTo>
                    <a:pt x="3309" y="15650"/>
                    <a:pt x="3244" y="15659"/>
                    <a:pt x="3177" y="15672"/>
                  </a:cubicBezTo>
                  <a:cubicBezTo>
                    <a:pt x="2823" y="15339"/>
                    <a:pt x="2492" y="15166"/>
                    <a:pt x="2199" y="15166"/>
                  </a:cubicBezTo>
                  <a:cubicBezTo>
                    <a:pt x="1818" y="15166"/>
                    <a:pt x="1499" y="15455"/>
                    <a:pt x="1270" y="16064"/>
                  </a:cubicBezTo>
                  <a:cubicBezTo>
                    <a:pt x="1183" y="16301"/>
                    <a:pt x="1076" y="16477"/>
                    <a:pt x="941" y="16596"/>
                  </a:cubicBezTo>
                  <a:cubicBezTo>
                    <a:pt x="952" y="16784"/>
                    <a:pt x="985" y="16978"/>
                    <a:pt x="1022" y="17171"/>
                  </a:cubicBezTo>
                  <a:cubicBezTo>
                    <a:pt x="1027" y="17192"/>
                    <a:pt x="1027" y="17209"/>
                    <a:pt x="1032" y="17229"/>
                  </a:cubicBezTo>
                  <a:cubicBezTo>
                    <a:pt x="1127" y="17212"/>
                    <a:pt x="1221" y="17197"/>
                    <a:pt x="1307" y="17197"/>
                  </a:cubicBezTo>
                  <a:cubicBezTo>
                    <a:pt x="1407" y="17197"/>
                    <a:pt x="1498" y="17217"/>
                    <a:pt x="1570" y="17278"/>
                  </a:cubicBezTo>
                  <a:cubicBezTo>
                    <a:pt x="1528" y="18299"/>
                    <a:pt x="1714" y="19411"/>
                    <a:pt x="501" y="19964"/>
                  </a:cubicBezTo>
                  <a:lnTo>
                    <a:pt x="522" y="19943"/>
                  </a:lnTo>
                  <a:cubicBezTo>
                    <a:pt x="508" y="19943"/>
                    <a:pt x="494" y="19943"/>
                    <a:pt x="481" y="19943"/>
                  </a:cubicBezTo>
                  <a:cubicBezTo>
                    <a:pt x="267" y="19943"/>
                    <a:pt x="113" y="19991"/>
                    <a:pt x="1" y="20072"/>
                  </a:cubicBezTo>
                  <a:cubicBezTo>
                    <a:pt x="55" y="20335"/>
                    <a:pt x="157" y="20512"/>
                    <a:pt x="276" y="20636"/>
                  </a:cubicBezTo>
                  <a:cubicBezTo>
                    <a:pt x="335" y="20700"/>
                    <a:pt x="405" y="20749"/>
                    <a:pt x="469" y="20786"/>
                  </a:cubicBezTo>
                  <a:cubicBezTo>
                    <a:pt x="2133" y="20324"/>
                    <a:pt x="3886" y="20469"/>
                    <a:pt x="5572" y="20201"/>
                  </a:cubicBezTo>
                  <a:cubicBezTo>
                    <a:pt x="5644" y="20189"/>
                    <a:pt x="5719" y="20185"/>
                    <a:pt x="5795" y="20185"/>
                  </a:cubicBezTo>
                  <a:cubicBezTo>
                    <a:pt x="5993" y="20185"/>
                    <a:pt x="6200" y="20214"/>
                    <a:pt x="6399" y="20214"/>
                  </a:cubicBezTo>
                  <a:cubicBezTo>
                    <a:pt x="6719" y="20214"/>
                    <a:pt x="7018" y="20139"/>
                    <a:pt x="7226" y="19750"/>
                  </a:cubicBezTo>
                  <a:lnTo>
                    <a:pt x="7233" y="19750"/>
                  </a:lnTo>
                  <a:cubicBezTo>
                    <a:pt x="7716" y="19470"/>
                    <a:pt x="8151" y="19019"/>
                    <a:pt x="8709" y="18981"/>
                  </a:cubicBezTo>
                  <a:cubicBezTo>
                    <a:pt x="8733" y="18980"/>
                    <a:pt x="8757" y="18979"/>
                    <a:pt x="8782" y="18979"/>
                  </a:cubicBezTo>
                  <a:cubicBezTo>
                    <a:pt x="8948" y="18979"/>
                    <a:pt x="9125" y="19015"/>
                    <a:pt x="9322" y="19105"/>
                  </a:cubicBezTo>
                  <a:cubicBezTo>
                    <a:pt x="10836" y="18938"/>
                    <a:pt x="12378" y="18992"/>
                    <a:pt x="13878" y="18610"/>
                  </a:cubicBezTo>
                  <a:cubicBezTo>
                    <a:pt x="15205" y="18508"/>
                    <a:pt x="16531" y="18406"/>
                    <a:pt x="17858" y="18304"/>
                  </a:cubicBezTo>
                  <a:cubicBezTo>
                    <a:pt x="21130" y="18009"/>
                    <a:pt x="24396" y="17735"/>
                    <a:pt x="27662" y="17423"/>
                  </a:cubicBezTo>
                  <a:cubicBezTo>
                    <a:pt x="29070" y="17288"/>
                    <a:pt x="30466" y="17080"/>
                    <a:pt x="31864" y="16859"/>
                  </a:cubicBezTo>
                  <a:cubicBezTo>
                    <a:pt x="32207" y="16746"/>
                    <a:pt x="32546" y="16617"/>
                    <a:pt x="32879" y="16477"/>
                  </a:cubicBezTo>
                  <a:cubicBezTo>
                    <a:pt x="32826" y="16408"/>
                    <a:pt x="32772" y="16333"/>
                    <a:pt x="32734" y="16242"/>
                  </a:cubicBezTo>
                  <a:cubicBezTo>
                    <a:pt x="32691" y="16150"/>
                    <a:pt x="32675" y="16064"/>
                    <a:pt x="32680" y="15979"/>
                  </a:cubicBezTo>
                  <a:cubicBezTo>
                    <a:pt x="32772" y="15940"/>
                    <a:pt x="32863" y="15908"/>
                    <a:pt x="32955" y="15865"/>
                  </a:cubicBezTo>
                  <a:cubicBezTo>
                    <a:pt x="33255" y="15478"/>
                    <a:pt x="33647" y="15220"/>
                    <a:pt x="34056" y="14941"/>
                  </a:cubicBezTo>
                  <a:cubicBezTo>
                    <a:pt x="34555" y="14598"/>
                    <a:pt x="34969" y="14189"/>
                    <a:pt x="35378" y="13754"/>
                  </a:cubicBezTo>
                  <a:lnTo>
                    <a:pt x="35378" y="13743"/>
                  </a:lnTo>
                  <a:cubicBezTo>
                    <a:pt x="35673" y="12798"/>
                    <a:pt x="36414" y="12126"/>
                    <a:pt x="37161" y="11492"/>
                  </a:cubicBezTo>
                  <a:cubicBezTo>
                    <a:pt x="37166" y="11487"/>
                    <a:pt x="37171" y="11487"/>
                    <a:pt x="37177" y="11481"/>
                  </a:cubicBezTo>
                  <a:cubicBezTo>
                    <a:pt x="37317" y="11363"/>
                    <a:pt x="37451" y="11251"/>
                    <a:pt x="37590" y="11132"/>
                  </a:cubicBezTo>
                  <a:cubicBezTo>
                    <a:pt x="37617" y="11111"/>
                    <a:pt x="37644" y="11084"/>
                    <a:pt x="37671" y="11057"/>
                  </a:cubicBezTo>
                  <a:cubicBezTo>
                    <a:pt x="37736" y="10955"/>
                    <a:pt x="37805" y="10869"/>
                    <a:pt x="37907" y="10837"/>
                  </a:cubicBezTo>
                  <a:cubicBezTo>
                    <a:pt x="38197" y="10547"/>
                    <a:pt x="38467" y="10235"/>
                    <a:pt x="38783" y="9972"/>
                  </a:cubicBezTo>
                  <a:cubicBezTo>
                    <a:pt x="38944" y="9832"/>
                    <a:pt x="39079" y="9649"/>
                    <a:pt x="39122" y="9467"/>
                  </a:cubicBezTo>
                  <a:cubicBezTo>
                    <a:pt x="39149" y="9354"/>
                    <a:pt x="39137" y="9247"/>
                    <a:pt x="39079" y="9145"/>
                  </a:cubicBezTo>
                  <a:cubicBezTo>
                    <a:pt x="39041" y="9096"/>
                    <a:pt x="38993" y="9048"/>
                    <a:pt x="38939" y="8999"/>
                  </a:cubicBezTo>
                  <a:lnTo>
                    <a:pt x="38939" y="8999"/>
                  </a:lnTo>
                  <a:lnTo>
                    <a:pt x="38966" y="9021"/>
                  </a:lnTo>
                  <a:cubicBezTo>
                    <a:pt x="38961" y="9010"/>
                    <a:pt x="38955" y="9005"/>
                    <a:pt x="38950" y="8994"/>
                  </a:cubicBezTo>
                  <a:cubicBezTo>
                    <a:pt x="38928" y="8972"/>
                    <a:pt x="38906" y="8957"/>
                    <a:pt x="38879" y="8940"/>
                  </a:cubicBezTo>
                  <a:cubicBezTo>
                    <a:pt x="38698" y="8823"/>
                    <a:pt x="38509" y="8720"/>
                    <a:pt x="38321" y="8623"/>
                  </a:cubicBezTo>
                  <a:cubicBezTo>
                    <a:pt x="38202" y="8565"/>
                    <a:pt x="38090" y="8500"/>
                    <a:pt x="37983" y="8436"/>
                  </a:cubicBezTo>
                  <a:cubicBezTo>
                    <a:pt x="37848" y="8387"/>
                    <a:pt x="37725" y="8323"/>
                    <a:pt x="37629" y="8221"/>
                  </a:cubicBezTo>
                  <a:cubicBezTo>
                    <a:pt x="37451" y="8139"/>
                    <a:pt x="37339" y="8017"/>
                    <a:pt x="37252" y="7866"/>
                  </a:cubicBezTo>
                  <a:cubicBezTo>
                    <a:pt x="36156" y="6840"/>
                    <a:pt x="35452" y="5260"/>
                    <a:pt x="35635" y="3815"/>
                  </a:cubicBezTo>
                  <a:cubicBezTo>
                    <a:pt x="35619" y="3762"/>
                    <a:pt x="35592" y="3708"/>
                    <a:pt x="35566" y="3654"/>
                  </a:cubicBezTo>
                  <a:cubicBezTo>
                    <a:pt x="35603" y="3542"/>
                    <a:pt x="35646" y="3428"/>
                    <a:pt x="35710" y="3321"/>
                  </a:cubicBezTo>
                  <a:lnTo>
                    <a:pt x="35710" y="3321"/>
                  </a:lnTo>
                  <a:cubicBezTo>
                    <a:pt x="35613" y="3364"/>
                    <a:pt x="35517" y="3401"/>
                    <a:pt x="35415" y="3413"/>
                  </a:cubicBezTo>
                  <a:cubicBezTo>
                    <a:pt x="35076" y="3150"/>
                    <a:pt x="34701" y="2924"/>
                    <a:pt x="34378" y="2644"/>
                  </a:cubicBezTo>
                  <a:cubicBezTo>
                    <a:pt x="34270" y="2553"/>
                    <a:pt x="34168" y="2456"/>
                    <a:pt x="34077" y="2349"/>
                  </a:cubicBezTo>
                  <a:cubicBezTo>
                    <a:pt x="33788" y="2013"/>
                    <a:pt x="33564" y="1875"/>
                    <a:pt x="33302" y="1875"/>
                  </a:cubicBezTo>
                  <a:cubicBezTo>
                    <a:pt x="33062" y="1875"/>
                    <a:pt x="32789" y="1991"/>
                    <a:pt x="32407" y="2176"/>
                  </a:cubicBezTo>
                  <a:cubicBezTo>
                    <a:pt x="31696" y="2520"/>
                    <a:pt x="30889" y="2886"/>
                    <a:pt x="30056" y="2886"/>
                  </a:cubicBezTo>
                  <a:cubicBezTo>
                    <a:pt x="29559" y="2886"/>
                    <a:pt x="29054" y="2756"/>
                    <a:pt x="28554" y="2414"/>
                  </a:cubicBezTo>
                  <a:cubicBezTo>
                    <a:pt x="27781" y="1876"/>
                    <a:pt x="26556" y="2112"/>
                    <a:pt x="26132" y="984"/>
                  </a:cubicBezTo>
                  <a:lnTo>
                    <a:pt x="26132" y="984"/>
                  </a:lnTo>
                  <a:lnTo>
                    <a:pt x="26154" y="1006"/>
                  </a:lnTo>
                  <a:cubicBezTo>
                    <a:pt x="26073" y="821"/>
                    <a:pt x="25971" y="673"/>
                    <a:pt x="25794" y="673"/>
                  </a:cubicBezTo>
                  <a:cubicBezTo>
                    <a:pt x="25744" y="673"/>
                    <a:pt x="25689" y="684"/>
                    <a:pt x="25626" y="710"/>
                  </a:cubicBezTo>
                  <a:cubicBezTo>
                    <a:pt x="25675" y="501"/>
                    <a:pt x="25566" y="451"/>
                    <a:pt x="25405" y="451"/>
                  </a:cubicBezTo>
                  <a:cubicBezTo>
                    <a:pt x="25388" y="451"/>
                    <a:pt x="25371" y="452"/>
                    <a:pt x="25353" y="452"/>
                  </a:cubicBezTo>
                  <a:cubicBezTo>
                    <a:pt x="25368" y="259"/>
                    <a:pt x="25251" y="200"/>
                    <a:pt x="25084" y="189"/>
                  </a:cubicBezTo>
                  <a:cubicBezTo>
                    <a:pt x="25075" y="82"/>
                    <a:pt x="25033" y="1"/>
                    <a:pt x="24939"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1"/>
            <p:cNvSpPr/>
            <p:nvPr/>
          </p:nvSpPr>
          <p:spPr>
            <a:xfrm>
              <a:off x="6385925" y="2501875"/>
              <a:ext cx="25" cy="25"/>
            </a:xfrm>
            <a:custGeom>
              <a:rect b="b" l="l" r="r" t="t"/>
              <a:pathLst>
                <a:path extrusionOk="0" h="1" w="1">
                  <a:moveTo>
                    <a:pt x="0" y="1"/>
                  </a:moveTo>
                  <a:lnTo>
                    <a:pt x="0"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1"/>
            <p:cNvSpPr/>
            <p:nvPr/>
          </p:nvSpPr>
          <p:spPr>
            <a:xfrm>
              <a:off x="6379350" y="2515150"/>
              <a:ext cx="25" cy="25"/>
            </a:xfrm>
            <a:custGeom>
              <a:rect b="b" l="l" r="r" t="t"/>
              <a:pathLst>
                <a:path extrusionOk="0" h="1" w="1">
                  <a:moveTo>
                    <a:pt x="0" y="1"/>
                  </a:moveTo>
                  <a:lnTo>
                    <a:pt x="0"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1"/>
            <p:cNvSpPr/>
            <p:nvPr/>
          </p:nvSpPr>
          <p:spPr>
            <a:xfrm>
              <a:off x="6392500" y="2487750"/>
              <a:ext cx="700" cy="850"/>
            </a:xfrm>
            <a:custGeom>
              <a:rect b="b" l="l" r="r" t="t"/>
              <a:pathLst>
                <a:path extrusionOk="0" h="34" w="28">
                  <a:moveTo>
                    <a:pt x="27" y="1"/>
                  </a:moveTo>
                  <a:cubicBezTo>
                    <a:pt x="17" y="7"/>
                    <a:pt x="12" y="7"/>
                    <a:pt x="0" y="13"/>
                  </a:cubicBezTo>
                  <a:cubicBezTo>
                    <a:pt x="7" y="18"/>
                    <a:pt x="7" y="28"/>
                    <a:pt x="7" y="33"/>
                  </a:cubicBezTo>
                  <a:cubicBezTo>
                    <a:pt x="7" y="33"/>
                    <a:pt x="12" y="23"/>
                    <a:pt x="17" y="18"/>
                  </a:cubicBezTo>
                  <a:lnTo>
                    <a:pt x="27"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1"/>
            <p:cNvSpPr/>
            <p:nvPr/>
          </p:nvSpPr>
          <p:spPr>
            <a:xfrm>
              <a:off x="6392650" y="2488575"/>
              <a:ext cx="25" cy="25"/>
            </a:xfrm>
            <a:custGeom>
              <a:rect b="b" l="l" r="r" t="t"/>
              <a:pathLst>
                <a:path extrusionOk="0" h="1" w="1">
                  <a:moveTo>
                    <a:pt x="1" y="0"/>
                  </a:moveTo>
                  <a:lnTo>
                    <a:pt x="1"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1"/>
            <p:cNvSpPr/>
            <p:nvPr/>
          </p:nvSpPr>
          <p:spPr>
            <a:xfrm>
              <a:off x="6312450" y="2414175"/>
              <a:ext cx="725" cy="575"/>
            </a:xfrm>
            <a:custGeom>
              <a:rect b="b" l="l" r="r" t="t"/>
              <a:pathLst>
                <a:path extrusionOk="0" h="23" w="29">
                  <a:moveTo>
                    <a:pt x="1" y="0"/>
                  </a:moveTo>
                  <a:cubicBezTo>
                    <a:pt x="1" y="6"/>
                    <a:pt x="6" y="17"/>
                    <a:pt x="6" y="22"/>
                  </a:cubicBezTo>
                  <a:lnTo>
                    <a:pt x="28" y="22"/>
                  </a:lnTo>
                  <a:lnTo>
                    <a:pt x="1"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1"/>
            <p:cNvSpPr/>
            <p:nvPr/>
          </p:nvSpPr>
          <p:spPr>
            <a:xfrm>
              <a:off x="6379225" y="2514525"/>
              <a:ext cx="575" cy="650"/>
            </a:xfrm>
            <a:custGeom>
              <a:rect b="b" l="l" r="r" t="t"/>
              <a:pathLst>
                <a:path extrusionOk="0" h="26" w="23">
                  <a:moveTo>
                    <a:pt x="22" y="0"/>
                  </a:moveTo>
                  <a:cubicBezTo>
                    <a:pt x="10" y="5"/>
                    <a:pt x="10" y="10"/>
                    <a:pt x="0" y="16"/>
                  </a:cubicBezTo>
                  <a:cubicBezTo>
                    <a:pt x="0" y="21"/>
                    <a:pt x="0" y="26"/>
                    <a:pt x="5" y="26"/>
                  </a:cubicBezTo>
                  <a:cubicBezTo>
                    <a:pt x="5" y="26"/>
                    <a:pt x="10" y="21"/>
                    <a:pt x="10" y="16"/>
                  </a:cubicBezTo>
                  <a:lnTo>
                    <a:pt x="22"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1"/>
            <p:cNvSpPr/>
            <p:nvPr/>
          </p:nvSpPr>
          <p:spPr>
            <a:xfrm>
              <a:off x="6385925" y="2501200"/>
              <a:ext cx="575" cy="700"/>
            </a:xfrm>
            <a:custGeom>
              <a:rect b="b" l="l" r="r" t="t"/>
              <a:pathLst>
                <a:path extrusionOk="0" h="28" w="23">
                  <a:moveTo>
                    <a:pt x="22" y="1"/>
                  </a:moveTo>
                  <a:cubicBezTo>
                    <a:pt x="12" y="1"/>
                    <a:pt x="5" y="6"/>
                    <a:pt x="0" y="6"/>
                  </a:cubicBezTo>
                  <a:lnTo>
                    <a:pt x="0" y="28"/>
                  </a:lnTo>
                  <a:lnTo>
                    <a:pt x="22"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1"/>
            <p:cNvSpPr/>
            <p:nvPr/>
          </p:nvSpPr>
          <p:spPr>
            <a:xfrm>
              <a:off x="5871800" y="2834950"/>
              <a:ext cx="700" cy="575"/>
            </a:xfrm>
            <a:custGeom>
              <a:rect b="b" l="l" r="r" t="t"/>
              <a:pathLst>
                <a:path extrusionOk="0" h="23" w="28">
                  <a:moveTo>
                    <a:pt x="1" y="0"/>
                  </a:moveTo>
                  <a:cubicBezTo>
                    <a:pt x="6" y="5"/>
                    <a:pt x="12" y="12"/>
                    <a:pt x="22" y="22"/>
                  </a:cubicBezTo>
                  <a:cubicBezTo>
                    <a:pt x="22" y="17"/>
                    <a:pt x="22" y="17"/>
                    <a:pt x="28" y="17"/>
                  </a:cubicBezTo>
                  <a:lnTo>
                    <a:pt x="1"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p:nvPr/>
          </p:nvSpPr>
          <p:spPr>
            <a:xfrm>
              <a:off x="6165550" y="2514525"/>
              <a:ext cx="525" cy="650"/>
            </a:xfrm>
            <a:custGeom>
              <a:rect b="b" l="l" r="r" t="t"/>
              <a:pathLst>
                <a:path extrusionOk="0" h="26" w="21">
                  <a:moveTo>
                    <a:pt x="21" y="0"/>
                  </a:moveTo>
                  <a:lnTo>
                    <a:pt x="0" y="26"/>
                  </a:lnTo>
                  <a:cubicBezTo>
                    <a:pt x="5" y="21"/>
                    <a:pt x="11" y="21"/>
                    <a:pt x="16" y="16"/>
                  </a:cubicBezTo>
                  <a:cubicBezTo>
                    <a:pt x="16" y="10"/>
                    <a:pt x="21" y="5"/>
                    <a:pt x="21"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1"/>
            <p:cNvSpPr/>
            <p:nvPr/>
          </p:nvSpPr>
          <p:spPr>
            <a:xfrm>
              <a:off x="6132075" y="2527800"/>
              <a:ext cx="575" cy="575"/>
            </a:xfrm>
            <a:custGeom>
              <a:rect b="b" l="l" r="r" t="t"/>
              <a:pathLst>
                <a:path extrusionOk="0" h="23" w="23">
                  <a:moveTo>
                    <a:pt x="23" y="0"/>
                  </a:moveTo>
                  <a:lnTo>
                    <a:pt x="1" y="22"/>
                  </a:lnTo>
                  <a:lnTo>
                    <a:pt x="18" y="22"/>
                  </a:lnTo>
                  <a:cubicBezTo>
                    <a:pt x="18" y="17"/>
                    <a:pt x="23" y="5"/>
                    <a:pt x="23"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p:nvPr/>
          </p:nvSpPr>
          <p:spPr>
            <a:xfrm>
              <a:off x="5992000" y="2788075"/>
              <a:ext cx="575" cy="700"/>
            </a:xfrm>
            <a:custGeom>
              <a:rect b="b" l="l" r="r" t="t"/>
              <a:pathLst>
                <a:path extrusionOk="0" h="28" w="23">
                  <a:moveTo>
                    <a:pt x="22" y="1"/>
                  </a:moveTo>
                  <a:cubicBezTo>
                    <a:pt x="12" y="6"/>
                    <a:pt x="12" y="11"/>
                    <a:pt x="7" y="17"/>
                  </a:cubicBezTo>
                  <a:cubicBezTo>
                    <a:pt x="0" y="23"/>
                    <a:pt x="0" y="28"/>
                    <a:pt x="0" y="28"/>
                  </a:cubicBezTo>
                  <a:lnTo>
                    <a:pt x="22"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a:off x="6085350" y="2594675"/>
              <a:ext cx="575" cy="575"/>
            </a:xfrm>
            <a:custGeom>
              <a:rect b="b" l="l" r="r" t="t"/>
              <a:pathLst>
                <a:path extrusionOk="0" h="23" w="23">
                  <a:moveTo>
                    <a:pt x="0" y="1"/>
                  </a:moveTo>
                  <a:cubicBezTo>
                    <a:pt x="6" y="6"/>
                    <a:pt x="12" y="17"/>
                    <a:pt x="17" y="23"/>
                  </a:cubicBezTo>
                  <a:lnTo>
                    <a:pt x="22" y="23"/>
                  </a:lnTo>
                  <a:lnTo>
                    <a:pt x="0"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p:nvPr/>
          </p:nvSpPr>
          <p:spPr>
            <a:xfrm>
              <a:off x="6252150" y="2434450"/>
              <a:ext cx="700" cy="575"/>
            </a:xfrm>
            <a:custGeom>
              <a:rect b="b" l="l" r="r" t="t"/>
              <a:pathLst>
                <a:path extrusionOk="0" h="23" w="28">
                  <a:moveTo>
                    <a:pt x="1" y="0"/>
                  </a:moveTo>
                  <a:cubicBezTo>
                    <a:pt x="6" y="6"/>
                    <a:pt x="6" y="12"/>
                    <a:pt x="12" y="22"/>
                  </a:cubicBezTo>
                  <a:lnTo>
                    <a:pt x="28" y="22"/>
                  </a:lnTo>
                  <a:lnTo>
                    <a:pt x="1"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1"/>
            <p:cNvSpPr/>
            <p:nvPr/>
          </p:nvSpPr>
          <p:spPr>
            <a:xfrm>
              <a:off x="6232125" y="2421175"/>
              <a:ext cx="725" cy="525"/>
            </a:xfrm>
            <a:custGeom>
              <a:rect b="b" l="l" r="r" t="t"/>
              <a:pathLst>
                <a:path extrusionOk="0" h="21" w="29">
                  <a:moveTo>
                    <a:pt x="1" y="0"/>
                  </a:moveTo>
                  <a:cubicBezTo>
                    <a:pt x="7" y="5"/>
                    <a:pt x="7" y="11"/>
                    <a:pt x="13" y="16"/>
                  </a:cubicBezTo>
                  <a:cubicBezTo>
                    <a:pt x="16" y="16"/>
                    <a:pt x="20" y="16"/>
                    <a:pt x="24" y="18"/>
                  </a:cubicBezTo>
                  <a:lnTo>
                    <a:pt x="24" y="18"/>
                  </a:lnTo>
                  <a:lnTo>
                    <a:pt x="1" y="0"/>
                  </a:lnTo>
                  <a:close/>
                  <a:moveTo>
                    <a:pt x="24" y="18"/>
                  </a:moveTo>
                  <a:lnTo>
                    <a:pt x="28" y="21"/>
                  </a:lnTo>
                  <a:cubicBezTo>
                    <a:pt x="27" y="20"/>
                    <a:pt x="25" y="19"/>
                    <a:pt x="24" y="18"/>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1"/>
            <p:cNvSpPr/>
            <p:nvPr/>
          </p:nvSpPr>
          <p:spPr>
            <a:xfrm>
              <a:off x="6245450" y="2427750"/>
              <a:ext cx="700" cy="700"/>
            </a:xfrm>
            <a:custGeom>
              <a:rect b="b" l="l" r="r" t="t"/>
              <a:pathLst>
                <a:path extrusionOk="0" h="28" w="28">
                  <a:moveTo>
                    <a:pt x="6" y="0"/>
                  </a:moveTo>
                  <a:cubicBezTo>
                    <a:pt x="0" y="11"/>
                    <a:pt x="0" y="22"/>
                    <a:pt x="0" y="27"/>
                  </a:cubicBezTo>
                  <a:cubicBezTo>
                    <a:pt x="11" y="27"/>
                    <a:pt x="22" y="27"/>
                    <a:pt x="28" y="22"/>
                  </a:cubicBezTo>
                  <a:lnTo>
                    <a:pt x="6"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1"/>
            <p:cNvSpPr/>
            <p:nvPr/>
          </p:nvSpPr>
          <p:spPr>
            <a:xfrm>
              <a:off x="6225425" y="2414425"/>
              <a:ext cx="700" cy="700"/>
            </a:xfrm>
            <a:custGeom>
              <a:rect b="b" l="l" r="r" t="t"/>
              <a:pathLst>
                <a:path extrusionOk="0" h="28" w="28">
                  <a:moveTo>
                    <a:pt x="1" y="1"/>
                  </a:moveTo>
                  <a:lnTo>
                    <a:pt x="1" y="28"/>
                  </a:lnTo>
                  <a:cubicBezTo>
                    <a:pt x="11" y="28"/>
                    <a:pt x="18" y="23"/>
                    <a:pt x="28" y="23"/>
                  </a:cubicBezTo>
                  <a:cubicBezTo>
                    <a:pt x="23" y="18"/>
                    <a:pt x="11" y="7"/>
                    <a:pt x="1"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1"/>
            <p:cNvSpPr/>
            <p:nvPr/>
          </p:nvSpPr>
          <p:spPr>
            <a:xfrm>
              <a:off x="6025450" y="2694725"/>
              <a:ext cx="425" cy="575"/>
            </a:xfrm>
            <a:custGeom>
              <a:rect b="b" l="l" r="r" t="t"/>
              <a:pathLst>
                <a:path extrusionOk="0" h="23" w="17">
                  <a:moveTo>
                    <a:pt x="16" y="1"/>
                  </a:moveTo>
                  <a:lnTo>
                    <a:pt x="1" y="23"/>
                  </a:lnTo>
                  <a:cubicBezTo>
                    <a:pt x="6" y="17"/>
                    <a:pt x="11" y="12"/>
                    <a:pt x="16" y="6"/>
                  </a:cubicBezTo>
                  <a:lnTo>
                    <a:pt x="16"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1"/>
            <p:cNvSpPr/>
            <p:nvPr/>
          </p:nvSpPr>
          <p:spPr>
            <a:xfrm>
              <a:off x="5818350" y="2854950"/>
              <a:ext cx="700" cy="575"/>
            </a:xfrm>
            <a:custGeom>
              <a:rect b="b" l="l" r="r" t="t"/>
              <a:pathLst>
                <a:path extrusionOk="0" h="23" w="28">
                  <a:moveTo>
                    <a:pt x="1" y="1"/>
                  </a:moveTo>
                  <a:cubicBezTo>
                    <a:pt x="2" y="2"/>
                    <a:pt x="4" y="4"/>
                    <a:pt x="7" y="6"/>
                  </a:cubicBezTo>
                  <a:lnTo>
                    <a:pt x="7" y="6"/>
                  </a:lnTo>
                  <a:lnTo>
                    <a:pt x="1" y="1"/>
                  </a:lnTo>
                  <a:close/>
                  <a:moveTo>
                    <a:pt x="7" y="6"/>
                  </a:moveTo>
                  <a:lnTo>
                    <a:pt x="28" y="23"/>
                  </a:lnTo>
                  <a:lnTo>
                    <a:pt x="23" y="18"/>
                  </a:lnTo>
                  <a:cubicBezTo>
                    <a:pt x="18" y="13"/>
                    <a:pt x="12" y="9"/>
                    <a:pt x="7" y="6"/>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1"/>
            <p:cNvSpPr/>
            <p:nvPr/>
          </p:nvSpPr>
          <p:spPr>
            <a:xfrm>
              <a:off x="5811500" y="2848250"/>
              <a:ext cx="825" cy="825"/>
            </a:xfrm>
            <a:custGeom>
              <a:rect b="b" l="l" r="r" t="t"/>
              <a:pathLst>
                <a:path extrusionOk="0" h="33" w="33">
                  <a:moveTo>
                    <a:pt x="7" y="1"/>
                  </a:moveTo>
                  <a:cubicBezTo>
                    <a:pt x="7" y="16"/>
                    <a:pt x="7" y="21"/>
                    <a:pt x="0" y="33"/>
                  </a:cubicBezTo>
                  <a:cubicBezTo>
                    <a:pt x="12" y="28"/>
                    <a:pt x="22" y="28"/>
                    <a:pt x="32" y="21"/>
                  </a:cubicBezTo>
                  <a:lnTo>
                    <a:pt x="7"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1"/>
            <p:cNvSpPr/>
            <p:nvPr/>
          </p:nvSpPr>
          <p:spPr>
            <a:xfrm>
              <a:off x="5845075" y="2854950"/>
              <a:ext cx="700" cy="575"/>
            </a:xfrm>
            <a:custGeom>
              <a:rect b="b" l="l" r="r" t="t"/>
              <a:pathLst>
                <a:path extrusionOk="0" h="23" w="28">
                  <a:moveTo>
                    <a:pt x="28" y="1"/>
                  </a:moveTo>
                  <a:lnTo>
                    <a:pt x="1" y="23"/>
                  </a:lnTo>
                  <a:lnTo>
                    <a:pt x="11" y="23"/>
                  </a:lnTo>
                  <a:cubicBezTo>
                    <a:pt x="17" y="18"/>
                    <a:pt x="23" y="11"/>
                    <a:pt x="28"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1"/>
            <p:cNvSpPr/>
            <p:nvPr/>
          </p:nvSpPr>
          <p:spPr>
            <a:xfrm>
              <a:off x="6005450" y="2768050"/>
              <a:ext cx="425" cy="700"/>
            </a:xfrm>
            <a:custGeom>
              <a:rect b="b" l="l" r="r" t="t"/>
              <a:pathLst>
                <a:path extrusionOk="0" h="28" w="17">
                  <a:moveTo>
                    <a:pt x="17" y="1"/>
                  </a:moveTo>
                  <a:lnTo>
                    <a:pt x="0" y="28"/>
                  </a:lnTo>
                  <a:cubicBezTo>
                    <a:pt x="5" y="23"/>
                    <a:pt x="10" y="18"/>
                    <a:pt x="17" y="6"/>
                  </a:cubicBezTo>
                  <a:lnTo>
                    <a:pt x="17"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6018750" y="2701300"/>
              <a:ext cx="550" cy="700"/>
            </a:xfrm>
            <a:custGeom>
              <a:rect b="b" l="l" r="r" t="t"/>
              <a:pathLst>
                <a:path extrusionOk="0" h="28" w="22">
                  <a:moveTo>
                    <a:pt x="16" y="1"/>
                  </a:moveTo>
                  <a:lnTo>
                    <a:pt x="1" y="28"/>
                  </a:lnTo>
                  <a:lnTo>
                    <a:pt x="21" y="28"/>
                  </a:lnTo>
                  <a:cubicBezTo>
                    <a:pt x="16" y="23"/>
                    <a:pt x="21" y="12"/>
                    <a:pt x="16"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6005300" y="2728050"/>
              <a:ext cx="575" cy="675"/>
            </a:xfrm>
            <a:custGeom>
              <a:rect b="b" l="l" r="r" t="t"/>
              <a:pathLst>
                <a:path extrusionOk="0" h="27" w="23">
                  <a:moveTo>
                    <a:pt x="23" y="1"/>
                  </a:moveTo>
                  <a:cubicBezTo>
                    <a:pt x="20" y="3"/>
                    <a:pt x="18" y="5"/>
                    <a:pt x="17" y="8"/>
                  </a:cubicBezTo>
                  <a:lnTo>
                    <a:pt x="17" y="8"/>
                  </a:lnTo>
                  <a:lnTo>
                    <a:pt x="23" y="1"/>
                  </a:lnTo>
                  <a:close/>
                  <a:moveTo>
                    <a:pt x="17" y="8"/>
                  </a:moveTo>
                  <a:lnTo>
                    <a:pt x="1" y="27"/>
                  </a:lnTo>
                  <a:cubicBezTo>
                    <a:pt x="6" y="21"/>
                    <a:pt x="11" y="21"/>
                    <a:pt x="11" y="16"/>
                  </a:cubicBezTo>
                  <a:cubicBezTo>
                    <a:pt x="14" y="13"/>
                    <a:pt x="15" y="10"/>
                    <a:pt x="17" y="8"/>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1"/>
            <p:cNvSpPr/>
            <p:nvPr/>
          </p:nvSpPr>
          <p:spPr>
            <a:xfrm>
              <a:off x="6265475" y="2441175"/>
              <a:ext cx="700" cy="550"/>
            </a:xfrm>
            <a:custGeom>
              <a:rect b="b" l="l" r="r" t="t"/>
              <a:pathLst>
                <a:path extrusionOk="0" h="22" w="28">
                  <a:moveTo>
                    <a:pt x="0" y="1"/>
                  </a:moveTo>
                  <a:cubicBezTo>
                    <a:pt x="10" y="11"/>
                    <a:pt x="16" y="16"/>
                    <a:pt x="21" y="22"/>
                  </a:cubicBezTo>
                  <a:cubicBezTo>
                    <a:pt x="21" y="22"/>
                    <a:pt x="27" y="22"/>
                    <a:pt x="27" y="16"/>
                  </a:cubicBezTo>
                  <a:lnTo>
                    <a:pt x="0"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a:off x="6279175" y="2387575"/>
              <a:ext cx="400" cy="575"/>
            </a:xfrm>
            <a:custGeom>
              <a:rect b="b" l="l" r="r" t="t"/>
              <a:pathLst>
                <a:path extrusionOk="0" h="23" w="16">
                  <a:moveTo>
                    <a:pt x="0" y="1"/>
                  </a:moveTo>
                  <a:lnTo>
                    <a:pt x="16" y="23"/>
                  </a:lnTo>
                  <a:cubicBezTo>
                    <a:pt x="16" y="18"/>
                    <a:pt x="16" y="18"/>
                    <a:pt x="10" y="11"/>
                  </a:cubicBezTo>
                  <a:cubicBezTo>
                    <a:pt x="10" y="6"/>
                    <a:pt x="5" y="1"/>
                    <a:pt x="0"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1"/>
            <p:cNvSpPr/>
            <p:nvPr/>
          </p:nvSpPr>
          <p:spPr>
            <a:xfrm>
              <a:off x="6285875" y="2407475"/>
              <a:ext cx="700" cy="825"/>
            </a:xfrm>
            <a:custGeom>
              <a:rect b="b" l="l" r="r" t="t"/>
              <a:pathLst>
                <a:path extrusionOk="0" h="33" w="28">
                  <a:moveTo>
                    <a:pt x="0" y="0"/>
                  </a:moveTo>
                  <a:lnTo>
                    <a:pt x="22" y="32"/>
                  </a:lnTo>
                  <a:cubicBezTo>
                    <a:pt x="22" y="21"/>
                    <a:pt x="22" y="16"/>
                    <a:pt x="27" y="5"/>
                  </a:cubicBezTo>
                  <a:cubicBezTo>
                    <a:pt x="17" y="5"/>
                    <a:pt x="11" y="5"/>
                    <a:pt x="0"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1"/>
            <p:cNvSpPr/>
            <p:nvPr/>
          </p:nvSpPr>
          <p:spPr>
            <a:xfrm>
              <a:off x="6178700" y="2387450"/>
              <a:ext cx="575" cy="700"/>
            </a:xfrm>
            <a:custGeom>
              <a:rect b="b" l="l" r="r" t="t"/>
              <a:pathLst>
                <a:path extrusionOk="0" h="28" w="23">
                  <a:moveTo>
                    <a:pt x="22" y="1"/>
                  </a:moveTo>
                  <a:cubicBezTo>
                    <a:pt x="17" y="6"/>
                    <a:pt x="11" y="6"/>
                    <a:pt x="0" y="6"/>
                  </a:cubicBezTo>
                  <a:lnTo>
                    <a:pt x="0" y="28"/>
                  </a:lnTo>
                  <a:lnTo>
                    <a:pt x="22"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1"/>
            <p:cNvSpPr/>
            <p:nvPr/>
          </p:nvSpPr>
          <p:spPr>
            <a:xfrm>
              <a:off x="6265600" y="2380875"/>
              <a:ext cx="825" cy="700"/>
            </a:xfrm>
            <a:custGeom>
              <a:rect b="b" l="l" r="r" t="t"/>
              <a:pathLst>
                <a:path extrusionOk="0" h="28" w="33">
                  <a:moveTo>
                    <a:pt x="0" y="1"/>
                  </a:moveTo>
                  <a:lnTo>
                    <a:pt x="33" y="28"/>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1"/>
            <p:cNvSpPr/>
            <p:nvPr/>
          </p:nvSpPr>
          <p:spPr>
            <a:xfrm>
              <a:off x="6071925" y="2454325"/>
              <a:ext cx="550" cy="425"/>
            </a:xfrm>
            <a:custGeom>
              <a:rect b="b" l="l" r="r" t="t"/>
              <a:pathLst>
                <a:path extrusionOk="0" h="17" w="22">
                  <a:moveTo>
                    <a:pt x="16" y="1"/>
                  </a:moveTo>
                  <a:cubicBezTo>
                    <a:pt x="11" y="6"/>
                    <a:pt x="6" y="11"/>
                    <a:pt x="1" y="16"/>
                  </a:cubicBezTo>
                  <a:lnTo>
                    <a:pt x="22" y="6"/>
                  </a:lnTo>
                  <a:cubicBezTo>
                    <a:pt x="22" y="1"/>
                    <a:pt x="16" y="1"/>
                    <a:pt x="16"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1"/>
            <p:cNvSpPr/>
            <p:nvPr/>
          </p:nvSpPr>
          <p:spPr>
            <a:xfrm>
              <a:off x="6265725" y="2380575"/>
              <a:ext cx="700" cy="1000"/>
            </a:xfrm>
            <a:custGeom>
              <a:rect b="b" l="l" r="r" t="t"/>
              <a:pathLst>
                <a:path extrusionOk="0" h="40" w="28">
                  <a:moveTo>
                    <a:pt x="28" y="1"/>
                  </a:moveTo>
                  <a:cubicBezTo>
                    <a:pt x="22" y="7"/>
                    <a:pt x="11" y="7"/>
                    <a:pt x="0" y="13"/>
                  </a:cubicBezTo>
                  <a:cubicBezTo>
                    <a:pt x="11" y="18"/>
                    <a:pt x="17" y="28"/>
                    <a:pt x="28" y="40"/>
                  </a:cubicBezTo>
                  <a:lnTo>
                    <a:pt x="28"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1"/>
            <p:cNvSpPr/>
            <p:nvPr/>
          </p:nvSpPr>
          <p:spPr>
            <a:xfrm>
              <a:off x="6605775" y="2581100"/>
              <a:ext cx="575" cy="450"/>
            </a:xfrm>
            <a:custGeom>
              <a:rect b="b" l="l" r="r" t="t"/>
              <a:pathLst>
                <a:path extrusionOk="0" h="18" w="23">
                  <a:moveTo>
                    <a:pt x="23" y="1"/>
                  </a:moveTo>
                  <a:cubicBezTo>
                    <a:pt x="18" y="6"/>
                    <a:pt x="11" y="6"/>
                    <a:pt x="6" y="12"/>
                  </a:cubicBezTo>
                  <a:lnTo>
                    <a:pt x="1" y="18"/>
                  </a:lnTo>
                  <a:lnTo>
                    <a:pt x="18" y="6"/>
                  </a:lnTo>
                  <a:lnTo>
                    <a:pt x="23" y="1"/>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1"/>
            <p:cNvSpPr/>
            <p:nvPr/>
          </p:nvSpPr>
          <p:spPr>
            <a:xfrm>
              <a:off x="5012650" y="1479675"/>
              <a:ext cx="5275" cy="5025"/>
            </a:xfrm>
            <a:custGeom>
              <a:rect b="b" l="l" r="r" t="t"/>
              <a:pathLst>
                <a:path extrusionOk="0" h="201" w="211">
                  <a:moveTo>
                    <a:pt x="189" y="0"/>
                  </a:moveTo>
                  <a:cubicBezTo>
                    <a:pt x="125" y="22"/>
                    <a:pt x="65" y="44"/>
                    <a:pt x="1" y="60"/>
                  </a:cubicBezTo>
                  <a:cubicBezTo>
                    <a:pt x="33" y="109"/>
                    <a:pt x="60" y="151"/>
                    <a:pt x="92" y="200"/>
                  </a:cubicBezTo>
                  <a:cubicBezTo>
                    <a:pt x="130" y="141"/>
                    <a:pt x="167" y="87"/>
                    <a:pt x="211" y="27"/>
                  </a:cubicBezTo>
                  <a:lnTo>
                    <a:pt x="189"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1"/>
            <p:cNvSpPr/>
            <p:nvPr/>
          </p:nvSpPr>
          <p:spPr>
            <a:xfrm>
              <a:off x="5667125" y="2244950"/>
              <a:ext cx="632075" cy="617425"/>
            </a:xfrm>
            <a:custGeom>
              <a:rect b="b" l="l" r="r" t="t"/>
              <a:pathLst>
                <a:path extrusionOk="0" h="24697" w="25283">
                  <a:moveTo>
                    <a:pt x="24491" y="5711"/>
                  </a:moveTo>
                  <a:cubicBezTo>
                    <a:pt x="24491" y="5713"/>
                    <a:pt x="24492" y="5714"/>
                    <a:pt x="24492" y="5716"/>
                  </a:cubicBezTo>
                  <a:cubicBezTo>
                    <a:pt x="24492" y="5714"/>
                    <a:pt x="24492" y="5713"/>
                    <a:pt x="24491" y="5711"/>
                  </a:cubicBezTo>
                  <a:close/>
                  <a:moveTo>
                    <a:pt x="8591" y="0"/>
                  </a:moveTo>
                  <a:cubicBezTo>
                    <a:pt x="8462" y="0"/>
                    <a:pt x="8338" y="43"/>
                    <a:pt x="8242" y="129"/>
                  </a:cubicBezTo>
                  <a:cubicBezTo>
                    <a:pt x="8231" y="140"/>
                    <a:pt x="8220" y="151"/>
                    <a:pt x="8209" y="156"/>
                  </a:cubicBezTo>
                  <a:cubicBezTo>
                    <a:pt x="8204" y="162"/>
                    <a:pt x="8204" y="167"/>
                    <a:pt x="8193" y="172"/>
                  </a:cubicBezTo>
                  <a:cubicBezTo>
                    <a:pt x="8167" y="489"/>
                    <a:pt x="8113" y="801"/>
                    <a:pt x="8026" y="1118"/>
                  </a:cubicBezTo>
                  <a:cubicBezTo>
                    <a:pt x="8006" y="1198"/>
                    <a:pt x="7957" y="1279"/>
                    <a:pt x="7903" y="1365"/>
                  </a:cubicBezTo>
                  <a:cubicBezTo>
                    <a:pt x="7897" y="1644"/>
                    <a:pt x="7914" y="1977"/>
                    <a:pt x="7930" y="2375"/>
                  </a:cubicBezTo>
                  <a:cubicBezTo>
                    <a:pt x="8574" y="2918"/>
                    <a:pt x="8038" y="3826"/>
                    <a:pt x="8457" y="4389"/>
                  </a:cubicBezTo>
                  <a:cubicBezTo>
                    <a:pt x="8376" y="4900"/>
                    <a:pt x="8279" y="5410"/>
                    <a:pt x="8204" y="5926"/>
                  </a:cubicBezTo>
                  <a:cubicBezTo>
                    <a:pt x="8177" y="6098"/>
                    <a:pt x="8155" y="6270"/>
                    <a:pt x="8135" y="6437"/>
                  </a:cubicBezTo>
                  <a:cubicBezTo>
                    <a:pt x="7979" y="7731"/>
                    <a:pt x="6484" y="9333"/>
                    <a:pt x="5190" y="9563"/>
                  </a:cubicBezTo>
                  <a:cubicBezTo>
                    <a:pt x="5056" y="9643"/>
                    <a:pt x="4927" y="9725"/>
                    <a:pt x="4793" y="9805"/>
                  </a:cubicBezTo>
                  <a:lnTo>
                    <a:pt x="4755" y="9869"/>
                  </a:lnTo>
                  <a:cubicBezTo>
                    <a:pt x="4357" y="10052"/>
                    <a:pt x="4191" y="10374"/>
                    <a:pt x="4185" y="10799"/>
                  </a:cubicBezTo>
                  <a:cubicBezTo>
                    <a:pt x="3761" y="11202"/>
                    <a:pt x="3595" y="11659"/>
                    <a:pt x="3739" y="12266"/>
                  </a:cubicBezTo>
                  <a:cubicBezTo>
                    <a:pt x="3836" y="12657"/>
                    <a:pt x="3745" y="12795"/>
                    <a:pt x="3564" y="12795"/>
                  </a:cubicBezTo>
                  <a:cubicBezTo>
                    <a:pt x="3446" y="12795"/>
                    <a:pt x="3290" y="12736"/>
                    <a:pt x="3124" y="12650"/>
                  </a:cubicBezTo>
                  <a:lnTo>
                    <a:pt x="3124" y="12650"/>
                  </a:lnTo>
                  <a:cubicBezTo>
                    <a:pt x="2927" y="12472"/>
                    <a:pt x="2775" y="12400"/>
                    <a:pt x="2651" y="12400"/>
                  </a:cubicBezTo>
                  <a:cubicBezTo>
                    <a:pt x="2384" y="12400"/>
                    <a:pt x="2247" y="12738"/>
                    <a:pt x="2068" y="13077"/>
                  </a:cubicBezTo>
                  <a:cubicBezTo>
                    <a:pt x="1602" y="13979"/>
                    <a:pt x="2075" y="14951"/>
                    <a:pt x="1790" y="15859"/>
                  </a:cubicBezTo>
                  <a:cubicBezTo>
                    <a:pt x="1381" y="15973"/>
                    <a:pt x="1172" y="16214"/>
                    <a:pt x="1242" y="16650"/>
                  </a:cubicBezTo>
                  <a:cubicBezTo>
                    <a:pt x="1183" y="16633"/>
                    <a:pt x="1126" y="16626"/>
                    <a:pt x="1071" y="16626"/>
                  </a:cubicBezTo>
                  <a:cubicBezTo>
                    <a:pt x="834" y="16626"/>
                    <a:pt x="627" y="16757"/>
                    <a:pt x="414" y="16853"/>
                  </a:cubicBezTo>
                  <a:cubicBezTo>
                    <a:pt x="350" y="16960"/>
                    <a:pt x="307" y="17074"/>
                    <a:pt x="270" y="17186"/>
                  </a:cubicBezTo>
                  <a:cubicBezTo>
                    <a:pt x="275" y="17191"/>
                    <a:pt x="275" y="17197"/>
                    <a:pt x="280" y="17208"/>
                  </a:cubicBezTo>
                  <a:cubicBezTo>
                    <a:pt x="270" y="17235"/>
                    <a:pt x="253" y="17267"/>
                    <a:pt x="248" y="17304"/>
                  </a:cubicBezTo>
                  <a:cubicBezTo>
                    <a:pt x="0" y="19647"/>
                    <a:pt x="1344" y="21414"/>
                    <a:pt x="3030" y="22832"/>
                  </a:cubicBezTo>
                  <a:cubicBezTo>
                    <a:pt x="3600" y="23310"/>
                    <a:pt x="5158" y="24487"/>
                    <a:pt x="6330" y="24611"/>
                  </a:cubicBezTo>
                  <a:cubicBezTo>
                    <a:pt x="6429" y="24667"/>
                    <a:pt x="6529" y="24697"/>
                    <a:pt x="6630" y="24697"/>
                  </a:cubicBezTo>
                  <a:cubicBezTo>
                    <a:pt x="6763" y="24697"/>
                    <a:pt x="6896" y="24644"/>
                    <a:pt x="7027" y="24525"/>
                  </a:cubicBezTo>
                  <a:cubicBezTo>
                    <a:pt x="7086" y="24498"/>
                    <a:pt x="7146" y="24471"/>
                    <a:pt x="7200" y="24433"/>
                  </a:cubicBezTo>
                  <a:cubicBezTo>
                    <a:pt x="7236" y="24441"/>
                    <a:pt x="7271" y="24444"/>
                    <a:pt x="7303" y="24444"/>
                  </a:cubicBezTo>
                  <a:cubicBezTo>
                    <a:pt x="7482" y="24444"/>
                    <a:pt x="7605" y="24333"/>
                    <a:pt x="7677" y="24134"/>
                  </a:cubicBezTo>
                  <a:lnTo>
                    <a:pt x="7677" y="24134"/>
                  </a:lnTo>
                  <a:cubicBezTo>
                    <a:pt x="7852" y="23964"/>
                    <a:pt x="8028" y="23792"/>
                    <a:pt x="8209" y="23622"/>
                  </a:cubicBezTo>
                  <a:cubicBezTo>
                    <a:pt x="8199" y="23612"/>
                    <a:pt x="8193" y="23605"/>
                    <a:pt x="8188" y="23600"/>
                  </a:cubicBezTo>
                  <a:lnTo>
                    <a:pt x="8188" y="23600"/>
                  </a:lnTo>
                  <a:lnTo>
                    <a:pt x="8215" y="23617"/>
                  </a:lnTo>
                  <a:cubicBezTo>
                    <a:pt x="8209" y="23617"/>
                    <a:pt x="8209" y="23617"/>
                    <a:pt x="8209" y="23622"/>
                  </a:cubicBezTo>
                  <a:cubicBezTo>
                    <a:pt x="8379" y="23797"/>
                    <a:pt x="8507" y="24094"/>
                    <a:pt x="8737" y="24094"/>
                  </a:cubicBezTo>
                  <a:cubicBezTo>
                    <a:pt x="8833" y="24094"/>
                    <a:pt x="8947" y="24042"/>
                    <a:pt x="9090" y="23907"/>
                  </a:cubicBezTo>
                  <a:cubicBezTo>
                    <a:pt x="9488" y="23885"/>
                    <a:pt x="9950" y="23821"/>
                    <a:pt x="10198" y="23573"/>
                  </a:cubicBezTo>
                  <a:cubicBezTo>
                    <a:pt x="10230" y="23536"/>
                    <a:pt x="10262" y="23498"/>
                    <a:pt x="10288" y="23456"/>
                  </a:cubicBezTo>
                  <a:cubicBezTo>
                    <a:pt x="10718" y="22720"/>
                    <a:pt x="11401" y="22457"/>
                    <a:pt x="12093" y="22204"/>
                  </a:cubicBezTo>
                  <a:cubicBezTo>
                    <a:pt x="12432" y="22134"/>
                    <a:pt x="12770" y="22053"/>
                    <a:pt x="13039" y="21871"/>
                  </a:cubicBezTo>
                  <a:cubicBezTo>
                    <a:pt x="13324" y="21678"/>
                    <a:pt x="13447" y="21500"/>
                    <a:pt x="13496" y="21312"/>
                  </a:cubicBezTo>
                  <a:cubicBezTo>
                    <a:pt x="13570" y="21210"/>
                    <a:pt x="13598" y="21091"/>
                    <a:pt x="13550" y="20930"/>
                  </a:cubicBezTo>
                  <a:lnTo>
                    <a:pt x="13550" y="20930"/>
                  </a:lnTo>
                  <a:cubicBezTo>
                    <a:pt x="13543" y="20942"/>
                    <a:pt x="13538" y="20947"/>
                    <a:pt x="13533" y="20952"/>
                  </a:cubicBezTo>
                  <a:lnTo>
                    <a:pt x="13550" y="20925"/>
                  </a:lnTo>
                  <a:lnTo>
                    <a:pt x="13550" y="20930"/>
                  </a:lnTo>
                  <a:cubicBezTo>
                    <a:pt x="13872" y="20543"/>
                    <a:pt x="13592" y="20146"/>
                    <a:pt x="13511" y="19754"/>
                  </a:cubicBezTo>
                  <a:cubicBezTo>
                    <a:pt x="13555" y="19576"/>
                    <a:pt x="13614" y="19394"/>
                    <a:pt x="13694" y="19211"/>
                  </a:cubicBezTo>
                  <a:cubicBezTo>
                    <a:pt x="13930" y="18991"/>
                    <a:pt x="14071" y="18728"/>
                    <a:pt x="14076" y="18395"/>
                  </a:cubicBezTo>
                  <a:cubicBezTo>
                    <a:pt x="14098" y="18358"/>
                    <a:pt x="14113" y="18314"/>
                    <a:pt x="14135" y="18277"/>
                  </a:cubicBezTo>
                  <a:cubicBezTo>
                    <a:pt x="14291" y="18271"/>
                    <a:pt x="14323" y="18132"/>
                    <a:pt x="14349" y="17997"/>
                  </a:cubicBezTo>
                  <a:lnTo>
                    <a:pt x="14349" y="17997"/>
                  </a:lnTo>
                  <a:cubicBezTo>
                    <a:pt x="14344" y="18003"/>
                    <a:pt x="14339" y="18008"/>
                    <a:pt x="14334" y="18014"/>
                  </a:cubicBezTo>
                  <a:lnTo>
                    <a:pt x="14349" y="17992"/>
                  </a:lnTo>
                  <a:lnTo>
                    <a:pt x="14349" y="17997"/>
                  </a:lnTo>
                  <a:cubicBezTo>
                    <a:pt x="14731" y="17654"/>
                    <a:pt x="14726" y="17148"/>
                    <a:pt x="14882" y="16708"/>
                  </a:cubicBezTo>
                  <a:cubicBezTo>
                    <a:pt x="15026" y="16300"/>
                    <a:pt x="15102" y="15876"/>
                    <a:pt x="15182" y="15445"/>
                  </a:cubicBezTo>
                  <a:cubicBezTo>
                    <a:pt x="15263" y="15279"/>
                    <a:pt x="15338" y="15107"/>
                    <a:pt x="15440" y="14941"/>
                  </a:cubicBezTo>
                  <a:cubicBezTo>
                    <a:pt x="15871" y="14205"/>
                    <a:pt x="16466" y="14425"/>
                    <a:pt x="17036" y="14322"/>
                  </a:cubicBezTo>
                  <a:cubicBezTo>
                    <a:pt x="17142" y="14404"/>
                    <a:pt x="17248" y="14446"/>
                    <a:pt x="17351" y="14446"/>
                  </a:cubicBezTo>
                  <a:cubicBezTo>
                    <a:pt x="17579" y="14446"/>
                    <a:pt x="17791" y="14239"/>
                    <a:pt x="17954" y="13813"/>
                  </a:cubicBezTo>
                  <a:cubicBezTo>
                    <a:pt x="18019" y="13640"/>
                    <a:pt x="18073" y="13464"/>
                    <a:pt x="18127" y="13286"/>
                  </a:cubicBezTo>
                  <a:cubicBezTo>
                    <a:pt x="18282" y="12969"/>
                    <a:pt x="18417" y="12636"/>
                    <a:pt x="18556" y="12335"/>
                  </a:cubicBezTo>
                  <a:cubicBezTo>
                    <a:pt x="18965" y="11475"/>
                    <a:pt x="19164" y="11949"/>
                    <a:pt x="19776" y="11589"/>
                  </a:cubicBezTo>
                  <a:cubicBezTo>
                    <a:pt x="20270" y="11304"/>
                    <a:pt x="20570" y="10525"/>
                    <a:pt x="20759" y="9859"/>
                  </a:cubicBezTo>
                  <a:cubicBezTo>
                    <a:pt x="20835" y="9772"/>
                    <a:pt x="20904" y="9681"/>
                    <a:pt x="20947" y="9574"/>
                  </a:cubicBezTo>
                  <a:cubicBezTo>
                    <a:pt x="20989" y="9472"/>
                    <a:pt x="21011" y="9358"/>
                    <a:pt x="21011" y="9229"/>
                  </a:cubicBezTo>
                  <a:cubicBezTo>
                    <a:pt x="21016" y="8720"/>
                    <a:pt x="21113" y="8237"/>
                    <a:pt x="21247" y="7753"/>
                  </a:cubicBezTo>
                  <a:cubicBezTo>
                    <a:pt x="21378" y="7409"/>
                    <a:pt x="21564" y="7140"/>
                    <a:pt x="21839" y="7140"/>
                  </a:cubicBezTo>
                  <a:cubicBezTo>
                    <a:pt x="21938" y="7140"/>
                    <a:pt x="22048" y="7175"/>
                    <a:pt x="22172" y="7253"/>
                  </a:cubicBezTo>
                  <a:cubicBezTo>
                    <a:pt x="22714" y="7592"/>
                    <a:pt x="23230" y="7876"/>
                    <a:pt x="23843" y="8064"/>
                  </a:cubicBezTo>
                  <a:cubicBezTo>
                    <a:pt x="23968" y="8103"/>
                    <a:pt x="24094" y="8121"/>
                    <a:pt x="24211" y="8121"/>
                  </a:cubicBezTo>
                  <a:cubicBezTo>
                    <a:pt x="24239" y="8121"/>
                    <a:pt x="24267" y="8120"/>
                    <a:pt x="24294" y="8118"/>
                  </a:cubicBezTo>
                  <a:cubicBezTo>
                    <a:pt x="24340" y="8134"/>
                    <a:pt x="24384" y="8142"/>
                    <a:pt x="24425" y="8142"/>
                  </a:cubicBezTo>
                  <a:cubicBezTo>
                    <a:pt x="24545" y="8142"/>
                    <a:pt x="24642" y="8076"/>
                    <a:pt x="24718" y="7967"/>
                  </a:cubicBezTo>
                  <a:cubicBezTo>
                    <a:pt x="24917" y="7838"/>
                    <a:pt x="25067" y="7635"/>
                    <a:pt x="25137" y="7377"/>
                  </a:cubicBezTo>
                  <a:cubicBezTo>
                    <a:pt x="25169" y="7248"/>
                    <a:pt x="25127" y="7146"/>
                    <a:pt x="25057" y="7076"/>
                  </a:cubicBezTo>
                  <a:cubicBezTo>
                    <a:pt x="25105" y="6995"/>
                    <a:pt x="25159" y="6925"/>
                    <a:pt x="25223" y="6876"/>
                  </a:cubicBezTo>
                  <a:cubicBezTo>
                    <a:pt x="25229" y="6802"/>
                    <a:pt x="25239" y="6732"/>
                    <a:pt x="25256" y="6678"/>
                  </a:cubicBezTo>
                  <a:cubicBezTo>
                    <a:pt x="25276" y="6619"/>
                    <a:pt x="25283" y="6554"/>
                    <a:pt x="25276" y="6490"/>
                  </a:cubicBezTo>
                  <a:lnTo>
                    <a:pt x="25276" y="6490"/>
                  </a:lnTo>
                  <a:cubicBezTo>
                    <a:pt x="25157" y="6498"/>
                    <a:pt x="25032" y="6517"/>
                    <a:pt x="24913" y="6517"/>
                  </a:cubicBezTo>
                  <a:cubicBezTo>
                    <a:pt x="24867" y="6517"/>
                    <a:pt x="24821" y="6514"/>
                    <a:pt x="24777" y="6506"/>
                  </a:cubicBezTo>
                  <a:cubicBezTo>
                    <a:pt x="24772" y="6517"/>
                    <a:pt x="24772" y="6522"/>
                    <a:pt x="24772" y="6533"/>
                  </a:cubicBezTo>
                  <a:lnTo>
                    <a:pt x="24750" y="6501"/>
                  </a:lnTo>
                  <a:lnTo>
                    <a:pt x="24750" y="6501"/>
                  </a:lnTo>
                  <a:cubicBezTo>
                    <a:pt x="24761" y="6506"/>
                    <a:pt x="24767" y="6506"/>
                    <a:pt x="24777" y="6506"/>
                  </a:cubicBezTo>
                  <a:cubicBezTo>
                    <a:pt x="24869" y="6179"/>
                    <a:pt x="24708" y="5937"/>
                    <a:pt x="24492" y="5716"/>
                  </a:cubicBezTo>
                  <a:lnTo>
                    <a:pt x="24492" y="5716"/>
                  </a:lnTo>
                  <a:cubicBezTo>
                    <a:pt x="24498" y="5723"/>
                    <a:pt x="24498" y="5723"/>
                    <a:pt x="24498" y="5728"/>
                  </a:cubicBezTo>
                  <a:lnTo>
                    <a:pt x="24482" y="5706"/>
                  </a:lnTo>
                  <a:lnTo>
                    <a:pt x="24482" y="5706"/>
                  </a:lnTo>
                  <a:cubicBezTo>
                    <a:pt x="24486" y="5706"/>
                    <a:pt x="24489" y="5708"/>
                    <a:pt x="24491" y="5711"/>
                  </a:cubicBezTo>
                  <a:lnTo>
                    <a:pt x="24491" y="5711"/>
                  </a:lnTo>
                  <a:cubicBezTo>
                    <a:pt x="24429" y="5507"/>
                    <a:pt x="24312" y="5397"/>
                    <a:pt x="24138" y="5397"/>
                  </a:cubicBezTo>
                  <a:cubicBezTo>
                    <a:pt x="24088" y="5397"/>
                    <a:pt x="24032" y="5407"/>
                    <a:pt x="23972" y="5426"/>
                  </a:cubicBezTo>
                  <a:lnTo>
                    <a:pt x="23972" y="5465"/>
                  </a:lnTo>
                  <a:cubicBezTo>
                    <a:pt x="23961" y="5453"/>
                    <a:pt x="23955" y="5443"/>
                    <a:pt x="23944" y="5438"/>
                  </a:cubicBezTo>
                  <a:cubicBezTo>
                    <a:pt x="23955" y="5432"/>
                    <a:pt x="23966" y="5432"/>
                    <a:pt x="23972" y="5426"/>
                  </a:cubicBezTo>
                  <a:cubicBezTo>
                    <a:pt x="24030" y="4966"/>
                    <a:pt x="23963" y="4642"/>
                    <a:pt x="23365" y="4642"/>
                  </a:cubicBezTo>
                  <a:cubicBezTo>
                    <a:pt x="23356" y="4642"/>
                    <a:pt x="23347" y="4642"/>
                    <a:pt x="23337" y="4642"/>
                  </a:cubicBezTo>
                  <a:cubicBezTo>
                    <a:pt x="22389" y="4669"/>
                    <a:pt x="21476" y="4743"/>
                    <a:pt x="20742" y="5438"/>
                  </a:cubicBezTo>
                  <a:lnTo>
                    <a:pt x="20742" y="5438"/>
                  </a:lnTo>
                  <a:cubicBezTo>
                    <a:pt x="20567" y="5447"/>
                    <a:pt x="20480" y="5538"/>
                    <a:pt x="20463" y="5706"/>
                  </a:cubicBezTo>
                  <a:cubicBezTo>
                    <a:pt x="20474" y="5706"/>
                    <a:pt x="20480" y="5706"/>
                    <a:pt x="20485" y="5701"/>
                  </a:cubicBezTo>
                  <a:lnTo>
                    <a:pt x="20485" y="5701"/>
                  </a:lnTo>
                  <a:lnTo>
                    <a:pt x="20463" y="5728"/>
                  </a:lnTo>
                  <a:lnTo>
                    <a:pt x="20463" y="5706"/>
                  </a:lnTo>
                  <a:cubicBezTo>
                    <a:pt x="20265" y="5733"/>
                    <a:pt x="20173" y="5845"/>
                    <a:pt x="20211" y="6060"/>
                  </a:cubicBezTo>
                  <a:cubicBezTo>
                    <a:pt x="19944" y="5919"/>
                    <a:pt x="19701" y="5842"/>
                    <a:pt x="19474" y="5842"/>
                  </a:cubicBezTo>
                  <a:cubicBezTo>
                    <a:pt x="19193" y="5842"/>
                    <a:pt x="18935" y="5959"/>
                    <a:pt x="18685" y="6211"/>
                  </a:cubicBezTo>
                  <a:cubicBezTo>
                    <a:pt x="18621" y="6281"/>
                    <a:pt x="18556" y="6356"/>
                    <a:pt x="18497" y="6437"/>
                  </a:cubicBezTo>
                  <a:cubicBezTo>
                    <a:pt x="18030" y="7060"/>
                    <a:pt x="17411" y="7565"/>
                    <a:pt x="16863" y="8118"/>
                  </a:cubicBezTo>
                  <a:cubicBezTo>
                    <a:pt x="16808" y="8104"/>
                    <a:pt x="16755" y="8098"/>
                    <a:pt x="16706" y="8098"/>
                  </a:cubicBezTo>
                  <a:cubicBezTo>
                    <a:pt x="16501" y="8098"/>
                    <a:pt x="16342" y="8207"/>
                    <a:pt x="16208" y="8376"/>
                  </a:cubicBezTo>
                  <a:cubicBezTo>
                    <a:pt x="16208" y="8376"/>
                    <a:pt x="16214" y="8376"/>
                    <a:pt x="16214" y="8381"/>
                  </a:cubicBezTo>
                  <a:lnTo>
                    <a:pt x="16193" y="8391"/>
                  </a:lnTo>
                  <a:cubicBezTo>
                    <a:pt x="16198" y="8386"/>
                    <a:pt x="16203" y="8381"/>
                    <a:pt x="16208" y="8376"/>
                  </a:cubicBezTo>
                  <a:cubicBezTo>
                    <a:pt x="15510" y="7871"/>
                    <a:pt x="15252" y="6829"/>
                    <a:pt x="15489" y="6001"/>
                  </a:cubicBezTo>
                  <a:cubicBezTo>
                    <a:pt x="15387" y="5824"/>
                    <a:pt x="15258" y="5663"/>
                    <a:pt x="15085" y="5545"/>
                  </a:cubicBezTo>
                  <a:cubicBezTo>
                    <a:pt x="15026" y="5502"/>
                    <a:pt x="14968" y="5465"/>
                    <a:pt x="14904" y="5432"/>
                  </a:cubicBezTo>
                  <a:cubicBezTo>
                    <a:pt x="14865" y="5416"/>
                    <a:pt x="14833" y="5405"/>
                    <a:pt x="14795" y="5389"/>
                  </a:cubicBezTo>
                  <a:cubicBezTo>
                    <a:pt x="13474" y="5582"/>
                    <a:pt x="12147" y="5775"/>
                    <a:pt x="10831" y="6033"/>
                  </a:cubicBezTo>
                  <a:cubicBezTo>
                    <a:pt x="10689" y="6061"/>
                    <a:pt x="10563" y="6075"/>
                    <a:pt x="10451" y="6075"/>
                  </a:cubicBezTo>
                  <a:cubicBezTo>
                    <a:pt x="9913" y="6075"/>
                    <a:pt x="9694" y="5758"/>
                    <a:pt x="9595" y="5153"/>
                  </a:cubicBezTo>
                  <a:cubicBezTo>
                    <a:pt x="9316" y="3444"/>
                    <a:pt x="9015" y="1731"/>
                    <a:pt x="8730" y="22"/>
                  </a:cubicBezTo>
                  <a:cubicBezTo>
                    <a:pt x="8683" y="6"/>
                    <a:pt x="8639" y="0"/>
                    <a:pt x="8591" y="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1"/>
            <p:cNvSpPr/>
            <p:nvPr/>
          </p:nvSpPr>
          <p:spPr>
            <a:xfrm>
              <a:off x="5648325" y="3196075"/>
              <a:ext cx="711700" cy="537400"/>
            </a:xfrm>
            <a:custGeom>
              <a:rect b="b" l="l" r="r" t="t"/>
              <a:pathLst>
                <a:path extrusionOk="0" h="21496" w="28468">
                  <a:moveTo>
                    <a:pt x="7075" y="10638"/>
                  </a:moveTo>
                  <a:lnTo>
                    <a:pt x="7080" y="10645"/>
                  </a:lnTo>
                  <a:lnTo>
                    <a:pt x="7080" y="10645"/>
                  </a:lnTo>
                  <a:cubicBezTo>
                    <a:pt x="7078" y="10643"/>
                    <a:pt x="7077" y="10640"/>
                    <a:pt x="7075" y="10638"/>
                  </a:cubicBezTo>
                  <a:close/>
                  <a:moveTo>
                    <a:pt x="7881" y="11175"/>
                  </a:moveTo>
                  <a:lnTo>
                    <a:pt x="7881" y="11175"/>
                  </a:lnTo>
                  <a:lnTo>
                    <a:pt x="7881" y="11175"/>
                  </a:lnTo>
                  <a:cubicBezTo>
                    <a:pt x="7887" y="11181"/>
                    <a:pt x="7893" y="11186"/>
                    <a:pt x="7898" y="11192"/>
                  </a:cubicBezTo>
                  <a:cubicBezTo>
                    <a:pt x="7893" y="11192"/>
                    <a:pt x="7887" y="11197"/>
                    <a:pt x="7876" y="11197"/>
                  </a:cubicBezTo>
                  <a:cubicBezTo>
                    <a:pt x="7881" y="11192"/>
                    <a:pt x="7881" y="11181"/>
                    <a:pt x="7881" y="11175"/>
                  </a:cubicBezTo>
                  <a:close/>
                  <a:moveTo>
                    <a:pt x="14823" y="18127"/>
                  </a:moveTo>
                  <a:cubicBezTo>
                    <a:pt x="14833" y="18127"/>
                    <a:pt x="14833" y="18133"/>
                    <a:pt x="14843" y="18133"/>
                  </a:cubicBezTo>
                  <a:lnTo>
                    <a:pt x="14823" y="18133"/>
                  </a:lnTo>
                  <a:lnTo>
                    <a:pt x="14823" y="18127"/>
                  </a:lnTo>
                  <a:close/>
                  <a:moveTo>
                    <a:pt x="11964" y="1"/>
                  </a:moveTo>
                  <a:cubicBezTo>
                    <a:pt x="11588" y="55"/>
                    <a:pt x="11196" y="168"/>
                    <a:pt x="10814" y="248"/>
                  </a:cubicBezTo>
                  <a:cubicBezTo>
                    <a:pt x="10417" y="345"/>
                    <a:pt x="10020" y="437"/>
                    <a:pt x="9622" y="533"/>
                  </a:cubicBezTo>
                  <a:cubicBezTo>
                    <a:pt x="9166" y="482"/>
                    <a:pt x="8713" y="455"/>
                    <a:pt x="8262" y="455"/>
                  </a:cubicBezTo>
                  <a:cubicBezTo>
                    <a:pt x="7139" y="455"/>
                    <a:pt x="6036" y="628"/>
                    <a:pt x="4963" y="1053"/>
                  </a:cubicBezTo>
                  <a:lnTo>
                    <a:pt x="4963" y="1053"/>
                  </a:lnTo>
                  <a:cubicBezTo>
                    <a:pt x="4965" y="1051"/>
                    <a:pt x="4965" y="1047"/>
                    <a:pt x="4965" y="1044"/>
                  </a:cubicBezTo>
                  <a:cubicBezTo>
                    <a:pt x="4921" y="1041"/>
                    <a:pt x="4878" y="1039"/>
                    <a:pt x="4836" y="1039"/>
                  </a:cubicBezTo>
                  <a:cubicBezTo>
                    <a:pt x="4484" y="1039"/>
                    <a:pt x="4215" y="1154"/>
                    <a:pt x="4148" y="1580"/>
                  </a:cubicBezTo>
                  <a:cubicBezTo>
                    <a:pt x="4154" y="1580"/>
                    <a:pt x="4159" y="1580"/>
                    <a:pt x="4164" y="1587"/>
                  </a:cubicBezTo>
                  <a:lnTo>
                    <a:pt x="4142" y="1602"/>
                  </a:lnTo>
                  <a:cubicBezTo>
                    <a:pt x="4148" y="1592"/>
                    <a:pt x="4148" y="1587"/>
                    <a:pt x="4148" y="1580"/>
                  </a:cubicBezTo>
                  <a:cubicBezTo>
                    <a:pt x="4069" y="1550"/>
                    <a:pt x="3999" y="1536"/>
                    <a:pt x="3938" y="1536"/>
                  </a:cubicBezTo>
                  <a:cubicBezTo>
                    <a:pt x="3751" y="1536"/>
                    <a:pt x="3645" y="1672"/>
                    <a:pt x="3606" y="1919"/>
                  </a:cubicBezTo>
                  <a:cubicBezTo>
                    <a:pt x="3192" y="2086"/>
                    <a:pt x="2778" y="2257"/>
                    <a:pt x="2364" y="2430"/>
                  </a:cubicBezTo>
                  <a:cubicBezTo>
                    <a:pt x="2026" y="2472"/>
                    <a:pt x="1687" y="2515"/>
                    <a:pt x="1349" y="2564"/>
                  </a:cubicBezTo>
                  <a:cubicBezTo>
                    <a:pt x="1247" y="2703"/>
                    <a:pt x="1156" y="2849"/>
                    <a:pt x="1080" y="2983"/>
                  </a:cubicBezTo>
                  <a:cubicBezTo>
                    <a:pt x="1042" y="3042"/>
                    <a:pt x="1010" y="3095"/>
                    <a:pt x="973" y="3149"/>
                  </a:cubicBezTo>
                  <a:cubicBezTo>
                    <a:pt x="968" y="3160"/>
                    <a:pt x="962" y="3171"/>
                    <a:pt x="957" y="3182"/>
                  </a:cubicBezTo>
                  <a:cubicBezTo>
                    <a:pt x="1107" y="3268"/>
                    <a:pt x="1188" y="3434"/>
                    <a:pt x="1209" y="3714"/>
                  </a:cubicBezTo>
                  <a:cubicBezTo>
                    <a:pt x="1215" y="3714"/>
                    <a:pt x="1220" y="3714"/>
                    <a:pt x="1225" y="3719"/>
                  </a:cubicBezTo>
                  <a:cubicBezTo>
                    <a:pt x="1220" y="3724"/>
                    <a:pt x="1215" y="3730"/>
                    <a:pt x="1209" y="3735"/>
                  </a:cubicBezTo>
                  <a:lnTo>
                    <a:pt x="1209" y="3714"/>
                  </a:lnTo>
                  <a:cubicBezTo>
                    <a:pt x="1135" y="3686"/>
                    <a:pt x="1069" y="3672"/>
                    <a:pt x="1010" y="3672"/>
                  </a:cubicBezTo>
                  <a:cubicBezTo>
                    <a:pt x="845" y="3672"/>
                    <a:pt x="735" y="3780"/>
                    <a:pt x="672" y="3982"/>
                  </a:cubicBezTo>
                  <a:cubicBezTo>
                    <a:pt x="683" y="3982"/>
                    <a:pt x="688" y="3977"/>
                    <a:pt x="693" y="3977"/>
                  </a:cubicBezTo>
                  <a:lnTo>
                    <a:pt x="693" y="3977"/>
                  </a:lnTo>
                  <a:lnTo>
                    <a:pt x="667" y="4004"/>
                  </a:lnTo>
                  <a:cubicBezTo>
                    <a:pt x="672" y="3993"/>
                    <a:pt x="672" y="3987"/>
                    <a:pt x="672" y="3982"/>
                  </a:cubicBezTo>
                  <a:lnTo>
                    <a:pt x="672" y="3982"/>
                  </a:lnTo>
                  <a:cubicBezTo>
                    <a:pt x="415" y="4074"/>
                    <a:pt x="409" y="4299"/>
                    <a:pt x="403" y="4520"/>
                  </a:cubicBezTo>
                  <a:cubicBezTo>
                    <a:pt x="415" y="4513"/>
                    <a:pt x="420" y="4513"/>
                    <a:pt x="425" y="4508"/>
                  </a:cubicBezTo>
                  <a:lnTo>
                    <a:pt x="425" y="4508"/>
                  </a:lnTo>
                  <a:lnTo>
                    <a:pt x="403" y="4541"/>
                  </a:lnTo>
                  <a:lnTo>
                    <a:pt x="403" y="4520"/>
                  </a:lnTo>
                  <a:lnTo>
                    <a:pt x="403" y="4520"/>
                  </a:lnTo>
                  <a:cubicBezTo>
                    <a:pt x="119" y="4697"/>
                    <a:pt x="1" y="4874"/>
                    <a:pt x="409" y="5051"/>
                  </a:cubicBezTo>
                  <a:cubicBezTo>
                    <a:pt x="409" y="5046"/>
                    <a:pt x="403" y="5041"/>
                    <a:pt x="403" y="5036"/>
                  </a:cubicBezTo>
                  <a:lnTo>
                    <a:pt x="403" y="5036"/>
                  </a:lnTo>
                  <a:lnTo>
                    <a:pt x="425" y="5056"/>
                  </a:lnTo>
                  <a:cubicBezTo>
                    <a:pt x="420" y="5056"/>
                    <a:pt x="415" y="5051"/>
                    <a:pt x="409" y="5051"/>
                  </a:cubicBezTo>
                  <a:lnTo>
                    <a:pt x="409" y="5051"/>
                  </a:lnTo>
                  <a:cubicBezTo>
                    <a:pt x="430" y="5384"/>
                    <a:pt x="645" y="5524"/>
                    <a:pt x="941" y="5584"/>
                  </a:cubicBezTo>
                  <a:cubicBezTo>
                    <a:pt x="935" y="5577"/>
                    <a:pt x="935" y="5577"/>
                    <a:pt x="930" y="5567"/>
                  </a:cubicBezTo>
                  <a:lnTo>
                    <a:pt x="930" y="5567"/>
                  </a:lnTo>
                  <a:lnTo>
                    <a:pt x="961" y="5593"/>
                  </a:lnTo>
                  <a:lnTo>
                    <a:pt x="961" y="5593"/>
                  </a:lnTo>
                  <a:cubicBezTo>
                    <a:pt x="955" y="5589"/>
                    <a:pt x="945" y="5588"/>
                    <a:pt x="941" y="5584"/>
                  </a:cubicBezTo>
                  <a:lnTo>
                    <a:pt x="941" y="5584"/>
                  </a:lnTo>
                  <a:cubicBezTo>
                    <a:pt x="1032" y="5841"/>
                    <a:pt x="1253" y="5857"/>
                    <a:pt x="1473" y="5857"/>
                  </a:cubicBezTo>
                  <a:cubicBezTo>
                    <a:pt x="1473" y="5847"/>
                    <a:pt x="1467" y="5847"/>
                    <a:pt x="1467" y="5835"/>
                  </a:cubicBezTo>
                  <a:lnTo>
                    <a:pt x="1467" y="5835"/>
                  </a:lnTo>
                  <a:lnTo>
                    <a:pt x="1494" y="5857"/>
                  </a:lnTo>
                  <a:lnTo>
                    <a:pt x="1473" y="5857"/>
                  </a:lnTo>
                  <a:cubicBezTo>
                    <a:pt x="1570" y="6115"/>
                    <a:pt x="1795" y="6120"/>
                    <a:pt x="2021" y="6125"/>
                  </a:cubicBezTo>
                  <a:cubicBezTo>
                    <a:pt x="2015" y="6115"/>
                    <a:pt x="2004" y="6110"/>
                    <a:pt x="1999" y="6105"/>
                  </a:cubicBezTo>
                  <a:lnTo>
                    <a:pt x="1999" y="6105"/>
                  </a:lnTo>
                  <a:lnTo>
                    <a:pt x="2031" y="6125"/>
                  </a:lnTo>
                  <a:lnTo>
                    <a:pt x="2021" y="6125"/>
                  </a:lnTo>
                  <a:cubicBezTo>
                    <a:pt x="2493" y="6566"/>
                    <a:pt x="3095" y="6749"/>
                    <a:pt x="3691" y="6931"/>
                  </a:cubicBezTo>
                  <a:cubicBezTo>
                    <a:pt x="3901" y="7087"/>
                    <a:pt x="4218" y="7228"/>
                    <a:pt x="4384" y="7394"/>
                  </a:cubicBezTo>
                  <a:cubicBezTo>
                    <a:pt x="4444" y="7447"/>
                    <a:pt x="4481" y="7506"/>
                    <a:pt x="4491" y="7570"/>
                  </a:cubicBezTo>
                  <a:cubicBezTo>
                    <a:pt x="4717" y="8812"/>
                    <a:pt x="5716" y="9381"/>
                    <a:pt x="6527" y="10122"/>
                  </a:cubicBezTo>
                  <a:cubicBezTo>
                    <a:pt x="6603" y="10424"/>
                    <a:pt x="6797" y="10606"/>
                    <a:pt x="7097" y="10665"/>
                  </a:cubicBezTo>
                  <a:cubicBezTo>
                    <a:pt x="7096" y="10663"/>
                    <a:pt x="7095" y="10661"/>
                    <a:pt x="7093" y="10659"/>
                  </a:cubicBezTo>
                  <a:lnTo>
                    <a:pt x="7093" y="10659"/>
                  </a:lnTo>
                  <a:lnTo>
                    <a:pt x="7102" y="10665"/>
                  </a:lnTo>
                  <a:lnTo>
                    <a:pt x="7097" y="10665"/>
                  </a:lnTo>
                  <a:cubicBezTo>
                    <a:pt x="7178" y="10746"/>
                    <a:pt x="7258" y="10826"/>
                    <a:pt x="7345" y="10907"/>
                  </a:cubicBezTo>
                  <a:lnTo>
                    <a:pt x="7339" y="10907"/>
                  </a:lnTo>
                  <a:cubicBezTo>
                    <a:pt x="7433" y="11086"/>
                    <a:pt x="7540" y="11228"/>
                    <a:pt x="7720" y="11228"/>
                  </a:cubicBezTo>
                  <a:cubicBezTo>
                    <a:pt x="7767" y="11228"/>
                    <a:pt x="7818" y="11218"/>
                    <a:pt x="7876" y="11197"/>
                  </a:cubicBezTo>
                  <a:lnTo>
                    <a:pt x="7876" y="11197"/>
                  </a:lnTo>
                  <a:cubicBezTo>
                    <a:pt x="7837" y="11406"/>
                    <a:pt x="7939" y="11467"/>
                    <a:pt x="8107" y="11467"/>
                  </a:cubicBezTo>
                  <a:cubicBezTo>
                    <a:pt x="8121" y="11467"/>
                    <a:pt x="8136" y="11466"/>
                    <a:pt x="8150" y="11466"/>
                  </a:cubicBezTo>
                  <a:cubicBezTo>
                    <a:pt x="8150" y="11455"/>
                    <a:pt x="8150" y="11450"/>
                    <a:pt x="8145" y="11438"/>
                  </a:cubicBezTo>
                  <a:lnTo>
                    <a:pt x="8145" y="11438"/>
                  </a:lnTo>
                  <a:lnTo>
                    <a:pt x="8171" y="11466"/>
                  </a:lnTo>
                  <a:lnTo>
                    <a:pt x="8150" y="11466"/>
                  </a:lnTo>
                  <a:cubicBezTo>
                    <a:pt x="8295" y="12041"/>
                    <a:pt x="8827" y="11944"/>
                    <a:pt x="9235" y="12051"/>
                  </a:cubicBezTo>
                  <a:cubicBezTo>
                    <a:pt x="9606" y="12443"/>
                    <a:pt x="9842" y="12933"/>
                    <a:pt x="10144" y="13372"/>
                  </a:cubicBezTo>
                  <a:cubicBezTo>
                    <a:pt x="10326" y="13635"/>
                    <a:pt x="10531" y="13883"/>
                    <a:pt x="10804" y="14076"/>
                  </a:cubicBezTo>
                  <a:cubicBezTo>
                    <a:pt x="10879" y="14481"/>
                    <a:pt x="11102" y="14676"/>
                    <a:pt x="11460" y="14676"/>
                  </a:cubicBezTo>
                  <a:cubicBezTo>
                    <a:pt x="11516" y="14676"/>
                    <a:pt x="11575" y="14671"/>
                    <a:pt x="11637" y="14662"/>
                  </a:cubicBezTo>
                  <a:cubicBezTo>
                    <a:pt x="11632" y="14657"/>
                    <a:pt x="11627" y="14651"/>
                    <a:pt x="11620" y="14646"/>
                  </a:cubicBezTo>
                  <a:lnTo>
                    <a:pt x="11620" y="14646"/>
                  </a:lnTo>
                  <a:lnTo>
                    <a:pt x="11632" y="14651"/>
                  </a:lnTo>
                  <a:cubicBezTo>
                    <a:pt x="11637" y="14657"/>
                    <a:pt x="11642" y="14662"/>
                    <a:pt x="11642" y="14662"/>
                  </a:cubicBezTo>
                  <a:lnTo>
                    <a:pt x="11637" y="14662"/>
                  </a:lnTo>
                  <a:cubicBezTo>
                    <a:pt x="12158" y="15205"/>
                    <a:pt x="12217" y="16204"/>
                    <a:pt x="13221" y="16263"/>
                  </a:cubicBezTo>
                  <a:lnTo>
                    <a:pt x="13221" y="16253"/>
                  </a:lnTo>
                  <a:lnTo>
                    <a:pt x="13227" y="16253"/>
                  </a:lnTo>
                  <a:cubicBezTo>
                    <a:pt x="13227" y="16258"/>
                    <a:pt x="13232" y="16258"/>
                    <a:pt x="13232" y="16263"/>
                  </a:cubicBezTo>
                  <a:lnTo>
                    <a:pt x="13221" y="16263"/>
                  </a:lnTo>
                  <a:cubicBezTo>
                    <a:pt x="13196" y="17312"/>
                    <a:pt x="13426" y="18140"/>
                    <a:pt x="14620" y="18140"/>
                  </a:cubicBezTo>
                  <a:cubicBezTo>
                    <a:pt x="14684" y="18140"/>
                    <a:pt x="14752" y="18138"/>
                    <a:pt x="14823" y="18133"/>
                  </a:cubicBezTo>
                  <a:lnTo>
                    <a:pt x="14823" y="18133"/>
                  </a:lnTo>
                  <a:cubicBezTo>
                    <a:pt x="14736" y="18460"/>
                    <a:pt x="14779" y="18740"/>
                    <a:pt x="15086" y="18933"/>
                  </a:cubicBezTo>
                  <a:lnTo>
                    <a:pt x="15086" y="18917"/>
                  </a:lnTo>
                  <a:lnTo>
                    <a:pt x="15108" y="18949"/>
                  </a:lnTo>
                  <a:cubicBezTo>
                    <a:pt x="15101" y="18944"/>
                    <a:pt x="15096" y="18938"/>
                    <a:pt x="15086" y="18933"/>
                  </a:cubicBezTo>
                  <a:lnTo>
                    <a:pt x="15086" y="18933"/>
                  </a:lnTo>
                  <a:cubicBezTo>
                    <a:pt x="15054" y="19534"/>
                    <a:pt x="15220" y="20099"/>
                    <a:pt x="15445" y="20647"/>
                  </a:cubicBezTo>
                  <a:lnTo>
                    <a:pt x="15445" y="20652"/>
                  </a:lnTo>
                  <a:cubicBezTo>
                    <a:pt x="15676" y="20786"/>
                    <a:pt x="15907" y="20927"/>
                    <a:pt x="16133" y="21066"/>
                  </a:cubicBezTo>
                  <a:cubicBezTo>
                    <a:pt x="16149" y="21076"/>
                    <a:pt x="16171" y="21088"/>
                    <a:pt x="16187" y="21098"/>
                  </a:cubicBezTo>
                  <a:cubicBezTo>
                    <a:pt x="16259" y="21284"/>
                    <a:pt x="16391" y="21319"/>
                    <a:pt x="16526" y="21319"/>
                  </a:cubicBezTo>
                  <a:cubicBezTo>
                    <a:pt x="16605" y="21319"/>
                    <a:pt x="16684" y="21307"/>
                    <a:pt x="16753" y="21307"/>
                  </a:cubicBezTo>
                  <a:cubicBezTo>
                    <a:pt x="16814" y="21307"/>
                    <a:pt x="16866" y="21316"/>
                    <a:pt x="16901" y="21351"/>
                  </a:cubicBezTo>
                  <a:cubicBezTo>
                    <a:pt x="16881" y="21398"/>
                    <a:pt x="16859" y="21447"/>
                    <a:pt x="16837" y="21495"/>
                  </a:cubicBezTo>
                  <a:cubicBezTo>
                    <a:pt x="17057" y="21404"/>
                    <a:pt x="17235" y="21270"/>
                    <a:pt x="17379" y="21114"/>
                  </a:cubicBezTo>
                  <a:cubicBezTo>
                    <a:pt x="17632" y="20840"/>
                    <a:pt x="17788" y="20508"/>
                    <a:pt x="17912" y="20238"/>
                  </a:cubicBezTo>
                  <a:cubicBezTo>
                    <a:pt x="17982" y="20089"/>
                    <a:pt x="18046" y="19943"/>
                    <a:pt x="18116" y="19831"/>
                  </a:cubicBezTo>
                  <a:cubicBezTo>
                    <a:pt x="18277" y="19578"/>
                    <a:pt x="18406" y="19308"/>
                    <a:pt x="18535" y="19051"/>
                  </a:cubicBezTo>
                  <a:cubicBezTo>
                    <a:pt x="18793" y="18530"/>
                    <a:pt x="19034" y="18036"/>
                    <a:pt x="19415" y="17832"/>
                  </a:cubicBezTo>
                  <a:cubicBezTo>
                    <a:pt x="21097" y="16930"/>
                    <a:pt x="22296" y="15559"/>
                    <a:pt x="23450" y="14238"/>
                  </a:cubicBezTo>
                  <a:cubicBezTo>
                    <a:pt x="24074" y="13523"/>
                    <a:pt x="24724" y="12782"/>
                    <a:pt x="25427" y="12148"/>
                  </a:cubicBezTo>
                  <a:cubicBezTo>
                    <a:pt x="25787" y="11820"/>
                    <a:pt x="25777" y="11418"/>
                    <a:pt x="25770" y="11175"/>
                  </a:cubicBezTo>
                  <a:cubicBezTo>
                    <a:pt x="25770" y="11128"/>
                    <a:pt x="25765" y="11084"/>
                    <a:pt x="25770" y="11041"/>
                  </a:cubicBezTo>
                  <a:cubicBezTo>
                    <a:pt x="25879" y="9187"/>
                    <a:pt x="26507" y="7990"/>
                    <a:pt x="27748" y="7265"/>
                  </a:cubicBezTo>
                  <a:cubicBezTo>
                    <a:pt x="28044" y="7087"/>
                    <a:pt x="28188" y="6894"/>
                    <a:pt x="28247" y="6705"/>
                  </a:cubicBezTo>
                  <a:cubicBezTo>
                    <a:pt x="28252" y="6690"/>
                    <a:pt x="28247" y="6668"/>
                    <a:pt x="28252" y="6652"/>
                  </a:cubicBezTo>
                  <a:lnTo>
                    <a:pt x="28259" y="6647"/>
                  </a:lnTo>
                  <a:cubicBezTo>
                    <a:pt x="28452" y="6539"/>
                    <a:pt x="28468" y="6281"/>
                    <a:pt x="28328" y="6125"/>
                  </a:cubicBezTo>
                  <a:cubicBezTo>
                    <a:pt x="27969" y="5733"/>
                    <a:pt x="27479" y="5519"/>
                    <a:pt x="27049" y="5202"/>
                  </a:cubicBezTo>
                  <a:cubicBezTo>
                    <a:pt x="26201" y="4573"/>
                    <a:pt x="25373" y="3913"/>
                    <a:pt x="24488" y="3327"/>
                  </a:cubicBezTo>
                  <a:cubicBezTo>
                    <a:pt x="23385" y="2601"/>
                    <a:pt x="22107" y="1490"/>
                    <a:pt x="20866" y="1044"/>
                  </a:cubicBezTo>
                  <a:cubicBezTo>
                    <a:pt x="20831" y="1032"/>
                    <a:pt x="20799" y="1027"/>
                    <a:pt x="20768" y="1027"/>
                  </a:cubicBezTo>
                  <a:cubicBezTo>
                    <a:pt x="20741" y="1027"/>
                    <a:pt x="20717" y="1031"/>
                    <a:pt x="20694" y="1039"/>
                  </a:cubicBezTo>
                  <a:cubicBezTo>
                    <a:pt x="20676" y="1037"/>
                    <a:pt x="20657" y="1036"/>
                    <a:pt x="20637" y="1036"/>
                  </a:cubicBezTo>
                  <a:cubicBezTo>
                    <a:pt x="20323" y="1036"/>
                    <a:pt x="19965" y="1272"/>
                    <a:pt x="19641" y="1312"/>
                  </a:cubicBezTo>
                  <a:cubicBezTo>
                    <a:pt x="19400" y="1361"/>
                    <a:pt x="19163" y="1451"/>
                    <a:pt x="18932" y="1548"/>
                  </a:cubicBezTo>
                  <a:cubicBezTo>
                    <a:pt x="18793" y="1607"/>
                    <a:pt x="18653" y="1667"/>
                    <a:pt x="18513" y="1721"/>
                  </a:cubicBezTo>
                  <a:cubicBezTo>
                    <a:pt x="18421" y="1758"/>
                    <a:pt x="18325" y="1790"/>
                    <a:pt x="18228" y="1823"/>
                  </a:cubicBezTo>
                  <a:cubicBezTo>
                    <a:pt x="18051" y="1877"/>
                    <a:pt x="17868" y="1911"/>
                    <a:pt x="17677" y="1911"/>
                  </a:cubicBezTo>
                  <a:cubicBezTo>
                    <a:pt x="17562" y="1911"/>
                    <a:pt x="17443" y="1899"/>
                    <a:pt x="17320" y="1870"/>
                  </a:cubicBezTo>
                  <a:cubicBezTo>
                    <a:pt x="17186" y="1752"/>
                    <a:pt x="17043" y="1711"/>
                    <a:pt x="16901" y="1711"/>
                  </a:cubicBezTo>
                  <a:cubicBezTo>
                    <a:pt x="16702" y="1711"/>
                    <a:pt x="16503" y="1790"/>
                    <a:pt x="16321" y="1850"/>
                  </a:cubicBezTo>
                  <a:cubicBezTo>
                    <a:pt x="16064" y="1932"/>
                    <a:pt x="15825" y="1975"/>
                    <a:pt x="15603" y="1975"/>
                  </a:cubicBezTo>
                  <a:cubicBezTo>
                    <a:pt x="15362" y="1975"/>
                    <a:pt x="15142" y="1924"/>
                    <a:pt x="14947" y="1818"/>
                  </a:cubicBezTo>
                  <a:lnTo>
                    <a:pt x="14908" y="1818"/>
                  </a:lnTo>
                  <a:cubicBezTo>
                    <a:pt x="14903" y="1806"/>
                    <a:pt x="14903" y="1801"/>
                    <a:pt x="14898" y="1790"/>
                  </a:cubicBezTo>
                  <a:cubicBezTo>
                    <a:pt x="14656" y="1645"/>
                    <a:pt x="14451" y="1409"/>
                    <a:pt x="14290" y="1071"/>
                  </a:cubicBezTo>
                  <a:cubicBezTo>
                    <a:pt x="14290" y="1071"/>
                    <a:pt x="14295" y="1065"/>
                    <a:pt x="14302" y="1065"/>
                  </a:cubicBezTo>
                  <a:cubicBezTo>
                    <a:pt x="14218" y="871"/>
                    <a:pt x="14101" y="746"/>
                    <a:pt x="13923" y="746"/>
                  </a:cubicBezTo>
                  <a:cubicBezTo>
                    <a:pt x="13870" y="746"/>
                    <a:pt x="13812" y="757"/>
                    <a:pt x="13747" y="781"/>
                  </a:cubicBezTo>
                  <a:cubicBezTo>
                    <a:pt x="13754" y="786"/>
                    <a:pt x="13754" y="791"/>
                    <a:pt x="13759" y="802"/>
                  </a:cubicBezTo>
                  <a:lnTo>
                    <a:pt x="13737" y="781"/>
                  </a:lnTo>
                  <a:lnTo>
                    <a:pt x="13747" y="781"/>
                  </a:lnTo>
                  <a:cubicBezTo>
                    <a:pt x="13554" y="479"/>
                    <a:pt x="13345" y="281"/>
                    <a:pt x="13125" y="157"/>
                  </a:cubicBezTo>
                  <a:cubicBezTo>
                    <a:pt x="13001" y="141"/>
                    <a:pt x="12884" y="125"/>
                    <a:pt x="12765" y="114"/>
                  </a:cubicBezTo>
                  <a:cubicBezTo>
                    <a:pt x="12490" y="77"/>
                    <a:pt x="12222" y="45"/>
                    <a:pt x="11964"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1"/>
            <p:cNvSpPr/>
            <p:nvPr/>
          </p:nvSpPr>
          <p:spPr>
            <a:xfrm>
              <a:off x="6515750" y="2274000"/>
              <a:ext cx="212275" cy="434800"/>
            </a:xfrm>
            <a:custGeom>
              <a:rect b="b" l="l" r="r" t="t"/>
              <a:pathLst>
                <a:path extrusionOk="0" h="17392" w="8491">
                  <a:moveTo>
                    <a:pt x="1213" y="0"/>
                  </a:moveTo>
                  <a:cubicBezTo>
                    <a:pt x="617" y="0"/>
                    <a:pt x="1" y="488"/>
                    <a:pt x="202" y="1234"/>
                  </a:cubicBezTo>
                  <a:cubicBezTo>
                    <a:pt x="540" y="2491"/>
                    <a:pt x="1110" y="3599"/>
                    <a:pt x="1517" y="4834"/>
                  </a:cubicBezTo>
                  <a:cubicBezTo>
                    <a:pt x="1921" y="6037"/>
                    <a:pt x="1556" y="7552"/>
                    <a:pt x="1872" y="8841"/>
                  </a:cubicBezTo>
                  <a:cubicBezTo>
                    <a:pt x="2189" y="10147"/>
                    <a:pt x="1625" y="11426"/>
                    <a:pt x="1963" y="12758"/>
                  </a:cubicBezTo>
                  <a:cubicBezTo>
                    <a:pt x="2307" y="14107"/>
                    <a:pt x="2060" y="15342"/>
                    <a:pt x="2265" y="16680"/>
                  </a:cubicBezTo>
                  <a:cubicBezTo>
                    <a:pt x="2337" y="17159"/>
                    <a:pt x="2765" y="17392"/>
                    <a:pt x="3197" y="17392"/>
                  </a:cubicBezTo>
                  <a:cubicBezTo>
                    <a:pt x="3468" y="17392"/>
                    <a:pt x="3741" y="17300"/>
                    <a:pt x="3929" y="17120"/>
                  </a:cubicBezTo>
                  <a:cubicBezTo>
                    <a:pt x="6686" y="14466"/>
                    <a:pt x="8405" y="8820"/>
                    <a:pt x="8479" y="5114"/>
                  </a:cubicBezTo>
                  <a:cubicBezTo>
                    <a:pt x="8491" y="4539"/>
                    <a:pt x="7962" y="4114"/>
                    <a:pt x="7442" y="4114"/>
                  </a:cubicBezTo>
                  <a:cubicBezTo>
                    <a:pt x="7203" y="4114"/>
                    <a:pt x="6965" y="4204"/>
                    <a:pt x="6783" y="4410"/>
                  </a:cubicBezTo>
                  <a:cubicBezTo>
                    <a:pt x="6723" y="4416"/>
                    <a:pt x="6664" y="4420"/>
                    <a:pt x="6606" y="4420"/>
                  </a:cubicBezTo>
                  <a:cubicBezTo>
                    <a:pt x="6336" y="4420"/>
                    <a:pt x="6089" y="4349"/>
                    <a:pt x="5863" y="4216"/>
                  </a:cubicBezTo>
                  <a:cubicBezTo>
                    <a:pt x="5783" y="4071"/>
                    <a:pt x="5675" y="3931"/>
                    <a:pt x="5504" y="3819"/>
                  </a:cubicBezTo>
                  <a:cubicBezTo>
                    <a:pt x="5391" y="3748"/>
                    <a:pt x="5278" y="3673"/>
                    <a:pt x="5171" y="3604"/>
                  </a:cubicBezTo>
                  <a:cubicBezTo>
                    <a:pt x="5003" y="3494"/>
                    <a:pt x="4834" y="3447"/>
                    <a:pt x="4671" y="3447"/>
                  </a:cubicBezTo>
                  <a:cubicBezTo>
                    <a:pt x="4547" y="3447"/>
                    <a:pt x="4428" y="3474"/>
                    <a:pt x="4316" y="3523"/>
                  </a:cubicBezTo>
                  <a:cubicBezTo>
                    <a:pt x="4038" y="3373"/>
                    <a:pt x="3753" y="3142"/>
                    <a:pt x="3490" y="2873"/>
                  </a:cubicBezTo>
                  <a:cubicBezTo>
                    <a:pt x="3135" y="2287"/>
                    <a:pt x="2721" y="1718"/>
                    <a:pt x="2265" y="1170"/>
                  </a:cubicBezTo>
                  <a:cubicBezTo>
                    <a:pt x="2216" y="1015"/>
                    <a:pt x="2168" y="864"/>
                    <a:pt x="2124" y="708"/>
                  </a:cubicBezTo>
                  <a:cubicBezTo>
                    <a:pt x="1992" y="214"/>
                    <a:pt x="1607" y="0"/>
                    <a:pt x="1213"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 name="Google Shape;654;p41"/>
          <p:cNvSpPr txBox="1"/>
          <p:nvPr>
            <p:ph idx="4294967295" type="subTitle"/>
          </p:nvPr>
        </p:nvSpPr>
        <p:spPr>
          <a:xfrm flipH="1">
            <a:off x="5143632" y="1976798"/>
            <a:ext cx="32799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600"/>
              <a:t>Saturn is a gas giant, composed mostly of hydrogen and helium</a:t>
            </a:r>
            <a:endParaRPr sz="1600"/>
          </a:p>
        </p:txBody>
      </p:sp>
      <p:sp>
        <p:nvSpPr>
          <p:cNvPr id="655" name="Google Shape;655;p41"/>
          <p:cNvSpPr txBox="1"/>
          <p:nvPr>
            <p:ph idx="4294967295" type="title"/>
          </p:nvPr>
        </p:nvSpPr>
        <p:spPr>
          <a:xfrm flipH="1">
            <a:off x="5143798" y="3005759"/>
            <a:ext cx="3279900" cy="50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3600">
                <a:solidFill>
                  <a:schemeClr val="lt2"/>
                </a:solidFill>
              </a:rPr>
              <a:t>9,544</a:t>
            </a:r>
            <a:endParaRPr sz="3600">
              <a:solidFill>
                <a:schemeClr val="lt2"/>
              </a:solidFill>
            </a:endParaRPr>
          </a:p>
        </p:txBody>
      </p:sp>
      <p:sp>
        <p:nvSpPr>
          <p:cNvPr id="656" name="Google Shape;656;p41"/>
          <p:cNvSpPr txBox="1"/>
          <p:nvPr>
            <p:ph idx="4294967295" type="subTitle"/>
          </p:nvPr>
        </p:nvSpPr>
        <p:spPr>
          <a:xfrm flipH="1">
            <a:off x="5143702" y="3596351"/>
            <a:ext cx="32799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600"/>
              <a:t>Jupiter is a gas giant and the biggest planet in the Solar System</a:t>
            </a:r>
            <a:endParaRPr sz="1600"/>
          </a:p>
        </p:txBody>
      </p:sp>
      <p:sp>
        <p:nvSpPr>
          <p:cNvPr id="657" name="Google Shape;657;p41"/>
          <p:cNvSpPr txBox="1"/>
          <p:nvPr>
            <p:ph type="title"/>
          </p:nvPr>
        </p:nvSpPr>
        <p:spPr>
          <a:xfrm flipH="1">
            <a:off x="5143728" y="1375265"/>
            <a:ext cx="3279900" cy="50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3600"/>
              <a:t>256</a:t>
            </a:r>
            <a:endParaRPr sz="3600"/>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661" name="Shape 661"/>
        <p:cNvGrpSpPr/>
        <p:nvPr/>
      </p:nvGrpSpPr>
      <p:grpSpPr>
        <a:xfrm>
          <a:off x="0" y="0"/>
          <a:ext cx="0" cy="0"/>
          <a:chOff x="0" y="0"/>
          <a:chExt cx="0" cy="0"/>
        </a:xfrm>
      </p:grpSpPr>
      <p:sp>
        <p:nvSpPr>
          <p:cNvPr id="662" name="Google Shape;662;p42"/>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rPr>
              <a:t>Discussion</a:t>
            </a:r>
            <a:endParaRPr>
              <a:solidFill>
                <a:schemeClr val="lt2"/>
              </a:solidFill>
            </a:endParaRPr>
          </a:p>
        </p:txBody>
      </p:sp>
      <p:sp>
        <p:nvSpPr>
          <p:cNvPr id="663" name="Google Shape;663;p42"/>
          <p:cNvSpPr txBox="1"/>
          <p:nvPr>
            <p:ph idx="2" type="ctrTitle"/>
          </p:nvPr>
        </p:nvSpPr>
        <p:spPr>
          <a:xfrm flipH="1">
            <a:off x="2109000" y="1126860"/>
            <a:ext cx="4935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Dr. John Doe</a:t>
            </a:r>
            <a:endParaRPr/>
          </a:p>
        </p:txBody>
      </p:sp>
      <p:sp>
        <p:nvSpPr>
          <p:cNvPr id="664" name="Google Shape;664;p42"/>
          <p:cNvSpPr txBox="1"/>
          <p:nvPr>
            <p:ph idx="3" type="ctrTitle"/>
          </p:nvPr>
        </p:nvSpPr>
        <p:spPr>
          <a:xfrm flipH="1">
            <a:off x="2099403" y="2283434"/>
            <a:ext cx="4935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Dr. Timmy Jimmy</a:t>
            </a:r>
            <a:endParaRPr/>
          </a:p>
        </p:txBody>
      </p:sp>
      <p:pic>
        <p:nvPicPr>
          <p:cNvPr id="665" name="Google Shape;665;p42"/>
          <p:cNvPicPr preferRelativeResize="0"/>
          <p:nvPr/>
        </p:nvPicPr>
        <p:blipFill rotWithShape="1">
          <a:blip r:embed="rId3">
            <a:alphaModFix/>
          </a:blip>
          <a:srcRect b="34987" l="36128" r="29411" t="4501"/>
          <a:stretch/>
        </p:blipFill>
        <p:spPr>
          <a:xfrm>
            <a:off x="7196700" y="1087074"/>
            <a:ext cx="1227000" cy="1212000"/>
          </a:xfrm>
          <a:prstGeom prst="ellipse">
            <a:avLst/>
          </a:prstGeom>
          <a:noFill/>
          <a:ln>
            <a:noFill/>
          </a:ln>
        </p:spPr>
      </p:pic>
      <p:pic>
        <p:nvPicPr>
          <p:cNvPr id="666" name="Google Shape;666;p42"/>
          <p:cNvPicPr preferRelativeResize="0"/>
          <p:nvPr/>
        </p:nvPicPr>
        <p:blipFill rotWithShape="1">
          <a:blip r:embed="rId4">
            <a:alphaModFix/>
          </a:blip>
          <a:srcRect b="49259" l="38350" r="38350" t="9827"/>
          <a:stretch/>
        </p:blipFill>
        <p:spPr>
          <a:xfrm>
            <a:off x="719988" y="2243649"/>
            <a:ext cx="1227000" cy="1212000"/>
          </a:xfrm>
          <a:prstGeom prst="ellipse">
            <a:avLst/>
          </a:prstGeom>
          <a:noFill/>
          <a:ln>
            <a:noFill/>
          </a:ln>
        </p:spPr>
      </p:pic>
      <p:sp>
        <p:nvSpPr>
          <p:cNvPr id="667" name="Google Shape;667;p42"/>
          <p:cNvSpPr txBox="1"/>
          <p:nvPr>
            <p:ph idx="1" type="subTitle"/>
          </p:nvPr>
        </p:nvSpPr>
        <p:spPr>
          <a:xfrm flipH="1">
            <a:off x="3549600" y="1614300"/>
            <a:ext cx="3494700" cy="64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t>
            </a:r>
            <a:r>
              <a:rPr lang="en"/>
              <a:t>Despite being red, Mars is actually a cold place. It’s full of iron oxide dust”</a:t>
            </a:r>
            <a:endParaRPr/>
          </a:p>
        </p:txBody>
      </p:sp>
      <p:sp>
        <p:nvSpPr>
          <p:cNvPr id="668" name="Google Shape;668;p42"/>
          <p:cNvSpPr txBox="1"/>
          <p:nvPr>
            <p:ph idx="4" type="subTitle"/>
          </p:nvPr>
        </p:nvSpPr>
        <p:spPr>
          <a:xfrm flipH="1">
            <a:off x="2099550" y="2770875"/>
            <a:ext cx="3494700" cy="64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Venus has a beautiful name and is the second planet from the Sun”</a:t>
            </a:r>
            <a:endParaRPr/>
          </a:p>
        </p:txBody>
      </p:sp>
      <p:sp>
        <p:nvSpPr>
          <p:cNvPr id="669" name="Google Shape;669;p42"/>
          <p:cNvSpPr txBox="1"/>
          <p:nvPr>
            <p:ph idx="6" type="subTitle"/>
          </p:nvPr>
        </p:nvSpPr>
        <p:spPr>
          <a:xfrm flipH="1">
            <a:off x="3549600" y="3927450"/>
            <a:ext cx="3494700" cy="64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t>
            </a:r>
            <a:r>
              <a:rPr lang="en"/>
              <a:t>Mercury is the closest planet to the Sun and the smallest one in the Solar System”</a:t>
            </a:r>
            <a:endParaRPr/>
          </a:p>
        </p:txBody>
      </p:sp>
      <p:sp>
        <p:nvSpPr>
          <p:cNvPr id="670" name="Google Shape;670;p42"/>
          <p:cNvSpPr txBox="1"/>
          <p:nvPr>
            <p:ph idx="5" type="ctrTitle"/>
          </p:nvPr>
        </p:nvSpPr>
        <p:spPr>
          <a:xfrm flipH="1">
            <a:off x="2109000" y="3440009"/>
            <a:ext cx="4935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Dr. Jenna Patterson</a:t>
            </a:r>
            <a:endParaRPr/>
          </a:p>
        </p:txBody>
      </p:sp>
      <p:pic>
        <p:nvPicPr>
          <p:cNvPr id="671" name="Google Shape;671;p42"/>
          <p:cNvPicPr preferRelativeResize="0"/>
          <p:nvPr/>
        </p:nvPicPr>
        <p:blipFill rotWithShape="1">
          <a:blip r:embed="rId5">
            <a:alphaModFix/>
          </a:blip>
          <a:srcRect b="22172" l="54028" r="1648" t="0"/>
          <a:stretch/>
        </p:blipFill>
        <p:spPr>
          <a:xfrm>
            <a:off x="7196700" y="3360449"/>
            <a:ext cx="1227000" cy="1212000"/>
          </a:xfrm>
          <a:prstGeom prst="ellipse">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675" name="Shape 675"/>
        <p:cNvGrpSpPr/>
        <p:nvPr/>
      </p:nvGrpSpPr>
      <p:grpSpPr>
        <a:xfrm>
          <a:off x="0" y="0"/>
          <a:ext cx="0" cy="0"/>
          <a:chOff x="0" y="0"/>
          <a:chExt cx="0" cy="0"/>
        </a:xfrm>
      </p:grpSpPr>
      <p:sp>
        <p:nvSpPr>
          <p:cNvPr id="676" name="Google Shape;676;p43"/>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rPr>
              <a:t>Comparison</a:t>
            </a:r>
            <a:endParaRPr>
              <a:solidFill>
                <a:schemeClr val="lt2"/>
              </a:solidFill>
            </a:endParaRPr>
          </a:p>
        </p:txBody>
      </p:sp>
      <p:sp>
        <p:nvSpPr>
          <p:cNvPr id="677" name="Google Shape;677;p43"/>
          <p:cNvSpPr txBox="1"/>
          <p:nvPr>
            <p:ph idx="4294967295" type="subTitle"/>
          </p:nvPr>
        </p:nvSpPr>
        <p:spPr>
          <a:xfrm flipH="1">
            <a:off x="719998" y="4154434"/>
            <a:ext cx="3992100" cy="577800"/>
          </a:xfrm>
          <a:prstGeom prst="rect">
            <a:avLst/>
          </a:prstGeom>
        </p:spPr>
        <p:txBody>
          <a:bodyPr anchorCtr="0" anchor="ctr" bIns="0" lIns="91425" spcFirstLastPara="1" rIns="91425" wrap="square" tIns="180000">
            <a:noAutofit/>
          </a:bodyPr>
          <a:lstStyle/>
          <a:p>
            <a:pPr indent="0" lvl="0" marL="0" rtl="0" algn="l">
              <a:lnSpc>
                <a:spcPct val="100000"/>
              </a:lnSpc>
              <a:spcBef>
                <a:spcPts val="0"/>
              </a:spcBef>
              <a:spcAft>
                <a:spcPts val="1600"/>
              </a:spcAft>
              <a:buNone/>
            </a:pPr>
            <a:r>
              <a:rPr lang="en" sz="1400"/>
              <a:t>To modify this graph, click on it, follow the link, change the data and paste the new graph here</a:t>
            </a:r>
            <a:endParaRPr sz="1400"/>
          </a:p>
        </p:txBody>
      </p:sp>
      <p:sp>
        <p:nvSpPr>
          <p:cNvPr id="678" name="Google Shape;678;p43"/>
          <p:cNvSpPr txBox="1"/>
          <p:nvPr>
            <p:ph idx="4294967295" type="subTitle"/>
          </p:nvPr>
        </p:nvSpPr>
        <p:spPr>
          <a:xfrm flipH="1">
            <a:off x="5143632" y="1903995"/>
            <a:ext cx="32799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600"/>
              <a:t>Saturn is a gas giant, composed mostly of hydrogen and helium</a:t>
            </a:r>
            <a:endParaRPr sz="1600"/>
          </a:p>
        </p:txBody>
      </p:sp>
      <p:sp>
        <p:nvSpPr>
          <p:cNvPr id="679" name="Google Shape;679;p43"/>
          <p:cNvSpPr txBox="1"/>
          <p:nvPr>
            <p:ph idx="4294967295" type="title"/>
          </p:nvPr>
        </p:nvSpPr>
        <p:spPr>
          <a:xfrm flipH="1">
            <a:off x="5143798" y="2853712"/>
            <a:ext cx="3279900" cy="502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chemeClr val="lt2"/>
                </a:solidFill>
              </a:rPr>
              <a:t>After treatment</a:t>
            </a:r>
            <a:endParaRPr sz="1800">
              <a:solidFill>
                <a:schemeClr val="lt2"/>
              </a:solidFill>
            </a:endParaRPr>
          </a:p>
        </p:txBody>
      </p:sp>
      <p:sp>
        <p:nvSpPr>
          <p:cNvPr id="680" name="Google Shape;680;p43"/>
          <p:cNvSpPr txBox="1"/>
          <p:nvPr>
            <p:ph idx="4294967295" type="subTitle"/>
          </p:nvPr>
        </p:nvSpPr>
        <p:spPr>
          <a:xfrm flipH="1">
            <a:off x="5143702" y="3245203"/>
            <a:ext cx="32799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600"/>
              <a:t>Jupiter is a gas giant and the biggest planet in the Solar System</a:t>
            </a:r>
            <a:endParaRPr sz="1600"/>
          </a:p>
        </p:txBody>
      </p:sp>
      <p:sp>
        <p:nvSpPr>
          <p:cNvPr id="681" name="Google Shape;681;p43"/>
          <p:cNvSpPr txBox="1"/>
          <p:nvPr>
            <p:ph type="title"/>
          </p:nvPr>
        </p:nvSpPr>
        <p:spPr>
          <a:xfrm flipH="1">
            <a:off x="5143728" y="1501562"/>
            <a:ext cx="3279900" cy="502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t/>
            </a:r>
            <a:endParaRPr sz="1800"/>
          </a:p>
          <a:p>
            <a:pPr indent="0" lvl="0" marL="0" rtl="0" algn="r">
              <a:spcBef>
                <a:spcPts val="0"/>
              </a:spcBef>
              <a:spcAft>
                <a:spcPts val="0"/>
              </a:spcAft>
              <a:buNone/>
            </a:pPr>
            <a:r>
              <a:rPr lang="en" sz="1800"/>
              <a:t>Before treatment</a:t>
            </a:r>
            <a:endParaRPr sz="1800"/>
          </a:p>
        </p:txBody>
      </p:sp>
      <p:pic>
        <p:nvPicPr>
          <p:cNvPr id="682" name="Google Shape;682;p43" title="Gráfico">
            <a:hlinkClick r:id="rId3"/>
          </p:cNvPr>
          <p:cNvPicPr preferRelativeResize="0"/>
          <p:nvPr/>
        </p:nvPicPr>
        <p:blipFill>
          <a:blip r:embed="rId4">
            <a:alphaModFix/>
          </a:blip>
          <a:stretch>
            <a:fillRect/>
          </a:stretch>
        </p:blipFill>
        <p:spPr>
          <a:xfrm>
            <a:off x="713363" y="1269307"/>
            <a:ext cx="3992100" cy="258669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686" name="Shape 686"/>
        <p:cNvGrpSpPr/>
        <p:nvPr/>
      </p:nvGrpSpPr>
      <p:grpSpPr>
        <a:xfrm>
          <a:off x="0" y="0"/>
          <a:ext cx="0" cy="0"/>
          <a:chOff x="0" y="0"/>
          <a:chExt cx="0" cy="0"/>
        </a:xfrm>
      </p:grpSpPr>
      <p:sp>
        <p:nvSpPr>
          <p:cNvPr id="687" name="Google Shape;687;p44"/>
          <p:cNvSpPr/>
          <p:nvPr/>
        </p:nvSpPr>
        <p:spPr>
          <a:xfrm rot="4746173">
            <a:off x="1472859" y="1237839"/>
            <a:ext cx="629205" cy="63933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4"/>
          <p:cNvSpPr/>
          <p:nvPr/>
        </p:nvSpPr>
        <p:spPr>
          <a:xfrm rot="4746173">
            <a:off x="4228821" y="1237839"/>
            <a:ext cx="629205" cy="63933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4"/>
          <p:cNvSpPr/>
          <p:nvPr/>
        </p:nvSpPr>
        <p:spPr>
          <a:xfrm rot="4746173">
            <a:off x="6984821" y="1237839"/>
            <a:ext cx="629205" cy="63933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4"/>
          <p:cNvSpPr/>
          <p:nvPr/>
        </p:nvSpPr>
        <p:spPr>
          <a:xfrm rot="4746173">
            <a:off x="1472859" y="3170714"/>
            <a:ext cx="629205" cy="63933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4"/>
          <p:cNvSpPr/>
          <p:nvPr/>
        </p:nvSpPr>
        <p:spPr>
          <a:xfrm rot="4746173">
            <a:off x="4228821" y="3170714"/>
            <a:ext cx="629205" cy="63933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4"/>
          <p:cNvSpPr/>
          <p:nvPr/>
        </p:nvSpPr>
        <p:spPr>
          <a:xfrm rot="4746173">
            <a:off x="6984821" y="3170714"/>
            <a:ext cx="629205" cy="639333"/>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4"/>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rPr>
              <a:t>Diagnosis</a:t>
            </a:r>
            <a:endParaRPr>
              <a:solidFill>
                <a:schemeClr val="lt2"/>
              </a:solidFill>
            </a:endParaRPr>
          </a:p>
        </p:txBody>
      </p:sp>
      <p:sp>
        <p:nvSpPr>
          <p:cNvPr id="694" name="Google Shape;694;p44"/>
          <p:cNvSpPr txBox="1"/>
          <p:nvPr>
            <p:ph idx="1" type="subTitle"/>
          </p:nvPr>
        </p:nvSpPr>
        <p:spPr>
          <a:xfrm>
            <a:off x="719750" y="1429113"/>
            <a:ext cx="2192100" cy="345600"/>
          </a:xfrm>
          <a:prstGeom prst="rect">
            <a:avLst/>
          </a:prstGeom>
        </p:spPr>
        <p:txBody>
          <a:bodyPr anchorCtr="0" anchor="ctr" bIns="0" lIns="91425" spcFirstLastPara="1" rIns="91425" wrap="square" tIns="126000">
            <a:noAutofit/>
          </a:bodyPr>
          <a:lstStyle/>
          <a:p>
            <a:pPr indent="0" lvl="0" marL="0" rtl="0" algn="ctr">
              <a:spcBef>
                <a:spcPts val="0"/>
              </a:spcBef>
              <a:spcAft>
                <a:spcPts val="1600"/>
              </a:spcAft>
              <a:buNone/>
            </a:pPr>
            <a:r>
              <a:rPr lang="en" sz="1900">
                <a:solidFill>
                  <a:schemeClr val="lt1"/>
                </a:solidFill>
              </a:rPr>
              <a:t>A.</a:t>
            </a:r>
            <a:endParaRPr sz="1900">
              <a:solidFill>
                <a:schemeClr val="lt1"/>
              </a:solidFill>
            </a:endParaRPr>
          </a:p>
        </p:txBody>
      </p:sp>
      <p:sp>
        <p:nvSpPr>
          <p:cNvPr id="695" name="Google Shape;695;p44"/>
          <p:cNvSpPr txBox="1"/>
          <p:nvPr>
            <p:ph idx="2" type="subTitle"/>
          </p:nvPr>
        </p:nvSpPr>
        <p:spPr>
          <a:xfrm>
            <a:off x="719750" y="1972925"/>
            <a:ext cx="2192100" cy="69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500"/>
              <a:t>Despite being red, Mars is actually a cold place</a:t>
            </a:r>
            <a:endParaRPr sz="1500"/>
          </a:p>
        </p:txBody>
      </p:sp>
      <p:sp>
        <p:nvSpPr>
          <p:cNvPr id="696" name="Google Shape;696;p44"/>
          <p:cNvSpPr txBox="1"/>
          <p:nvPr>
            <p:ph idx="3" type="subTitle"/>
          </p:nvPr>
        </p:nvSpPr>
        <p:spPr>
          <a:xfrm>
            <a:off x="3475713" y="1429113"/>
            <a:ext cx="2192100" cy="345600"/>
          </a:xfrm>
          <a:prstGeom prst="rect">
            <a:avLst/>
          </a:prstGeom>
        </p:spPr>
        <p:txBody>
          <a:bodyPr anchorCtr="0" anchor="ctr" bIns="0" lIns="91425" spcFirstLastPara="1" rIns="91425" wrap="square" tIns="126000">
            <a:noAutofit/>
          </a:bodyPr>
          <a:lstStyle/>
          <a:p>
            <a:pPr indent="0" lvl="0" marL="0" rtl="0" algn="ctr">
              <a:spcBef>
                <a:spcPts val="0"/>
              </a:spcBef>
              <a:spcAft>
                <a:spcPts val="1600"/>
              </a:spcAft>
              <a:buNone/>
            </a:pPr>
            <a:r>
              <a:rPr lang="en" sz="1900">
                <a:solidFill>
                  <a:schemeClr val="dk2"/>
                </a:solidFill>
              </a:rPr>
              <a:t>B.</a:t>
            </a:r>
            <a:endParaRPr sz="1900">
              <a:solidFill>
                <a:schemeClr val="dk2"/>
              </a:solidFill>
            </a:endParaRPr>
          </a:p>
        </p:txBody>
      </p:sp>
      <p:sp>
        <p:nvSpPr>
          <p:cNvPr id="697" name="Google Shape;697;p44"/>
          <p:cNvSpPr txBox="1"/>
          <p:nvPr>
            <p:ph idx="4" type="subTitle"/>
          </p:nvPr>
        </p:nvSpPr>
        <p:spPr>
          <a:xfrm>
            <a:off x="3475713" y="1972925"/>
            <a:ext cx="2192100" cy="69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500"/>
              <a:t>Mercury was named after a Roman god</a:t>
            </a:r>
            <a:endParaRPr sz="1500"/>
          </a:p>
        </p:txBody>
      </p:sp>
      <p:sp>
        <p:nvSpPr>
          <p:cNvPr id="698" name="Google Shape;698;p44"/>
          <p:cNvSpPr txBox="1"/>
          <p:nvPr>
            <p:ph idx="5" type="subTitle"/>
          </p:nvPr>
        </p:nvSpPr>
        <p:spPr>
          <a:xfrm>
            <a:off x="6231675" y="1429113"/>
            <a:ext cx="2192100" cy="345600"/>
          </a:xfrm>
          <a:prstGeom prst="rect">
            <a:avLst/>
          </a:prstGeom>
        </p:spPr>
        <p:txBody>
          <a:bodyPr anchorCtr="0" anchor="ctr" bIns="0" lIns="91425" spcFirstLastPara="1" rIns="91425" wrap="square" tIns="126000">
            <a:noAutofit/>
          </a:bodyPr>
          <a:lstStyle/>
          <a:p>
            <a:pPr indent="0" lvl="0" marL="0" rtl="0" algn="ctr">
              <a:spcBef>
                <a:spcPts val="0"/>
              </a:spcBef>
              <a:spcAft>
                <a:spcPts val="1600"/>
              </a:spcAft>
              <a:buNone/>
            </a:pPr>
            <a:r>
              <a:rPr lang="en" sz="1900">
                <a:solidFill>
                  <a:schemeClr val="lt1"/>
                </a:solidFill>
              </a:rPr>
              <a:t>C.</a:t>
            </a:r>
            <a:endParaRPr sz="1900">
              <a:solidFill>
                <a:schemeClr val="lt1"/>
              </a:solidFill>
            </a:endParaRPr>
          </a:p>
        </p:txBody>
      </p:sp>
      <p:sp>
        <p:nvSpPr>
          <p:cNvPr id="699" name="Google Shape;699;p44"/>
          <p:cNvSpPr txBox="1"/>
          <p:nvPr>
            <p:ph idx="6" type="subTitle"/>
          </p:nvPr>
        </p:nvSpPr>
        <p:spPr>
          <a:xfrm>
            <a:off x="6231675" y="1972925"/>
            <a:ext cx="2192100" cy="69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500"/>
              <a:t>Venus is the second planet from the Sun</a:t>
            </a:r>
            <a:endParaRPr sz="1500"/>
          </a:p>
        </p:txBody>
      </p:sp>
      <p:sp>
        <p:nvSpPr>
          <p:cNvPr id="700" name="Google Shape;700;p44"/>
          <p:cNvSpPr txBox="1"/>
          <p:nvPr>
            <p:ph idx="7" type="subTitle"/>
          </p:nvPr>
        </p:nvSpPr>
        <p:spPr>
          <a:xfrm>
            <a:off x="719750" y="3368788"/>
            <a:ext cx="2192100" cy="345600"/>
          </a:xfrm>
          <a:prstGeom prst="rect">
            <a:avLst/>
          </a:prstGeom>
        </p:spPr>
        <p:txBody>
          <a:bodyPr anchorCtr="0" anchor="ctr" bIns="0" lIns="91425" spcFirstLastPara="1" rIns="91425" wrap="square" tIns="126000">
            <a:noAutofit/>
          </a:bodyPr>
          <a:lstStyle/>
          <a:p>
            <a:pPr indent="0" lvl="0" marL="0" rtl="0" algn="ctr">
              <a:spcBef>
                <a:spcPts val="0"/>
              </a:spcBef>
              <a:spcAft>
                <a:spcPts val="1600"/>
              </a:spcAft>
              <a:buNone/>
            </a:pPr>
            <a:r>
              <a:rPr lang="en" sz="1900">
                <a:solidFill>
                  <a:schemeClr val="dk2"/>
                </a:solidFill>
              </a:rPr>
              <a:t>D.</a:t>
            </a:r>
            <a:endParaRPr sz="1900">
              <a:solidFill>
                <a:schemeClr val="dk2"/>
              </a:solidFill>
            </a:endParaRPr>
          </a:p>
        </p:txBody>
      </p:sp>
      <p:sp>
        <p:nvSpPr>
          <p:cNvPr id="701" name="Google Shape;701;p44"/>
          <p:cNvSpPr txBox="1"/>
          <p:nvPr>
            <p:ph idx="8" type="subTitle"/>
          </p:nvPr>
        </p:nvSpPr>
        <p:spPr>
          <a:xfrm>
            <a:off x="719750" y="3912600"/>
            <a:ext cx="2192100" cy="69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500"/>
              <a:t>Jupiter is the biggest planet and a gas giant</a:t>
            </a:r>
            <a:endParaRPr sz="1500"/>
          </a:p>
        </p:txBody>
      </p:sp>
      <p:sp>
        <p:nvSpPr>
          <p:cNvPr id="702" name="Google Shape;702;p44"/>
          <p:cNvSpPr txBox="1"/>
          <p:nvPr>
            <p:ph idx="9" type="subTitle"/>
          </p:nvPr>
        </p:nvSpPr>
        <p:spPr>
          <a:xfrm>
            <a:off x="3475713" y="3368788"/>
            <a:ext cx="2192100" cy="345600"/>
          </a:xfrm>
          <a:prstGeom prst="rect">
            <a:avLst/>
          </a:prstGeom>
        </p:spPr>
        <p:txBody>
          <a:bodyPr anchorCtr="0" anchor="ctr" bIns="0" lIns="91425" spcFirstLastPara="1" rIns="91425" wrap="square" tIns="126000">
            <a:noAutofit/>
          </a:bodyPr>
          <a:lstStyle/>
          <a:p>
            <a:pPr indent="0" lvl="0" marL="0" rtl="0" algn="ctr">
              <a:spcBef>
                <a:spcPts val="0"/>
              </a:spcBef>
              <a:spcAft>
                <a:spcPts val="1600"/>
              </a:spcAft>
              <a:buNone/>
            </a:pPr>
            <a:r>
              <a:rPr lang="en" sz="1900"/>
              <a:t>E.</a:t>
            </a:r>
            <a:endParaRPr sz="1900"/>
          </a:p>
        </p:txBody>
      </p:sp>
      <p:sp>
        <p:nvSpPr>
          <p:cNvPr id="703" name="Google Shape;703;p44"/>
          <p:cNvSpPr txBox="1"/>
          <p:nvPr>
            <p:ph idx="13" type="subTitle"/>
          </p:nvPr>
        </p:nvSpPr>
        <p:spPr>
          <a:xfrm>
            <a:off x="3475713" y="3912600"/>
            <a:ext cx="2192100" cy="69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500"/>
              <a:t>Saturn is composed of hydrogen and helium</a:t>
            </a:r>
            <a:endParaRPr sz="1500"/>
          </a:p>
        </p:txBody>
      </p:sp>
      <p:sp>
        <p:nvSpPr>
          <p:cNvPr id="704" name="Google Shape;704;p44"/>
          <p:cNvSpPr txBox="1"/>
          <p:nvPr>
            <p:ph idx="14" type="subTitle"/>
          </p:nvPr>
        </p:nvSpPr>
        <p:spPr>
          <a:xfrm>
            <a:off x="6231675" y="3368788"/>
            <a:ext cx="2192100" cy="345600"/>
          </a:xfrm>
          <a:prstGeom prst="rect">
            <a:avLst/>
          </a:prstGeom>
        </p:spPr>
        <p:txBody>
          <a:bodyPr anchorCtr="0" anchor="ctr" bIns="0" lIns="91425" spcFirstLastPara="1" rIns="91425" wrap="square" tIns="126000">
            <a:noAutofit/>
          </a:bodyPr>
          <a:lstStyle/>
          <a:p>
            <a:pPr indent="0" lvl="0" marL="0" rtl="0" algn="ctr">
              <a:spcBef>
                <a:spcPts val="0"/>
              </a:spcBef>
              <a:spcAft>
                <a:spcPts val="1600"/>
              </a:spcAft>
              <a:buNone/>
            </a:pPr>
            <a:r>
              <a:rPr lang="en" sz="1900">
                <a:solidFill>
                  <a:schemeClr val="dk2"/>
                </a:solidFill>
              </a:rPr>
              <a:t>F.</a:t>
            </a:r>
            <a:endParaRPr sz="1900">
              <a:solidFill>
                <a:schemeClr val="dk2"/>
              </a:solidFill>
            </a:endParaRPr>
          </a:p>
        </p:txBody>
      </p:sp>
      <p:sp>
        <p:nvSpPr>
          <p:cNvPr id="705" name="Google Shape;705;p44"/>
          <p:cNvSpPr txBox="1"/>
          <p:nvPr>
            <p:ph idx="15" type="subTitle"/>
          </p:nvPr>
        </p:nvSpPr>
        <p:spPr>
          <a:xfrm>
            <a:off x="6231675" y="3912600"/>
            <a:ext cx="2192100" cy="69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500"/>
              <a:t>Neptune is the farthest planet from the Sun</a:t>
            </a:r>
            <a:endParaRPr sz="1500"/>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709" name="Shape 709"/>
        <p:cNvGrpSpPr/>
        <p:nvPr/>
      </p:nvGrpSpPr>
      <p:grpSpPr>
        <a:xfrm>
          <a:off x="0" y="0"/>
          <a:ext cx="0" cy="0"/>
          <a:chOff x="0" y="0"/>
          <a:chExt cx="0" cy="0"/>
        </a:xfrm>
      </p:grpSpPr>
      <p:grpSp>
        <p:nvGrpSpPr>
          <p:cNvPr id="710" name="Google Shape;710;p45"/>
          <p:cNvGrpSpPr/>
          <p:nvPr/>
        </p:nvGrpSpPr>
        <p:grpSpPr>
          <a:xfrm>
            <a:off x="2435423" y="2097324"/>
            <a:ext cx="5098704" cy="2280560"/>
            <a:chOff x="2435423" y="2097324"/>
            <a:chExt cx="5098704" cy="2280560"/>
          </a:xfrm>
        </p:grpSpPr>
        <p:sp>
          <p:nvSpPr>
            <p:cNvPr id="711" name="Google Shape;711;p45"/>
            <p:cNvSpPr/>
            <p:nvPr/>
          </p:nvSpPr>
          <p:spPr>
            <a:xfrm rot="4746116">
              <a:off x="3258139" y="3435163"/>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5"/>
            <p:cNvSpPr/>
            <p:nvPr/>
          </p:nvSpPr>
          <p:spPr>
            <a:xfrm rot="4746116">
              <a:off x="2459664" y="2117801"/>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5"/>
            <p:cNvSpPr/>
            <p:nvPr/>
          </p:nvSpPr>
          <p:spPr>
            <a:xfrm rot="4746116">
              <a:off x="3258139" y="2117801"/>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5"/>
            <p:cNvSpPr/>
            <p:nvPr/>
          </p:nvSpPr>
          <p:spPr>
            <a:xfrm rot="4746116">
              <a:off x="4056614" y="2117801"/>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5"/>
            <p:cNvSpPr/>
            <p:nvPr/>
          </p:nvSpPr>
          <p:spPr>
            <a:xfrm rot="4746116">
              <a:off x="4855089" y="2117801"/>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5"/>
            <p:cNvSpPr/>
            <p:nvPr/>
          </p:nvSpPr>
          <p:spPr>
            <a:xfrm rot="4746116">
              <a:off x="5653564" y="2117801"/>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5"/>
            <p:cNvSpPr/>
            <p:nvPr/>
          </p:nvSpPr>
          <p:spPr>
            <a:xfrm rot="4746116">
              <a:off x="6452039" y="2117801"/>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5"/>
            <p:cNvSpPr/>
            <p:nvPr/>
          </p:nvSpPr>
          <p:spPr>
            <a:xfrm rot="4746116">
              <a:off x="7250514" y="2117801"/>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5"/>
            <p:cNvSpPr/>
            <p:nvPr/>
          </p:nvSpPr>
          <p:spPr>
            <a:xfrm rot="4746116">
              <a:off x="2459664" y="277648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5"/>
            <p:cNvSpPr/>
            <p:nvPr/>
          </p:nvSpPr>
          <p:spPr>
            <a:xfrm rot="4746116">
              <a:off x="3258139" y="277648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5"/>
            <p:cNvSpPr/>
            <p:nvPr/>
          </p:nvSpPr>
          <p:spPr>
            <a:xfrm rot="4746116">
              <a:off x="4056614" y="277648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5"/>
            <p:cNvSpPr/>
            <p:nvPr/>
          </p:nvSpPr>
          <p:spPr>
            <a:xfrm rot="4746116">
              <a:off x="4855089" y="277648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5"/>
            <p:cNvSpPr/>
            <p:nvPr/>
          </p:nvSpPr>
          <p:spPr>
            <a:xfrm rot="4746116">
              <a:off x="5653564" y="277648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5"/>
            <p:cNvSpPr/>
            <p:nvPr/>
          </p:nvSpPr>
          <p:spPr>
            <a:xfrm rot="4746116">
              <a:off x="6452039" y="277648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5"/>
            <p:cNvSpPr/>
            <p:nvPr/>
          </p:nvSpPr>
          <p:spPr>
            <a:xfrm rot="4746116">
              <a:off x="7250514" y="277648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5"/>
            <p:cNvSpPr/>
            <p:nvPr/>
          </p:nvSpPr>
          <p:spPr>
            <a:xfrm rot="4746116">
              <a:off x="2459664" y="3435163"/>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5"/>
            <p:cNvSpPr/>
            <p:nvPr/>
          </p:nvSpPr>
          <p:spPr>
            <a:xfrm rot="4746116">
              <a:off x="4056614" y="3435163"/>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5"/>
            <p:cNvSpPr/>
            <p:nvPr/>
          </p:nvSpPr>
          <p:spPr>
            <a:xfrm rot="4746116">
              <a:off x="4855089" y="3435163"/>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5"/>
            <p:cNvSpPr/>
            <p:nvPr/>
          </p:nvSpPr>
          <p:spPr>
            <a:xfrm rot="4746116">
              <a:off x="5653564" y="3435163"/>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5"/>
            <p:cNvSpPr/>
            <p:nvPr/>
          </p:nvSpPr>
          <p:spPr>
            <a:xfrm rot="4746116">
              <a:off x="6452039" y="3435163"/>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5"/>
            <p:cNvSpPr/>
            <p:nvPr/>
          </p:nvSpPr>
          <p:spPr>
            <a:xfrm rot="4746116">
              <a:off x="7250514" y="3435163"/>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5"/>
            <p:cNvSpPr/>
            <p:nvPr/>
          </p:nvSpPr>
          <p:spPr>
            <a:xfrm rot="4746116">
              <a:off x="2459664" y="409383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5"/>
            <p:cNvSpPr/>
            <p:nvPr/>
          </p:nvSpPr>
          <p:spPr>
            <a:xfrm rot="4746116">
              <a:off x="3258139" y="409383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5"/>
            <p:cNvSpPr/>
            <p:nvPr/>
          </p:nvSpPr>
          <p:spPr>
            <a:xfrm rot="4746116">
              <a:off x="4056614" y="409383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5"/>
            <p:cNvSpPr/>
            <p:nvPr/>
          </p:nvSpPr>
          <p:spPr>
            <a:xfrm rot="4746116">
              <a:off x="4855089" y="409383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5"/>
            <p:cNvSpPr/>
            <p:nvPr/>
          </p:nvSpPr>
          <p:spPr>
            <a:xfrm rot="4746116">
              <a:off x="5653564" y="409383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5"/>
            <p:cNvSpPr/>
            <p:nvPr/>
          </p:nvSpPr>
          <p:spPr>
            <a:xfrm rot="4746116">
              <a:off x="6452039" y="409383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5"/>
            <p:cNvSpPr/>
            <p:nvPr/>
          </p:nvSpPr>
          <p:spPr>
            <a:xfrm rot="4746116">
              <a:off x="7250514" y="4093838"/>
              <a:ext cx="259373" cy="263569"/>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 name="Google Shape;739;p45"/>
          <p:cNvSpPr txBox="1"/>
          <p:nvPr/>
        </p:nvSpPr>
        <p:spPr>
          <a:xfrm flipH="1">
            <a:off x="968355" y="2024300"/>
            <a:ext cx="1025100" cy="450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Barlow Light"/>
                <a:ea typeface="Barlow Light"/>
                <a:cs typeface="Barlow Light"/>
                <a:sym typeface="Barlow Light"/>
              </a:rPr>
              <a:t>Week 1</a:t>
            </a:r>
            <a:endParaRPr sz="1600">
              <a:solidFill>
                <a:schemeClr val="dk1"/>
              </a:solidFill>
              <a:latin typeface="Barlow Light"/>
              <a:ea typeface="Barlow Light"/>
              <a:cs typeface="Barlow Light"/>
              <a:sym typeface="Barlow Light"/>
            </a:endParaRPr>
          </a:p>
        </p:txBody>
      </p:sp>
      <p:sp>
        <p:nvSpPr>
          <p:cNvPr id="740" name="Google Shape;740;p45"/>
          <p:cNvSpPr txBox="1"/>
          <p:nvPr/>
        </p:nvSpPr>
        <p:spPr>
          <a:xfrm flipH="1">
            <a:off x="968355" y="2682984"/>
            <a:ext cx="1025100" cy="450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Barlow Light"/>
                <a:ea typeface="Barlow Light"/>
                <a:cs typeface="Barlow Light"/>
                <a:sym typeface="Barlow Light"/>
              </a:rPr>
              <a:t>Week 2</a:t>
            </a:r>
            <a:endParaRPr sz="1600">
              <a:solidFill>
                <a:schemeClr val="dk1"/>
              </a:solidFill>
              <a:latin typeface="Barlow Light"/>
              <a:ea typeface="Barlow Light"/>
              <a:cs typeface="Barlow Light"/>
              <a:sym typeface="Barlow Light"/>
            </a:endParaRPr>
          </a:p>
        </p:txBody>
      </p:sp>
      <p:sp>
        <p:nvSpPr>
          <p:cNvPr id="741" name="Google Shape;741;p45"/>
          <p:cNvSpPr txBox="1"/>
          <p:nvPr/>
        </p:nvSpPr>
        <p:spPr>
          <a:xfrm flipH="1">
            <a:off x="968355" y="3341668"/>
            <a:ext cx="1025100" cy="450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Barlow Light"/>
                <a:ea typeface="Barlow Light"/>
                <a:cs typeface="Barlow Light"/>
                <a:sym typeface="Barlow Light"/>
              </a:rPr>
              <a:t>Week 3</a:t>
            </a:r>
            <a:endParaRPr sz="1600">
              <a:solidFill>
                <a:schemeClr val="dk1"/>
              </a:solidFill>
              <a:latin typeface="Barlow Light"/>
              <a:ea typeface="Barlow Light"/>
              <a:cs typeface="Barlow Light"/>
              <a:sym typeface="Barlow Light"/>
            </a:endParaRPr>
          </a:p>
        </p:txBody>
      </p:sp>
      <p:sp>
        <p:nvSpPr>
          <p:cNvPr id="742" name="Google Shape;742;p45"/>
          <p:cNvSpPr txBox="1"/>
          <p:nvPr/>
        </p:nvSpPr>
        <p:spPr>
          <a:xfrm flipH="1">
            <a:off x="968355" y="4000352"/>
            <a:ext cx="1025100" cy="450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Barlow Light"/>
                <a:ea typeface="Barlow Light"/>
                <a:cs typeface="Barlow Light"/>
                <a:sym typeface="Barlow Light"/>
              </a:rPr>
              <a:t>Week 4</a:t>
            </a:r>
            <a:endParaRPr sz="1600">
              <a:solidFill>
                <a:schemeClr val="dk1"/>
              </a:solidFill>
              <a:latin typeface="Barlow Light"/>
              <a:ea typeface="Barlow Light"/>
              <a:cs typeface="Barlow Light"/>
              <a:sym typeface="Barlow Light"/>
            </a:endParaRPr>
          </a:p>
        </p:txBody>
      </p:sp>
      <p:sp>
        <p:nvSpPr>
          <p:cNvPr id="743" name="Google Shape;743;p45"/>
          <p:cNvSpPr txBox="1"/>
          <p:nvPr/>
        </p:nvSpPr>
        <p:spPr>
          <a:xfrm flipH="1">
            <a:off x="2350255" y="1379125"/>
            <a:ext cx="478200" cy="45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Viga"/>
                <a:ea typeface="Viga"/>
                <a:cs typeface="Viga"/>
                <a:sym typeface="Viga"/>
              </a:rPr>
              <a:t>M</a:t>
            </a:r>
            <a:endParaRPr sz="1600">
              <a:solidFill>
                <a:schemeClr val="dk1"/>
              </a:solidFill>
              <a:latin typeface="Viga"/>
              <a:ea typeface="Viga"/>
              <a:cs typeface="Viga"/>
              <a:sym typeface="Viga"/>
            </a:endParaRPr>
          </a:p>
        </p:txBody>
      </p:sp>
      <p:sp>
        <p:nvSpPr>
          <p:cNvPr id="744" name="Google Shape;744;p45"/>
          <p:cNvSpPr txBox="1"/>
          <p:nvPr/>
        </p:nvSpPr>
        <p:spPr>
          <a:xfrm flipH="1">
            <a:off x="3148723" y="1379125"/>
            <a:ext cx="478200" cy="45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Viga"/>
                <a:ea typeface="Viga"/>
                <a:cs typeface="Viga"/>
                <a:sym typeface="Viga"/>
              </a:rPr>
              <a:t>T</a:t>
            </a:r>
            <a:endParaRPr sz="1600">
              <a:solidFill>
                <a:schemeClr val="dk1"/>
              </a:solidFill>
              <a:latin typeface="Viga"/>
              <a:ea typeface="Viga"/>
              <a:cs typeface="Viga"/>
              <a:sym typeface="Viga"/>
            </a:endParaRPr>
          </a:p>
        </p:txBody>
      </p:sp>
      <p:sp>
        <p:nvSpPr>
          <p:cNvPr id="745" name="Google Shape;745;p45"/>
          <p:cNvSpPr txBox="1"/>
          <p:nvPr/>
        </p:nvSpPr>
        <p:spPr>
          <a:xfrm flipH="1">
            <a:off x="3947191" y="1379125"/>
            <a:ext cx="478200" cy="45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Viga"/>
                <a:ea typeface="Viga"/>
                <a:cs typeface="Viga"/>
                <a:sym typeface="Viga"/>
              </a:rPr>
              <a:t>W</a:t>
            </a:r>
            <a:endParaRPr sz="1600">
              <a:solidFill>
                <a:schemeClr val="dk1"/>
              </a:solidFill>
              <a:latin typeface="Viga"/>
              <a:ea typeface="Viga"/>
              <a:cs typeface="Viga"/>
              <a:sym typeface="Viga"/>
            </a:endParaRPr>
          </a:p>
        </p:txBody>
      </p:sp>
      <p:sp>
        <p:nvSpPr>
          <p:cNvPr id="746" name="Google Shape;746;p45"/>
          <p:cNvSpPr txBox="1"/>
          <p:nvPr/>
        </p:nvSpPr>
        <p:spPr>
          <a:xfrm flipH="1">
            <a:off x="4745659" y="1379125"/>
            <a:ext cx="478200" cy="45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Viga"/>
                <a:ea typeface="Viga"/>
                <a:cs typeface="Viga"/>
                <a:sym typeface="Viga"/>
              </a:rPr>
              <a:t>T</a:t>
            </a:r>
            <a:endParaRPr sz="1600">
              <a:solidFill>
                <a:schemeClr val="dk1"/>
              </a:solidFill>
              <a:latin typeface="Viga"/>
              <a:ea typeface="Viga"/>
              <a:cs typeface="Viga"/>
              <a:sym typeface="Viga"/>
            </a:endParaRPr>
          </a:p>
        </p:txBody>
      </p:sp>
      <p:sp>
        <p:nvSpPr>
          <p:cNvPr id="747" name="Google Shape;747;p45"/>
          <p:cNvSpPr txBox="1"/>
          <p:nvPr/>
        </p:nvSpPr>
        <p:spPr>
          <a:xfrm flipH="1">
            <a:off x="5544127" y="1379125"/>
            <a:ext cx="478200" cy="45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Viga"/>
                <a:ea typeface="Viga"/>
                <a:cs typeface="Viga"/>
                <a:sym typeface="Viga"/>
              </a:rPr>
              <a:t>F</a:t>
            </a:r>
            <a:endParaRPr sz="1600">
              <a:solidFill>
                <a:schemeClr val="dk1"/>
              </a:solidFill>
              <a:latin typeface="Viga"/>
              <a:ea typeface="Viga"/>
              <a:cs typeface="Viga"/>
              <a:sym typeface="Viga"/>
            </a:endParaRPr>
          </a:p>
        </p:txBody>
      </p:sp>
      <p:sp>
        <p:nvSpPr>
          <p:cNvPr id="748" name="Google Shape;748;p45"/>
          <p:cNvSpPr txBox="1"/>
          <p:nvPr/>
        </p:nvSpPr>
        <p:spPr>
          <a:xfrm flipH="1">
            <a:off x="6342595" y="1379125"/>
            <a:ext cx="478200" cy="45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Viga"/>
                <a:ea typeface="Viga"/>
                <a:cs typeface="Viga"/>
                <a:sym typeface="Viga"/>
              </a:rPr>
              <a:t>S</a:t>
            </a:r>
            <a:endParaRPr sz="1600">
              <a:solidFill>
                <a:schemeClr val="dk1"/>
              </a:solidFill>
              <a:latin typeface="Viga"/>
              <a:ea typeface="Viga"/>
              <a:cs typeface="Viga"/>
              <a:sym typeface="Viga"/>
            </a:endParaRPr>
          </a:p>
        </p:txBody>
      </p:sp>
      <p:sp>
        <p:nvSpPr>
          <p:cNvPr id="749" name="Google Shape;749;p45"/>
          <p:cNvSpPr txBox="1"/>
          <p:nvPr/>
        </p:nvSpPr>
        <p:spPr>
          <a:xfrm flipH="1">
            <a:off x="7141063" y="1379125"/>
            <a:ext cx="478200" cy="45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Viga"/>
                <a:ea typeface="Viga"/>
                <a:cs typeface="Viga"/>
                <a:sym typeface="Viga"/>
              </a:rPr>
              <a:t>S</a:t>
            </a:r>
            <a:endParaRPr sz="1600">
              <a:solidFill>
                <a:schemeClr val="dk1"/>
              </a:solidFill>
              <a:latin typeface="Viga"/>
              <a:ea typeface="Viga"/>
              <a:cs typeface="Viga"/>
              <a:sym typeface="Viga"/>
            </a:endParaRPr>
          </a:p>
        </p:txBody>
      </p:sp>
      <p:cxnSp>
        <p:nvCxnSpPr>
          <p:cNvPr id="750" name="Google Shape;750;p45"/>
          <p:cNvCxnSpPr/>
          <p:nvPr/>
        </p:nvCxnSpPr>
        <p:spPr>
          <a:xfrm>
            <a:off x="2415875" y="1884525"/>
            <a:ext cx="5115600" cy="0"/>
          </a:xfrm>
          <a:prstGeom prst="straightConnector1">
            <a:avLst/>
          </a:prstGeom>
          <a:noFill/>
          <a:ln cap="flat" cmpd="sng" w="19050">
            <a:solidFill>
              <a:schemeClr val="dk1"/>
            </a:solidFill>
            <a:prstDash val="solid"/>
            <a:round/>
            <a:headEnd len="med" w="med" type="none"/>
            <a:tailEnd len="med" w="med" type="none"/>
          </a:ln>
        </p:spPr>
      </p:cxnSp>
      <p:sp>
        <p:nvSpPr>
          <p:cNvPr id="751" name="Google Shape;751;p45"/>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Treatment</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755" name="Shape 755"/>
        <p:cNvGrpSpPr/>
        <p:nvPr/>
      </p:nvGrpSpPr>
      <p:grpSpPr>
        <a:xfrm>
          <a:off x="0" y="0"/>
          <a:ext cx="0" cy="0"/>
          <a:chOff x="0" y="0"/>
          <a:chExt cx="0" cy="0"/>
        </a:xfrm>
      </p:grpSpPr>
      <p:sp>
        <p:nvSpPr>
          <p:cNvPr id="756" name="Google Shape;756;p46"/>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Patient </a:t>
            </a:r>
            <a:r>
              <a:rPr lang="en">
                <a:solidFill>
                  <a:schemeClr val="accent4"/>
                </a:solidFill>
              </a:rPr>
              <a:t>Monitoring</a:t>
            </a:r>
            <a:endParaRPr>
              <a:solidFill>
                <a:schemeClr val="accent4"/>
              </a:solidFill>
            </a:endParaRPr>
          </a:p>
        </p:txBody>
      </p:sp>
      <p:sp>
        <p:nvSpPr>
          <p:cNvPr id="757" name="Google Shape;757;p46"/>
          <p:cNvSpPr txBox="1"/>
          <p:nvPr/>
        </p:nvSpPr>
        <p:spPr>
          <a:xfrm flipH="1">
            <a:off x="720000" y="907696"/>
            <a:ext cx="2060700" cy="456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rgbClr val="FFA593"/>
                </a:solidFill>
                <a:latin typeface="Viga"/>
                <a:ea typeface="Viga"/>
                <a:cs typeface="Viga"/>
                <a:sym typeface="Viga"/>
              </a:rPr>
              <a:t>Week 1</a:t>
            </a:r>
            <a:endParaRPr sz="1600">
              <a:solidFill>
                <a:srgbClr val="FFA593"/>
              </a:solidFill>
              <a:latin typeface="Viga"/>
              <a:ea typeface="Viga"/>
              <a:cs typeface="Viga"/>
              <a:sym typeface="Viga"/>
            </a:endParaRPr>
          </a:p>
        </p:txBody>
      </p:sp>
      <p:sp>
        <p:nvSpPr>
          <p:cNvPr id="758" name="Google Shape;758;p46"/>
          <p:cNvSpPr txBox="1"/>
          <p:nvPr/>
        </p:nvSpPr>
        <p:spPr>
          <a:xfrm flipH="1">
            <a:off x="6363000" y="907696"/>
            <a:ext cx="2060700" cy="4566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600">
                <a:solidFill>
                  <a:srgbClr val="FFA593"/>
                </a:solidFill>
                <a:latin typeface="Viga"/>
                <a:ea typeface="Viga"/>
                <a:cs typeface="Viga"/>
                <a:sym typeface="Viga"/>
              </a:rPr>
              <a:t>Week 2</a:t>
            </a:r>
            <a:endParaRPr sz="1600">
              <a:solidFill>
                <a:srgbClr val="FFA593"/>
              </a:solidFill>
              <a:latin typeface="Viga"/>
              <a:ea typeface="Viga"/>
              <a:cs typeface="Viga"/>
              <a:sym typeface="Viga"/>
            </a:endParaRPr>
          </a:p>
        </p:txBody>
      </p:sp>
      <p:sp>
        <p:nvSpPr>
          <p:cNvPr id="759" name="Google Shape;759;p46"/>
          <p:cNvSpPr txBox="1"/>
          <p:nvPr/>
        </p:nvSpPr>
        <p:spPr>
          <a:xfrm flipH="1">
            <a:off x="720000" y="1220049"/>
            <a:ext cx="3494700" cy="35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3F3F3"/>
                </a:solidFill>
                <a:latin typeface="Barlow Light"/>
                <a:ea typeface="Barlow Light"/>
                <a:cs typeface="Barlow Light"/>
                <a:sym typeface="Barlow Light"/>
              </a:rPr>
              <a:t>Venus has a beautiful name</a:t>
            </a:r>
            <a:endParaRPr>
              <a:solidFill>
                <a:srgbClr val="F3F3F3"/>
              </a:solidFill>
              <a:latin typeface="Barlow Light"/>
              <a:ea typeface="Barlow Light"/>
              <a:cs typeface="Barlow Light"/>
              <a:sym typeface="Barlow Light"/>
            </a:endParaRPr>
          </a:p>
        </p:txBody>
      </p:sp>
      <p:sp>
        <p:nvSpPr>
          <p:cNvPr id="760" name="Google Shape;760;p46"/>
          <p:cNvSpPr txBox="1"/>
          <p:nvPr/>
        </p:nvSpPr>
        <p:spPr>
          <a:xfrm flipH="1">
            <a:off x="4929000" y="1220049"/>
            <a:ext cx="3494700" cy="354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3F3F3"/>
                </a:solidFill>
                <a:latin typeface="Barlow Light"/>
                <a:ea typeface="Barlow Light"/>
                <a:cs typeface="Barlow Light"/>
                <a:sym typeface="Barlow Light"/>
              </a:rPr>
              <a:t>Earth is the planet where we live on</a:t>
            </a:r>
            <a:endParaRPr>
              <a:solidFill>
                <a:srgbClr val="F3F3F3"/>
              </a:solidFill>
              <a:latin typeface="Barlow Light"/>
              <a:ea typeface="Barlow Light"/>
              <a:cs typeface="Barlow Light"/>
              <a:sym typeface="Barlow Light"/>
            </a:endParaRPr>
          </a:p>
        </p:txBody>
      </p:sp>
      <p:sp>
        <p:nvSpPr>
          <p:cNvPr id="761" name="Google Shape;761;p46"/>
          <p:cNvSpPr txBox="1"/>
          <p:nvPr/>
        </p:nvSpPr>
        <p:spPr>
          <a:xfrm flipH="1">
            <a:off x="720000" y="2988104"/>
            <a:ext cx="2060700" cy="456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rgbClr val="FFA593"/>
                </a:solidFill>
                <a:latin typeface="Viga"/>
                <a:ea typeface="Viga"/>
                <a:cs typeface="Viga"/>
                <a:sym typeface="Viga"/>
              </a:rPr>
              <a:t>Week 3</a:t>
            </a:r>
            <a:endParaRPr sz="1600">
              <a:solidFill>
                <a:srgbClr val="FFA593"/>
              </a:solidFill>
              <a:latin typeface="Viga"/>
              <a:ea typeface="Viga"/>
              <a:cs typeface="Viga"/>
              <a:sym typeface="Viga"/>
            </a:endParaRPr>
          </a:p>
        </p:txBody>
      </p:sp>
      <p:sp>
        <p:nvSpPr>
          <p:cNvPr id="762" name="Google Shape;762;p46"/>
          <p:cNvSpPr txBox="1"/>
          <p:nvPr/>
        </p:nvSpPr>
        <p:spPr>
          <a:xfrm flipH="1">
            <a:off x="6363000" y="2988104"/>
            <a:ext cx="2060700" cy="4566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600">
                <a:solidFill>
                  <a:srgbClr val="FFA593"/>
                </a:solidFill>
                <a:latin typeface="Viga"/>
                <a:ea typeface="Viga"/>
                <a:cs typeface="Viga"/>
                <a:sym typeface="Viga"/>
              </a:rPr>
              <a:t>Week 4</a:t>
            </a:r>
            <a:endParaRPr sz="1600">
              <a:solidFill>
                <a:srgbClr val="FFA593"/>
              </a:solidFill>
              <a:latin typeface="Viga"/>
              <a:ea typeface="Viga"/>
              <a:cs typeface="Viga"/>
              <a:sym typeface="Viga"/>
            </a:endParaRPr>
          </a:p>
        </p:txBody>
      </p:sp>
      <p:sp>
        <p:nvSpPr>
          <p:cNvPr id="763" name="Google Shape;763;p46"/>
          <p:cNvSpPr txBox="1"/>
          <p:nvPr/>
        </p:nvSpPr>
        <p:spPr>
          <a:xfrm flipH="1">
            <a:off x="720000" y="3300457"/>
            <a:ext cx="3494700" cy="35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3F3F3"/>
                </a:solidFill>
                <a:latin typeface="Barlow Light"/>
                <a:ea typeface="Barlow Light"/>
                <a:cs typeface="Barlow Light"/>
                <a:sym typeface="Barlow Light"/>
              </a:rPr>
              <a:t>Neptune is the farthest planet from the Sun</a:t>
            </a:r>
            <a:endParaRPr>
              <a:solidFill>
                <a:srgbClr val="F3F3F3"/>
              </a:solidFill>
              <a:latin typeface="Barlow Light"/>
              <a:ea typeface="Barlow Light"/>
              <a:cs typeface="Barlow Light"/>
              <a:sym typeface="Barlow Light"/>
            </a:endParaRPr>
          </a:p>
        </p:txBody>
      </p:sp>
      <p:sp>
        <p:nvSpPr>
          <p:cNvPr id="764" name="Google Shape;764;p46"/>
          <p:cNvSpPr txBox="1"/>
          <p:nvPr/>
        </p:nvSpPr>
        <p:spPr>
          <a:xfrm flipH="1">
            <a:off x="4929000" y="3300457"/>
            <a:ext cx="3494700" cy="354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3F3F3"/>
                </a:solidFill>
                <a:latin typeface="Barlow Light"/>
                <a:ea typeface="Barlow Light"/>
                <a:cs typeface="Barlow Light"/>
                <a:sym typeface="Barlow Light"/>
              </a:rPr>
              <a:t>Ceres is in the main asteroid belt</a:t>
            </a:r>
            <a:endParaRPr>
              <a:solidFill>
                <a:srgbClr val="F3F3F3"/>
              </a:solidFill>
              <a:latin typeface="Barlow Light"/>
              <a:ea typeface="Barlow Light"/>
              <a:cs typeface="Barlow Light"/>
              <a:sym typeface="Barlow Light"/>
            </a:endParaRPr>
          </a:p>
        </p:txBody>
      </p:sp>
      <p:sp>
        <p:nvSpPr>
          <p:cNvPr id="765" name="Google Shape;765;p46"/>
          <p:cNvSpPr txBox="1"/>
          <p:nvPr/>
        </p:nvSpPr>
        <p:spPr>
          <a:xfrm flipH="1">
            <a:off x="771496" y="2386165"/>
            <a:ext cx="692100" cy="24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Barlow Light"/>
                <a:ea typeface="Barlow Light"/>
                <a:cs typeface="Barlow Light"/>
                <a:sym typeface="Barlow Light"/>
              </a:rPr>
              <a:t>01</a:t>
            </a:r>
            <a:endParaRPr>
              <a:solidFill>
                <a:srgbClr val="F3F3F3"/>
              </a:solidFill>
              <a:latin typeface="Barlow Light"/>
              <a:ea typeface="Barlow Light"/>
              <a:cs typeface="Barlow Light"/>
              <a:sym typeface="Barlow Light"/>
            </a:endParaRPr>
          </a:p>
        </p:txBody>
      </p:sp>
      <p:sp>
        <p:nvSpPr>
          <p:cNvPr id="766" name="Google Shape;766;p46"/>
          <p:cNvSpPr txBox="1"/>
          <p:nvPr/>
        </p:nvSpPr>
        <p:spPr>
          <a:xfrm flipH="1">
            <a:off x="1970923" y="2386165"/>
            <a:ext cx="692100" cy="24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Barlow Light"/>
                <a:ea typeface="Barlow Light"/>
                <a:cs typeface="Barlow Light"/>
                <a:sym typeface="Barlow Light"/>
              </a:rPr>
              <a:t>02</a:t>
            </a:r>
            <a:endParaRPr>
              <a:solidFill>
                <a:srgbClr val="F3F3F3"/>
              </a:solidFill>
              <a:latin typeface="Barlow Light"/>
              <a:ea typeface="Barlow Light"/>
              <a:cs typeface="Barlow Light"/>
              <a:sym typeface="Barlow Light"/>
            </a:endParaRPr>
          </a:p>
        </p:txBody>
      </p:sp>
      <p:sp>
        <p:nvSpPr>
          <p:cNvPr id="767" name="Google Shape;767;p46"/>
          <p:cNvSpPr txBox="1"/>
          <p:nvPr/>
        </p:nvSpPr>
        <p:spPr>
          <a:xfrm flipH="1">
            <a:off x="3184388" y="2386165"/>
            <a:ext cx="692100" cy="24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Barlow Light"/>
                <a:ea typeface="Barlow Light"/>
                <a:cs typeface="Barlow Light"/>
                <a:sym typeface="Barlow Light"/>
              </a:rPr>
              <a:t>03</a:t>
            </a:r>
            <a:endParaRPr>
              <a:solidFill>
                <a:srgbClr val="F3F3F3"/>
              </a:solidFill>
              <a:latin typeface="Barlow Light"/>
              <a:ea typeface="Barlow Light"/>
              <a:cs typeface="Barlow Light"/>
              <a:sym typeface="Barlow Light"/>
            </a:endParaRPr>
          </a:p>
        </p:txBody>
      </p:sp>
      <p:sp>
        <p:nvSpPr>
          <p:cNvPr id="768" name="Google Shape;768;p46"/>
          <p:cNvSpPr/>
          <p:nvPr/>
        </p:nvSpPr>
        <p:spPr>
          <a:xfrm>
            <a:off x="822975" y="3876875"/>
            <a:ext cx="2720100" cy="165600"/>
          </a:xfrm>
          <a:prstGeom prst="rect">
            <a:avLst/>
          </a:pr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6"/>
          <p:cNvSpPr/>
          <p:nvPr/>
        </p:nvSpPr>
        <p:spPr>
          <a:xfrm>
            <a:off x="822975" y="4160321"/>
            <a:ext cx="2720100" cy="165600"/>
          </a:xfrm>
          <a:prstGeom prst="rect">
            <a:avLst/>
          </a:pr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6"/>
          <p:cNvSpPr/>
          <p:nvPr/>
        </p:nvSpPr>
        <p:spPr>
          <a:xfrm>
            <a:off x="822975" y="4443774"/>
            <a:ext cx="2720100" cy="165600"/>
          </a:xfrm>
          <a:prstGeom prst="rect">
            <a:avLst/>
          </a:pr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6"/>
          <p:cNvSpPr/>
          <p:nvPr/>
        </p:nvSpPr>
        <p:spPr>
          <a:xfrm>
            <a:off x="822975" y="3876875"/>
            <a:ext cx="1985400" cy="165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6"/>
          <p:cNvSpPr/>
          <p:nvPr/>
        </p:nvSpPr>
        <p:spPr>
          <a:xfrm>
            <a:off x="822975" y="4160321"/>
            <a:ext cx="1035900" cy="165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6"/>
          <p:cNvSpPr/>
          <p:nvPr/>
        </p:nvSpPr>
        <p:spPr>
          <a:xfrm>
            <a:off x="822975" y="4443774"/>
            <a:ext cx="1605000" cy="165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6"/>
          <p:cNvSpPr txBox="1"/>
          <p:nvPr/>
        </p:nvSpPr>
        <p:spPr>
          <a:xfrm flipH="1">
            <a:off x="3579900" y="4443774"/>
            <a:ext cx="992100" cy="16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3F3F3"/>
                </a:solidFill>
                <a:latin typeface="Barlow Light"/>
                <a:ea typeface="Barlow Light"/>
                <a:cs typeface="Barlow Light"/>
                <a:sym typeface="Barlow Light"/>
              </a:rPr>
              <a:t>Saturn</a:t>
            </a:r>
            <a:endParaRPr>
              <a:solidFill>
                <a:srgbClr val="F3F3F3"/>
              </a:solidFill>
              <a:latin typeface="Barlow Light"/>
              <a:ea typeface="Barlow Light"/>
              <a:cs typeface="Barlow Light"/>
              <a:sym typeface="Barlow Light"/>
            </a:endParaRPr>
          </a:p>
        </p:txBody>
      </p:sp>
      <p:sp>
        <p:nvSpPr>
          <p:cNvPr id="775" name="Google Shape;775;p46"/>
          <p:cNvSpPr txBox="1"/>
          <p:nvPr/>
        </p:nvSpPr>
        <p:spPr>
          <a:xfrm flipH="1">
            <a:off x="3579900" y="4160321"/>
            <a:ext cx="992100" cy="16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3F3F3"/>
                </a:solidFill>
                <a:latin typeface="Barlow Light"/>
                <a:ea typeface="Barlow Light"/>
                <a:cs typeface="Barlow Light"/>
                <a:sym typeface="Barlow Light"/>
              </a:rPr>
              <a:t>Mercury</a:t>
            </a:r>
            <a:endParaRPr>
              <a:solidFill>
                <a:srgbClr val="F3F3F3"/>
              </a:solidFill>
              <a:latin typeface="Barlow Light"/>
              <a:ea typeface="Barlow Light"/>
              <a:cs typeface="Barlow Light"/>
              <a:sym typeface="Barlow Light"/>
            </a:endParaRPr>
          </a:p>
        </p:txBody>
      </p:sp>
      <p:sp>
        <p:nvSpPr>
          <p:cNvPr id="776" name="Google Shape;776;p46"/>
          <p:cNvSpPr txBox="1"/>
          <p:nvPr/>
        </p:nvSpPr>
        <p:spPr>
          <a:xfrm flipH="1">
            <a:off x="3579900" y="3876875"/>
            <a:ext cx="992100" cy="16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3F3F3"/>
                </a:solidFill>
                <a:latin typeface="Barlow Light"/>
                <a:ea typeface="Barlow Light"/>
                <a:cs typeface="Barlow Light"/>
                <a:sym typeface="Barlow Light"/>
              </a:rPr>
              <a:t>Venus</a:t>
            </a:r>
            <a:endParaRPr>
              <a:solidFill>
                <a:srgbClr val="F3F3F3"/>
              </a:solidFill>
              <a:latin typeface="Barlow Light"/>
              <a:ea typeface="Barlow Light"/>
              <a:cs typeface="Barlow Light"/>
              <a:sym typeface="Barlow Light"/>
            </a:endParaRPr>
          </a:p>
        </p:txBody>
      </p:sp>
      <p:sp>
        <p:nvSpPr>
          <p:cNvPr id="777" name="Google Shape;777;p46"/>
          <p:cNvSpPr txBox="1"/>
          <p:nvPr/>
        </p:nvSpPr>
        <p:spPr>
          <a:xfrm flipH="1">
            <a:off x="4843183" y="4443775"/>
            <a:ext cx="637200" cy="16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3F3F3"/>
                </a:solidFill>
                <a:latin typeface="Barlow Light"/>
                <a:ea typeface="Barlow Light"/>
                <a:cs typeface="Barlow Light"/>
                <a:sym typeface="Barlow Light"/>
              </a:rPr>
              <a:t>C</a:t>
            </a:r>
            <a:endParaRPr>
              <a:solidFill>
                <a:srgbClr val="F3F3F3"/>
              </a:solidFill>
              <a:latin typeface="Barlow Light"/>
              <a:ea typeface="Barlow Light"/>
              <a:cs typeface="Barlow Light"/>
              <a:sym typeface="Barlow Light"/>
            </a:endParaRPr>
          </a:p>
        </p:txBody>
      </p:sp>
      <p:sp>
        <p:nvSpPr>
          <p:cNvPr id="778" name="Google Shape;778;p46"/>
          <p:cNvSpPr txBox="1"/>
          <p:nvPr/>
        </p:nvSpPr>
        <p:spPr>
          <a:xfrm flipH="1">
            <a:off x="4843183" y="4160322"/>
            <a:ext cx="637200" cy="16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3F3F3"/>
                </a:solidFill>
                <a:latin typeface="Barlow Light"/>
                <a:ea typeface="Barlow Light"/>
                <a:cs typeface="Barlow Light"/>
                <a:sym typeface="Barlow Light"/>
              </a:rPr>
              <a:t>B</a:t>
            </a:r>
            <a:endParaRPr>
              <a:solidFill>
                <a:srgbClr val="F3F3F3"/>
              </a:solidFill>
              <a:latin typeface="Barlow Light"/>
              <a:ea typeface="Barlow Light"/>
              <a:cs typeface="Barlow Light"/>
              <a:sym typeface="Barlow Light"/>
            </a:endParaRPr>
          </a:p>
        </p:txBody>
      </p:sp>
      <p:sp>
        <p:nvSpPr>
          <p:cNvPr id="779" name="Google Shape;779;p46"/>
          <p:cNvSpPr txBox="1"/>
          <p:nvPr/>
        </p:nvSpPr>
        <p:spPr>
          <a:xfrm flipH="1">
            <a:off x="4843183" y="3876875"/>
            <a:ext cx="637200" cy="16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3F3F3"/>
                </a:solidFill>
                <a:latin typeface="Barlow Light"/>
                <a:ea typeface="Barlow Light"/>
                <a:cs typeface="Barlow Light"/>
                <a:sym typeface="Barlow Light"/>
              </a:rPr>
              <a:t>A</a:t>
            </a:r>
            <a:endParaRPr>
              <a:solidFill>
                <a:srgbClr val="F3F3F3"/>
              </a:solidFill>
              <a:latin typeface="Barlow Light"/>
              <a:ea typeface="Barlow Light"/>
              <a:cs typeface="Barlow Light"/>
              <a:sym typeface="Barlow Light"/>
            </a:endParaRPr>
          </a:p>
        </p:txBody>
      </p:sp>
      <p:sp>
        <p:nvSpPr>
          <p:cNvPr id="780" name="Google Shape;780;p46"/>
          <p:cNvSpPr/>
          <p:nvPr/>
        </p:nvSpPr>
        <p:spPr>
          <a:xfrm>
            <a:off x="5665500" y="1823025"/>
            <a:ext cx="2674200" cy="46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6"/>
          <p:cNvSpPr/>
          <p:nvPr/>
        </p:nvSpPr>
        <p:spPr>
          <a:xfrm>
            <a:off x="5665500" y="2106381"/>
            <a:ext cx="2674200" cy="46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6"/>
          <p:cNvSpPr/>
          <p:nvPr/>
        </p:nvSpPr>
        <p:spPr>
          <a:xfrm>
            <a:off x="5665500" y="2389902"/>
            <a:ext cx="2674200" cy="46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6"/>
          <p:cNvSpPr/>
          <p:nvPr/>
        </p:nvSpPr>
        <p:spPr>
          <a:xfrm>
            <a:off x="6860150" y="1757850"/>
            <a:ext cx="165600" cy="16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6"/>
          <p:cNvSpPr/>
          <p:nvPr/>
        </p:nvSpPr>
        <p:spPr>
          <a:xfrm>
            <a:off x="6057400" y="2046913"/>
            <a:ext cx="165600" cy="16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6"/>
          <p:cNvSpPr/>
          <p:nvPr/>
        </p:nvSpPr>
        <p:spPr>
          <a:xfrm>
            <a:off x="7310550" y="2335125"/>
            <a:ext cx="165600" cy="16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6"/>
          <p:cNvSpPr/>
          <p:nvPr/>
        </p:nvSpPr>
        <p:spPr>
          <a:xfrm>
            <a:off x="6946100" y="1823025"/>
            <a:ext cx="1393800" cy="46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6"/>
          <p:cNvSpPr/>
          <p:nvPr/>
        </p:nvSpPr>
        <p:spPr>
          <a:xfrm>
            <a:off x="6139025" y="2106381"/>
            <a:ext cx="2200800" cy="46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6"/>
          <p:cNvSpPr/>
          <p:nvPr/>
        </p:nvSpPr>
        <p:spPr>
          <a:xfrm>
            <a:off x="7380100" y="2389900"/>
            <a:ext cx="959700" cy="46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6"/>
          <p:cNvSpPr txBox="1"/>
          <p:nvPr/>
        </p:nvSpPr>
        <p:spPr>
          <a:xfrm flipH="1">
            <a:off x="4843183" y="2330362"/>
            <a:ext cx="637200" cy="16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3F3F3"/>
                </a:solidFill>
                <a:latin typeface="Barlow Light"/>
                <a:ea typeface="Barlow Light"/>
                <a:cs typeface="Barlow Light"/>
                <a:sym typeface="Barlow Light"/>
              </a:rPr>
              <a:t>Z</a:t>
            </a:r>
            <a:endParaRPr>
              <a:solidFill>
                <a:srgbClr val="F3F3F3"/>
              </a:solidFill>
              <a:latin typeface="Barlow Light"/>
              <a:ea typeface="Barlow Light"/>
              <a:cs typeface="Barlow Light"/>
              <a:sym typeface="Barlow Light"/>
            </a:endParaRPr>
          </a:p>
        </p:txBody>
      </p:sp>
      <p:sp>
        <p:nvSpPr>
          <p:cNvPr id="790" name="Google Shape;790;p46"/>
          <p:cNvSpPr txBox="1"/>
          <p:nvPr/>
        </p:nvSpPr>
        <p:spPr>
          <a:xfrm flipH="1">
            <a:off x="4843183" y="2046909"/>
            <a:ext cx="637200" cy="16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3F3F3"/>
                </a:solidFill>
                <a:latin typeface="Barlow Light"/>
                <a:ea typeface="Barlow Light"/>
                <a:cs typeface="Barlow Light"/>
                <a:sym typeface="Barlow Light"/>
              </a:rPr>
              <a:t>Y</a:t>
            </a:r>
            <a:endParaRPr>
              <a:solidFill>
                <a:srgbClr val="F3F3F3"/>
              </a:solidFill>
              <a:latin typeface="Barlow Light"/>
              <a:ea typeface="Barlow Light"/>
              <a:cs typeface="Barlow Light"/>
              <a:sym typeface="Barlow Light"/>
            </a:endParaRPr>
          </a:p>
        </p:txBody>
      </p:sp>
      <p:sp>
        <p:nvSpPr>
          <p:cNvPr id="791" name="Google Shape;791;p46"/>
          <p:cNvSpPr txBox="1"/>
          <p:nvPr/>
        </p:nvSpPr>
        <p:spPr>
          <a:xfrm flipH="1">
            <a:off x="4843183" y="1763463"/>
            <a:ext cx="637200" cy="16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3F3F3"/>
                </a:solidFill>
                <a:latin typeface="Barlow Light"/>
                <a:ea typeface="Barlow Light"/>
                <a:cs typeface="Barlow Light"/>
                <a:sym typeface="Barlow Light"/>
              </a:rPr>
              <a:t>X</a:t>
            </a:r>
            <a:endParaRPr>
              <a:solidFill>
                <a:srgbClr val="F3F3F3"/>
              </a:solidFill>
              <a:latin typeface="Barlow Light"/>
              <a:ea typeface="Barlow Light"/>
              <a:cs typeface="Barlow Light"/>
              <a:sym typeface="Barlow Light"/>
            </a:endParaRPr>
          </a:p>
        </p:txBody>
      </p:sp>
      <p:grpSp>
        <p:nvGrpSpPr>
          <p:cNvPr id="792" name="Google Shape;792;p46"/>
          <p:cNvGrpSpPr/>
          <p:nvPr/>
        </p:nvGrpSpPr>
        <p:grpSpPr>
          <a:xfrm>
            <a:off x="819638" y="1776256"/>
            <a:ext cx="595800" cy="595800"/>
            <a:chOff x="819638" y="1776256"/>
            <a:chExt cx="595800" cy="595800"/>
          </a:xfrm>
        </p:grpSpPr>
        <p:sp>
          <p:nvSpPr>
            <p:cNvPr id="793" name="Google Shape;793;p46"/>
            <p:cNvSpPr/>
            <p:nvPr/>
          </p:nvSpPr>
          <p:spPr>
            <a:xfrm>
              <a:off x="819638" y="1776256"/>
              <a:ext cx="595800" cy="5958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6"/>
            <p:cNvSpPr/>
            <p:nvPr/>
          </p:nvSpPr>
          <p:spPr>
            <a:xfrm rot="4746291">
              <a:off x="999357" y="1954066"/>
              <a:ext cx="236362" cy="240180"/>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6"/>
            <p:cNvSpPr/>
            <p:nvPr/>
          </p:nvSpPr>
          <p:spPr>
            <a:xfrm rot="4746175">
              <a:off x="1049184" y="2004692"/>
              <a:ext cx="136708" cy="138928"/>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 name="Google Shape;796;p46"/>
          <p:cNvGrpSpPr/>
          <p:nvPr/>
        </p:nvGrpSpPr>
        <p:grpSpPr>
          <a:xfrm>
            <a:off x="2019065" y="1776256"/>
            <a:ext cx="595800" cy="595800"/>
            <a:chOff x="2019065" y="1776256"/>
            <a:chExt cx="595800" cy="595800"/>
          </a:xfrm>
        </p:grpSpPr>
        <p:sp>
          <p:nvSpPr>
            <p:cNvPr id="797" name="Google Shape;797;p46"/>
            <p:cNvSpPr/>
            <p:nvPr/>
          </p:nvSpPr>
          <p:spPr>
            <a:xfrm>
              <a:off x="2019065" y="1776256"/>
              <a:ext cx="595800" cy="5958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6"/>
            <p:cNvSpPr/>
            <p:nvPr/>
          </p:nvSpPr>
          <p:spPr>
            <a:xfrm rot="4746269">
              <a:off x="2136355" y="1890635"/>
              <a:ext cx="361220" cy="367041"/>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6"/>
            <p:cNvSpPr/>
            <p:nvPr/>
          </p:nvSpPr>
          <p:spPr>
            <a:xfrm rot="4746211">
              <a:off x="2186478" y="1941567"/>
              <a:ext cx="260973" cy="265178"/>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46"/>
          <p:cNvGrpSpPr/>
          <p:nvPr/>
        </p:nvGrpSpPr>
        <p:grpSpPr>
          <a:xfrm>
            <a:off x="3220525" y="1767555"/>
            <a:ext cx="619847" cy="613202"/>
            <a:chOff x="3220525" y="1767555"/>
            <a:chExt cx="619847" cy="613202"/>
          </a:xfrm>
        </p:grpSpPr>
        <p:sp>
          <p:nvSpPr>
            <p:cNvPr id="801" name="Google Shape;801;p46"/>
            <p:cNvSpPr/>
            <p:nvPr/>
          </p:nvSpPr>
          <p:spPr>
            <a:xfrm>
              <a:off x="3232543" y="1776256"/>
              <a:ext cx="595800" cy="5958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6"/>
            <p:cNvSpPr/>
            <p:nvPr/>
          </p:nvSpPr>
          <p:spPr>
            <a:xfrm rot="4746296">
              <a:off x="3269304" y="1808807"/>
              <a:ext cx="522289" cy="530698"/>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6"/>
            <p:cNvSpPr/>
            <p:nvPr/>
          </p:nvSpPr>
          <p:spPr>
            <a:xfrm rot="4746205">
              <a:off x="3313732" y="1853908"/>
              <a:ext cx="433496" cy="440497"/>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 name="Google Shape;804;p46"/>
          <p:cNvGrpSpPr/>
          <p:nvPr/>
        </p:nvGrpSpPr>
        <p:grpSpPr>
          <a:xfrm>
            <a:off x="5589475" y="3878378"/>
            <a:ext cx="2772006" cy="232772"/>
            <a:chOff x="5589475" y="3878378"/>
            <a:chExt cx="2772006" cy="232772"/>
          </a:xfrm>
        </p:grpSpPr>
        <p:sp>
          <p:nvSpPr>
            <p:cNvPr id="805" name="Google Shape;805;p46"/>
            <p:cNvSpPr/>
            <p:nvPr/>
          </p:nvSpPr>
          <p:spPr>
            <a:xfrm rot="-1635339">
              <a:off x="81616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6"/>
            <p:cNvSpPr/>
            <p:nvPr/>
          </p:nvSpPr>
          <p:spPr>
            <a:xfrm rot="-1635339">
              <a:off x="78792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6"/>
            <p:cNvSpPr/>
            <p:nvPr/>
          </p:nvSpPr>
          <p:spPr>
            <a:xfrm rot="-1635339">
              <a:off x="75968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6"/>
            <p:cNvSpPr/>
            <p:nvPr/>
          </p:nvSpPr>
          <p:spPr>
            <a:xfrm rot="-1635339">
              <a:off x="73144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6"/>
            <p:cNvSpPr/>
            <p:nvPr/>
          </p:nvSpPr>
          <p:spPr>
            <a:xfrm rot="-1635339">
              <a:off x="70320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6"/>
            <p:cNvSpPr/>
            <p:nvPr/>
          </p:nvSpPr>
          <p:spPr>
            <a:xfrm rot="-1635339">
              <a:off x="67496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6"/>
            <p:cNvSpPr/>
            <p:nvPr/>
          </p:nvSpPr>
          <p:spPr>
            <a:xfrm rot="-1635339">
              <a:off x="64672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6"/>
            <p:cNvSpPr/>
            <p:nvPr/>
          </p:nvSpPr>
          <p:spPr>
            <a:xfrm rot="-1635339">
              <a:off x="61848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6"/>
            <p:cNvSpPr/>
            <p:nvPr/>
          </p:nvSpPr>
          <p:spPr>
            <a:xfrm rot="-1635339">
              <a:off x="59024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6"/>
            <p:cNvSpPr/>
            <p:nvPr/>
          </p:nvSpPr>
          <p:spPr>
            <a:xfrm rot="-1635339">
              <a:off x="56200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46"/>
          <p:cNvGrpSpPr/>
          <p:nvPr/>
        </p:nvGrpSpPr>
        <p:grpSpPr>
          <a:xfrm>
            <a:off x="5589475" y="4157716"/>
            <a:ext cx="2772006" cy="232772"/>
            <a:chOff x="5589475" y="3878378"/>
            <a:chExt cx="2772006" cy="232772"/>
          </a:xfrm>
        </p:grpSpPr>
        <p:sp>
          <p:nvSpPr>
            <p:cNvPr id="816" name="Google Shape;816;p46"/>
            <p:cNvSpPr/>
            <p:nvPr/>
          </p:nvSpPr>
          <p:spPr>
            <a:xfrm rot="-1635339">
              <a:off x="81616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6"/>
            <p:cNvSpPr/>
            <p:nvPr/>
          </p:nvSpPr>
          <p:spPr>
            <a:xfrm rot="-1635339">
              <a:off x="78792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6"/>
            <p:cNvSpPr/>
            <p:nvPr/>
          </p:nvSpPr>
          <p:spPr>
            <a:xfrm rot="-1635339">
              <a:off x="75968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6"/>
            <p:cNvSpPr/>
            <p:nvPr/>
          </p:nvSpPr>
          <p:spPr>
            <a:xfrm rot="-1635339">
              <a:off x="73144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6"/>
            <p:cNvSpPr/>
            <p:nvPr/>
          </p:nvSpPr>
          <p:spPr>
            <a:xfrm rot="-1635339">
              <a:off x="70320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6"/>
            <p:cNvSpPr/>
            <p:nvPr/>
          </p:nvSpPr>
          <p:spPr>
            <a:xfrm rot="-1635339">
              <a:off x="67496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6"/>
            <p:cNvSpPr/>
            <p:nvPr/>
          </p:nvSpPr>
          <p:spPr>
            <a:xfrm rot="-1635339">
              <a:off x="64672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6"/>
            <p:cNvSpPr/>
            <p:nvPr/>
          </p:nvSpPr>
          <p:spPr>
            <a:xfrm rot="-1635339">
              <a:off x="61848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6"/>
            <p:cNvSpPr/>
            <p:nvPr/>
          </p:nvSpPr>
          <p:spPr>
            <a:xfrm rot="-1635339">
              <a:off x="59024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6"/>
            <p:cNvSpPr/>
            <p:nvPr/>
          </p:nvSpPr>
          <p:spPr>
            <a:xfrm rot="-1635339">
              <a:off x="56200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46"/>
          <p:cNvGrpSpPr/>
          <p:nvPr/>
        </p:nvGrpSpPr>
        <p:grpSpPr>
          <a:xfrm>
            <a:off x="5589475" y="4437066"/>
            <a:ext cx="2772006" cy="232772"/>
            <a:chOff x="5589475" y="3878378"/>
            <a:chExt cx="2772006" cy="232772"/>
          </a:xfrm>
        </p:grpSpPr>
        <p:sp>
          <p:nvSpPr>
            <p:cNvPr id="827" name="Google Shape;827;p46"/>
            <p:cNvSpPr/>
            <p:nvPr/>
          </p:nvSpPr>
          <p:spPr>
            <a:xfrm rot="-1635339">
              <a:off x="81616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6"/>
            <p:cNvSpPr/>
            <p:nvPr/>
          </p:nvSpPr>
          <p:spPr>
            <a:xfrm rot="-1635339">
              <a:off x="78792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6"/>
            <p:cNvSpPr/>
            <p:nvPr/>
          </p:nvSpPr>
          <p:spPr>
            <a:xfrm rot="-1635339">
              <a:off x="75968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6"/>
            <p:cNvSpPr/>
            <p:nvPr/>
          </p:nvSpPr>
          <p:spPr>
            <a:xfrm rot="-1635339">
              <a:off x="73144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6"/>
            <p:cNvSpPr/>
            <p:nvPr/>
          </p:nvSpPr>
          <p:spPr>
            <a:xfrm rot="-1635339">
              <a:off x="70320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6"/>
            <p:cNvSpPr/>
            <p:nvPr/>
          </p:nvSpPr>
          <p:spPr>
            <a:xfrm rot="-1635339">
              <a:off x="67496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6"/>
            <p:cNvSpPr/>
            <p:nvPr/>
          </p:nvSpPr>
          <p:spPr>
            <a:xfrm rot="-1635339">
              <a:off x="64672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6"/>
            <p:cNvSpPr/>
            <p:nvPr/>
          </p:nvSpPr>
          <p:spPr>
            <a:xfrm rot="-1635339">
              <a:off x="61848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6"/>
            <p:cNvSpPr/>
            <p:nvPr/>
          </p:nvSpPr>
          <p:spPr>
            <a:xfrm rot="-1635339">
              <a:off x="59024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6"/>
            <p:cNvSpPr/>
            <p:nvPr/>
          </p:nvSpPr>
          <p:spPr>
            <a:xfrm rot="-1635339">
              <a:off x="5620074" y="3907428"/>
              <a:ext cx="169208" cy="174671"/>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rgbClr val="FFA593">
                <a:alpha val="37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840" name="Shape 840"/>
        <p:cNvGrpSpPr/>
        <p:nvPr/>
      </p:nvGrpSpPr>
      <p:grpSpPr>
        <a:xfrm>
          <a:off x="0" y="0"/>
          <a:ext cx="0" cy="0"/>
          <a:chOff x="0" y="0"/>
          <a:chExt cx="0" cy="0"/>
        </a:xfrm>
      </p:grpSpPr>
      <p:sp>
        <p:nvSpPr>
          <p:cNvPr id="841" name="Google Shape;841;p47"/>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Indications &amp;</a:t>
            </a:r>
            <a:r>
              <a:rPr lang="en">
                <a:solidFill>
                  <a:schemeClr val="accent4"/>
                </a:solidFill>
              </a:rPr>
              <a:t> Contraindications</a:t>
            </a:r>
            <a:endParaRPr>
              <a:solidFill>
                <a:schemeClr val="accent4"/>
              </a:solidFill>
            </a:endParaRPr>
          </a:p>
        </p:txBody>
      </p:sp>
      <p:sp>
        <p:nvSpPr>
          <p:cNvPr id="842" name="Google Shape;842;p47"/>
          <p:cNvSpPr txBox="1"/>
          <p:nvPr/>
        </p:nvSpPr>
        <p:spPr>
          <a:xfrm>
            <a:off x="719755" y="1623238"/>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chemeClr val="dk1"/>
                </a:solidFill>
                <a:latin typeface="Barlow Light"/>
                <a:ea typeface="Barlow Light"/>
                <a:cs typeface="Barlow Light"/>
                <a:sym typeface="Barlow Light"/>
              </a:rPr>
              <a:t>1. Here you can describe a reason to start the treatment</a:t>
            </a:r>
            <a:endParaRPr sz="1300">
              <a:solidFill>
                <a:schemeClr val="dk1"/>
              </a:solidFill>
              <a:latin typeface="Barlow Light"/>
              <a:ea typeface="Barlow Light"/>
              <a:cs typeface="Barlow Light"/>
              <a:sym typeface="Barlow Light"/>
            </a:endParaRPr>
          </a:p>
        </p:txBody>
      </p:sp>
      <p:sp>
        <p:nvSpPr>
          <p:cNvPr id="843" name="Google Shape;843;p47"/>
          <p:cNvSpPr/>
          <p:nvPr/>
        </p:nvSpPr>
        <p:spPr>
          <a:xfrm>
            <a:off x="3683310" y="1623250"/>
            <a:ext cx="467105" cy="47460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7"/>
          <p:cNvSpPr txBox="1"/>
          <p:nvPr/>
        </p:nvSpPr>
        <p:spPr>
          <a:xfrm>
            <a:off x="4993105" y="1623238"/>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chemeClr val="dk1"/>
                </a:solidFill>
                <a:latin typeface="Barlow Light"/>
                <a:ea typeface="Barlow Light"/>
                <a:cs typeface="Barlow Light"/>
                <a:sym typeface="Barlow Light"/>
              </a:rPr>
              <a:t>1. Here you can describe a reason to stop the treatment</a:t>
            </a:r>
            <a:endParaRPr sz="1300">
              <a:solidFill>
                <a:schemeClr val="dk1"/>
              </a:solidFill>
              <a:latin typeface="Barlow Light"/>
              <a:ea typeface="Barlow Light"/>
              <a:cs typeface="Barlow Light"/>
              <a:sym typeface="Barlow Light"/>
            </a:endParaRPr>
          </a:p>
        </p:txBody>
      </p:sp>
      <p:sp>
        <p:nvSpPr>
          <p:cNvPr id="845" name="Google Shape;845;p47"/>
          <p:cNvSpPr/>
          <p:nvPr/>
        </p:nvSpPr>
        <p:spPr>
          <a:xfrm>
            <a:off x="7956660" y="1623250"/>
            <a:ext cx="467105" cy="47460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7"/>
          <p:cNvSpPr txBox="1"/>
          <p:nvPr/>
        </p:nvSpPr>
        <p:spPr>
          <a:xfrm>
            <a:off x="719755" y="2331713"/>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chemeClr val="dk1"/>
                </a:solidFill>
                <a:latin typeface="Barlow Light"/>
                <a:ea typeface="Barlow Light"/>
                <a:cs typeface="Barlow Light"/>
                <a:sym typeface="Barlow Light"/>
              </a:rPr>
              <a:t>2</a:t>
            </a:r>
            <a:r>
              <a:rPr lang="en" sz="1300">
                <a:solidFill>
                  <a:schemeClr val="dk1"/>
                </a:solidFill>
                <a:latin typeface="Barlow Light"/>
                <a:ea typeface="Barlow Light"/>
                <a:cs typeface="Barlow Light"/>
                <a:sym typeface="Barlow Light"/>
              </a:rPr>
              <a:t>. Here you can describe a reason to start the treatment</a:t>
            </a:r>
            <a:endParaRPr sz="1300">
              <a:solidFill>
                <a:schemeClr val="dk1"/>
              </a:solidFill>
              <a:latin typeface="Barlow Light"/>
              <a:ea typeface="Barlow Light"/>
              <a:cs typeface="Barlow Light"/>
              <a:sym typeface="Barlow Light"/>
            </a:endParaRPr>
          </a:p>
        </p:txBody>
      </p:sp>
      <p:sp>
        <p:nvSpPr>
          <p:cNvPr id="847" name="Google Shape;847;p47"/>
          <p:cNvSpPr/>
          <p:nvPr/>
        </p:nvSpPr>
        <p:spPr>
          <a:xfrm>
            <a:off x="3683310" y="2331725"/>
            <a:ext cx="467105" cy="47460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7"/>
          <p:cNvSpPr txBox="1"/>
          <p:nvPr/>
        </p:nvSpPr>
        <p:spPr>
          <a:xfrm>
            <a:off x="4993105" y="2331713"/>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chemeClr val="dk1"/>
                </a:solidFill>
                <a:latin typeface="Barlow Light"/>
                <a:ea typeface="Barlow Light"/>
                <a:cs typeface="Barlow Light"/>
                <a:sym typeface="Barlow Light"/>
              </a:rPr>
              <a:t>2</a:t>
            </a:r>
            <a:r>
              <a:rPr lang="en" sz="1300">
                <a:solidFill>
                  <a:schemeClr val="dk1"/>
                </a:solidFill>
                <a:latin typeface="Barlow Light"/>
                <a:ea typeface="Barlow Light"/>
                <a:cs typeface="Barlow Light"/>
                <a:sym typeface="Barlow Light"/>
              </a:rPr>
              <a:t>. Here you can describe a reason to stop the treatment</a:t>
            </a:r>
            <a:endParaRPr sz="1300">
              <a:solidFill>
                <a:schemeClr val="dk1"/>
              </a:solidFill>
              <a:latin typeface="Barlow Light"/>
              <a:ea typeface="Barlow Light"/>
              <a:cs typeface="Barlow Light"/>
              <a:sym typeface="Barlow Light"/>
            </a:endParaRPr>
          </a:p>
        </p:txBody>
      </p:sp>
      <p:sp>
        <p:nvSpPr>
          <p:cNvPr id="849" name="Google Shape;849;p47"/>
          <p:cNvSpPr/>
          <p:nvPr/>
        </p:nvSpPr>
        <p:spPr>
          <a:xfrm>
            <a:off x="7956660" y="2331725"/>
            <a:ext cx="467105" cy="47460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7"/>
          <p:cNvSpPr txBox="1"/>
          <p:nvPr/>
        </p:nvSpPr>
        <p:spPr>
          <a:xfrm>
            <a:off x="719755" y="3040188"/>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chemeClr val="dk1"/>
                </a:solidFill>
                <a:latin typeface="Barlow Light"/>
                <a:ea typeface="Barlow Light"/>
                <a:cs typeface="Barlow Light"/>
                <a:sym typeface="Barlow Light"/>
              </a:rPr>
              <a:t>3</a:t>
            </a:r>
            <a:r>
              <a:rPr lang="en" sz="1300">
                <a:solidFill>
                  <a:schemeClr val="dk1"/>
                </a:solidFill>
                <a:latin typeface="Barlow Light"/>
                <a:ea typeface="Barlow Light"/>
                <a:cs typeface="Barlow Light"/>
                <a:sym typeface="Barlow Light"/>
              </a:rPr>
              <a:t>. Here you can describe a reason to start the treatment</a:t>
            </a:r>
            <a:endParaRPr sz="1300">
              <a:solidFill>
                <a:schemeClr val="dk1"/>
              </a:solidFill>
              <a:latin typeface="Barlow Light"/>
              <a:ea typeface="Barlow Light"/>
              <a:cs typeface="Barlow Light"/>
              <a:sym typeface="Barlow Light"/>
            </a:endParaRPr>
          </a:p>
        </p:txBody>
      </p:sp>
      <p:sp>
        <p:nvSpPr>
          <p:cNvPr id="851" name="Google Shape;851;p47"/>
          <p:cNvSpPr/>
          <p:nvPr/>
        </p:nvSpPr>
        <p:spPr>
          <a:xfrm>
            <a:off x="3683310" y="3040200"/>
            <a:ext cx="467105" cy="47460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7"/>
          <p:cNvSpPr txBox="1"/>
          <p:nvPr/>
        </p:nvSpPr>
        <p:spPr>
          <a:xfrm>
            <a:off x="4993105" y="3040188"/>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chemeClr val="dk1"/>
                </a:solidFill>
                <a:latin typeface="Barlow Light"/>
                <a:ea typeface="Barlow Light"/>
                <a:cs typeface="Barlow Light"/>
                <a:sym typeface="Barlow Light"/>
              </a:rPr>
              <a:t>3</a:t>
            </a:r>
            <a:r>
              <a:rPr lang="en" sz="1300">
                <a:solidFill>
                  <a:schemeClr val="dk1"/>
                </a:solidFill>
                <a:latin typeface="Barlow Light"/>
                <a:ea typeface="Barlow Light"/>
                <a:cs typeface="Barlow Light"/>
                <a:sym typeface="Barlow Light"/>
              </a:rPr>
              <a:t>. Here you can describe a reason to stop the treatment</a:t>
            </a:r>
            <a:endParaRPr sz="1300">
              <a:solidFill>
                <a:schemeClr val="dk1"/>
              </a:solidFill>
              <a:latin typeface="Barlow Light"/>
              <a:ea typeface="Barlow Light"/>
              <a:cs typeface="Barlow Light"/>
              <a:sym typeface="Barlow Light"/>
            </a:endParaRPr>
          </a:p>
        </p:txBody>
      </p:sp>
      <p:sp>
        <p:nvSpPr>
          <p:cNvPr id="853" name="Google Shape;853;p47"/>
          <p:cNvSpPr/>
          <p:nvPr/>
        </p:nvSpPr>
        <p:spPr>
          <a:xfrm>
            <a:off x="7956660" y="3040200"/>
            <a:ext cx="467105" cy="47460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7"/>
          <p:cNvSpPr txBox="1"/>
          <p:nvPr/>
        </p:nvSpPr>
        <p:spPr>
          <a:xfrm>
            <a:off x="719755" y="3748663"/>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chemeClr val="dk1"/>
                </a:solidFill>
                <a:latin typeface="Barlow Light"/>
                <a:ea typeface="Barlow Light"/>
                <a:cs typeface="Barlow Light"/>
                <a:sym typeface="Barlow Light"/>
              </a:rPr>
              <a:t>4</a:t>
            </a:r>
            <a:r>
              <a:rPr lang="en" sz="1300">
                <a:solidFill>
                  <a:schemeClr val="dk1"/>
                </a:solidFill>
                <a:latin typeface="Barlow Light"/>
                <a:ea typeface="Barlow Light"/>
                <a:cs typeface="Barlow Light"/>
                <a:sym typeface="Barlow Light"/>
              </a:rPr>
              <a:t>. Here you can describe a reason to start the treatment</a:t>
            </a:r>
            <a:endParaRPr sz="1300">
              <a:solidFill>
                <a:schemeClr val="dk1"/>
              </a:solidFill>
              <a:latin typeface="Barlow Light"/>
              <a:ea typeface="Barlow Light"/>
              <a:cs typeface="Barlow Light"/>
              <a:sym typeface="Barlow Light"/>
            </a:endParaRPr>
          </a:p>
        </p:txBody>
      </p:sp>
      <p:sp>
        <p:nvSpPr>
          <p:cNvPr id="855" name="Google Shape;855;p47"/>
          <p:cNvSpPr/>
          <p:nvPr/>
        </p:nvSpPr>
        <p:spPr>
          <a:xfrm>
            <a:off x="3683310" y="3748675"/>
            <a:ext cx="467105" cy="47460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7"/>
          <p:cNvSpPr txBox="1"/>
          <p:nvPr/>
        </p:nvSpPr>
        <p:spPr>
          <a:xfrm>
            <a:off x="4993105" y="3748663"/>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chemeClr val="dk1"/>
                </a:solidFill>
                <a:latin typeface="Barlow Light"/>
                <a:ea typeface="Barlow Light"/>
                <a:cs typeface="Barlow Light"/>
                <a:sym typeface="Barlow Light"/>
              </a:rPr>
              <a:t>4</a:t>
            </a:r>
            <a:r>
              <a:rPr lang="en" sz="1300">
                <a:solidFill>
                  <a:schemeClr val="dk1"/>
                </a:solidFill>
                <a:latin typeface="Barlow Light"/>
                <a:ea typeface="Barlow Light"/>
                <a:cs typeface="Barlow Light"/>
                <a:sym typeface="Barlow Light"/>
              </a:rPr>
              <a:t>. Here you can describe a reason to stop the treatment</a:t>
            </a:r>
            <a:endParaRPr sz="1300">
              <a:solidFill>
                <a:schemeClr val="dk1"/>
              </a:solidFill>
              <a:latin typeface="Barlow Light"/>
              <a:ea typeface="Barlow Light"/>
              <a:cs typeface="Barlow Light"/>
              <a:sym typeface="Barlow Light"/>
            </a:endParaRPr>
          </a:p>
        </p:txBody>
      </p:sp>
      <p:sp>
        <p:nvSpPr>
          <p:cNvPr id="857" name="Google Shape;857;p47"/>
          <p:cNvSpPr/>
          <p:nvPr/>
        </p:nvSpPr>
        <p:spPr>
          <a:xfrm>
            <a:off x="7956660" y="3748675"/>
            <a:ext cx="467105" cy="474604"/>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 name="Google Shape;858;p47"/>
          <p:cNvGrpSpPr/>
          <p:nvPr/>
        </p:nvGrpSpPr>
        <p:grpSpPr>
          <a:xfrm>
            <a:off x="3816258" y="1741699"/>
            <a:ext cx="224969" cy="214972"/>
            <a:chOff x="4236650" y="2075900"/>
            <a:chExt cx="337792" cy="281524"/>
          </a:xfrm>
        </p:grpSpPr>
        <p:sp>
          <p:nvSpPr>
            <p:cNvPr id="859" name="Google Shape;859;p47"/>
            <p:cNvSpPr/>
            <p:nvPr/>
          </p:nvSpPr>
          <p:spPr>
            <a:xfrm>
              <a:off x="4236650" y="2075900"/>
              <a:ext cx="337792" cy="281524"/>
            </a:xfrm>
            <a:custGeom>
              <a:rect b="b" l="l" r="r" t="t"/>
              <a:pathLst>
                <a:path extrusionOk="0" h="24306" w="29164">
                  <a:moveTo>
                    <a:pt x="0" y="9809"/>
                  </a:moveTo>
                  <a:cubicBezTo>
                    <a:pt x="1802" y="9187"/>
                    <a:pt x="3533" y="8588"/>
                    <a:pt x="5328" y="7970"/>
                  </a:cubicBezTo>
                  <a:cubicBezTo>
                    <a:pt x="6034" y="8578"/>
                    <a:pt x="6342" y="9458"/>
                    <a:pt x="6711" y="10302"/>
                  </a:cubicBezTo>
                  <a:cubicBezTo>
                    <a:pt x="7066" y="11109"/>
                    <a:pt x="7462" y="11896"/>
                    <a:pt x="7855" y="12719"/>
                  </a:cubicBezTo>
                  <a:cubicBezTo>
                    <a:pt x="13888" y="8453"/>
                    <a:pt x="19862" y="4228"/>
                    <a:pt x="25846" y="0"/>
                  </a:cubicBezTo>
                  <a:cubicBezTo>
                    <a:pt x="27168" y="911"/>
                    <a:pt x="27908" y="2114"/>
                    <a:pt x="28785" y="3178"/>
                  </a:cubicBezTo>
                  <a:cubicBezTo>
                    <a:pt x="29164" y="3634"/>
                    <a:pt x="28921" y="4499"/>
                    <a:pt x="28281" y="4865"/>
                  </a:cubicBezTo>
                  <a:cubicBezTo>
                    <a:pt x="25252" y="6575"/>
                    <a:pt x="23235" y="9381"/>
                    <a:pt x="20812" y="11735"/>
                  </a:cubicBezTo>
                  <a:cubicBezTo>
                    <a:pt x="19250" y="13255"/>
                    <a:pt x="17918" y="15014"/>
                    <a:pt x="16454" y="16635"/>
                  </a:cubicBezTo>
                  <a:cubicBezTo>
                    <a:pt x="15238" y="17980"/>
                    <a:pt x="13954" y="19264"/>
                    <a:pt x="12741" y="20609"/>
                  </a:cubicBezTo>
                  <a:cubicBezTo>
                    <a:pt x="11930" y="21503"/>
                    <a:pt x="11162" y="22438"/>
                    <a:pt x="10425" y="23395"/>
                  </a:cubicBezTo>
                  <a:cubicBezTo>
                    <a:pt x="9924" y="24041"/>
                    <a:pt x="9396" y="24306"/>
                    <a:pt x="8530" y="24191"/>
                  </a:cubicBezTo>
                  <a:cubicBezTo>
                    <a:pt x="7480" y="24048"/>
                    <a:pt x="6395" y="24131"/>
                    <a:pt x="5328" y="24163"/>
                  </a:cubicBezTo>
                  <a:cubicBezTo>
                    <a:pt x="4214" y="24194"/>
                    <a:pt x="3836" y="24035"/>
                    <a:pt x="3593" y="22995"/>
                  </a:cubicBezTo>
                  <a:cubicBezTo>
                    <a:pt x="2726" y="19284"/>
                    <a:pt x="1294" y="15717"/>
                    <a:pt x="762" y="11916"/>
                  </a:cubicBezTo>
                  <a:cubicBezTo>
                    <a:pt x="668" y="11255"/>
                    <a:pt x="306" y="10630"/>
                    <a:pt x="0" y="9809"/>
                  </a:cubicBezTo>
                  <a:close/>
                  <a:moveTo>
                    <a:pt x="25791" y="1592"/>
                  </a:moveTo>
                  <a:cubicBezTo>
                    <a:pt x="23527" y="3125"/>
                    <a:pt x="21399" y="4527"/>
                    <a:pt x="19313" y="5995"/>
                  </a:cubicBezTo>
                  <a:cubicBezTo>
                    <a:pt x="16615" y="7890"/>
                    <a:pt x="13941" y="9819"/>
                    <a:pt x="11284" y="11774"/>
                  </a:cubicBezTo>
                  <a:cubicBezTo>
                    <a:pt x="10272" y="12514"/>
                    <a:pt x="9354" y="13380"/>
                    <a:pt x="8370" y="14159"/>
                  </a:cubicBezTo>
                  <a:cubicBezTo>
                    <a:pt x="7727" y="14670"/>
                    <a:pt x="7331" y="14545"/>
                    <a:pt x="7007" y="13780"/>
                  </a:cubicBezTo>
                  <a:cubicBezTo>
                    <a:pt x="6569" y="12754"/>
                    <a:pt x="6151" y="11721"/>
                    <a:pt x="5700" y="10703"/>
                  </a:cubicBezTo>
                  <a:cubicBezTo>
                    <a:pt x="5519" y="10292"/>
                    <a:pt x="5272" y="9914"/>
                    <a:pt x="5011" y="9444"/>
                  </a:cubicBezTo>
                  <a:cubicBezTo>
                    <a:pt x="3829" y="9896"/>
                    <a:pt x="2765" y="10302"/>
                    <a:pt x="1548" y="10772"/>
                  </a:cubicBezTo>
                  <a:cubicBezTo>
                    <a:pt x="2035" y="12970"/>
                    <a:pt x="2441" y="15063"/>
                    <a:pt x="2973" y="17125"/>
                  </a:cubicBezTo>
                  <a:cubicBezTo>
                    <a:pt x="3391" y="18742"/>
                    <a:pt x="3964" y="20321"/>
                    <a:pt x="4469" y="21917"/>
                  </a:cubicBezTo>
                  <a:cubicBezTo>
                    <a:pt x="4643" y="22470"/>
                    <a:pt x="4970" y="22751"/>
                    <a:pt x="5591" y="22730"/>
                  </a:cubicBezTo>
                  <a:cubicBezTo>
                    <a:pt x="6423" y="22703"/>
                    <a:pt x="7257" y="22716"/>
                    <a:pt x="8088" y="22783"/>
                  </a:cubicBezTo>
                  <a:cubicBezTo>
                    <a:pt x="8648" y="22828"/>
                    <a:pt x="9055" y="22682"/>
                    <a:pt x="9448" y="22271"/>
                  </a:cubicBezTo>
                  <a:cubicBezTo>
                    <a:pt x="11325" y="20331"/>
                    <a:pt x="13280" y="18460"/>
                    <a:pt x="15113" y="16478"/>
                  </a:cubicBezTo>
                  <a:cubicBezTo>
                    <a:pt x="17891" y="13474"/>
                    <a:pt x="20540" y="10348"/>
                    <a:pt x="23458" y="7465"/>
                  </a:cubicBezTo>
                  <a:cubicBezTo>
                    <a:pt x="24720" y="6221"/>
                    <a:pt x="25944" y="4961"/>
                    <a:pt x="27422" y="3977"/>
                  </a:cubicBezTo>
                  <a:cubicBezTo>
                    <a:pt x="27484" y="3936"/>
                    <a:pt x="27494" y="3821"/>
                    <a:pt x="27575" y="3637"/>
                  </a:cubicBezTo>
                  <a:cubicBezTo>
                    <a:pt x="27035" y="3018"/>
                    <a:pt x="26462" y="2361"/>
                    <a:pt x="25791" y="1592"/>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7"/>
            <p:cNvSpPr/>
            <p:nvPr/>
          </p:nvSpPr>
          <p:spPr>
            <a:xfrm>
              <a:off x="4254580" y="2094341"/>
              <a:ext cx="301458" cy="245966"/>
            </a:xfrm>
            <a:custGeom>
              <a:rect b="b" l="l" r="r" t="t"/>
              <a:pathLst>
                <a:path extrusionOk="0" h="21236" w="26027">
                  <a:moveTo>
                    <a:pt x="24243" y="0"/>
                  </a:moveTo>
                  <a:cubicBezTo>
                    <a:pt x="24914" y="769"/>
                    <a:pt x="25487" y="1426"/>
                    <a:pt x="26027" y="2045"/>
                  </a:cubicBezTo>
                  <a:cubicBezTo>
                    <a:pt x="25946" y="2229"/>
                    <a:pt x="25936" y="2344"/>
                    <a:pt x="25874" y="2385"/>
                  </a:cubicBezTo>
                  <a:cubicBezTo>
                    <a:pt x="24396" y="3369"/>
                    <a:pt x="23172" y="4629"/>
                    <a:pt x="21910" y="5873"/>
                  </a:cubicBezTo>
                  <a:cubicBezTo>
                    <a:pt x="18992" y="8756"/>
                    <a:pt x="16343" y="11882"/>
                    <a:pt x="13565" y="14886"/>
                  </a:cubicBezTo>
                  <a:cubicBezTo>
                    <a:pt x="11732" y="16868"/>
                    <a:pt x="9777" y="18739"/>
                    <a:pt x="7900" y="20679"/>
                  </a:cubicBezTo>
                  <a:cubicBezTo>
                    <a:pt x="7507" y="21090"/>
                    <a:pt x="7100" y="21236"/>
                    <a:pt x="6540" y="21191"/>
                  </a:cubicBezTo>
                  <a:cubicBezTo>
                    <a:pt x="5709" y="21124"/>
                    <a:pt x="4875" y="21111"/>
                    <a:pt x="4043" y="21138"/>
                  </a:cubicBezTo>
                  <a:cubicBezTo>
                    <a:pt x="3422" y="21159"/>
                    <a:pt x="3095" y="20878"/>
                    <a:pt x="2921" y="20325"/>
                  </a:cubicBezTo>
                  <a:cubicBezTo>
                    <a:pt x="2416" y="18729"/>
                    <a:pt x="1843" y="17150"/>
                    <a:pt x="1425" y="15533"/>
                  </a:cubicBezTo>
                  <a:cubicBezTo>
                    <a:pt x="893" y="13471"/>
                    <a:pt x="487" y="11378"/>
                    <a:pt x="0" y="9180"/>
                  </a:cubicBezTo>
                  <a:cubicBezTo>
                    <a:pt x="1217" y="8710"/>
                    <a:pt x="2281" y="8304"/>
                    <a:pt x="3463" y="7852"/>
                  </a:cubicBezTo>
                  <a:cubicBezTo>
                    <a:pt x="3724" y="8322"/>
                    <a:pt x="3971" y="8700"/>
                    <a:pt x="4152" y="9111"/>
                  </a:cubicBezTo>
                  <a:cubicBezTo>
                    <a:pt x="4603" y="10129"/>
                    <a:pt x="5021" y="11162"/>
                    <a:pt x="5459" y="12188"/>
                  </a:cubicBezTo>
                  <a:cubicBezTo>
                    <a:pt x="5783" y="12953"/>
                    <a:pt x="6179" y="13078"/>
                    <a:pt x="6822" y="12567"/>
                  </a:cubicBezTo>
                  <a:cubicBezTo>
                    <a:pt x="7806" y="11788"/>
                    <a:pt x="8724" y="10922"/>
                    <a:pt x="9736" y="10182"/>
                  </a:cubicBezTo>
                  <a:cubicBezTo>
                    <a:pt x="12393" y="8227"/>
                    <a:pt x="15067" y="6298"/>
                    <a:pt x="17765" y="4403"/>
                  </a:cubicBezTo>
                  <a:cubicBezTo>
                    <a:pt x="19851" y="2935"/>
                    <a:pt x="21979" y="1533"/>
                    <a:pt x="2424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47"/>
          <p:cNvGrpSpPr/>
          <p:nvPr/>
        </p:nvGrpSpPr>
        <p:grpSpPr>
          <a:xfrm>
            <a:off x="3816258" y="2450158"/>
            <a:ext cx="224969" cy="214972"/>
            <a:chOff x="4236650" y="2075900"/>
            <a:chExt cx="337792" cy="281524"/>
          </a:xfrm>
        </p:grpSpPr>
        <p:sp>
          <p:nvSpPr>
            <p:cNvPr id="862" name="Google Shape;862;p47"/>
            <p:cNvSpPr/>
            <p:nvPr/>
          </p:nvSpPr>
          <p:spPr>
            <a:xfrm>
              <a:off x="4236650" y="2075900"/>
              <a:ext cx="337792" cy="281524"/>
            </a:xfrm>
            <a:custGeom>
              <a:rect b="b" l="l" r="r" t="t"/>
              <a:pathLst>
                <a:path extrusionOk="0" h="24306" w="29164">
                  <a:moveTo>
                    <a:pt x="0" y="9809"/>
                  </a:moveTo>
                  <a:cubicBezTo>
                    <a:pt x="1802" y="9187"/>
                    <a:pt x="3533" y="8588"/>
                    <a:pt x="5328" y="7970"/>
                  </a:cubicBezTo>
                  <a:cubicBezTo>
                    <a:pt x="6034" y="8578"/>
                    <a:pt x="6342" y="9458"/>
                    <a:pt x="6711" y="10302"/>
                  </a:cubicBezTo>
                  <a:cubicBezTo>
                    <a:pt x="7066" y="11109"/>
                    <a:pt x="7462" y="11896"/>
                    <a:pt x="7855" y="12719"/>
                  </a:cubicBezTo>
                  <a:cubicBezTo>
                    <a:pt x="13888" y="8453"/>
                    <a:pt x="19862" y="4228"/>
                    <a:pt x="25846" y="0"/>
                  </a:cubicBezTo>
                  <a:cubicBezTo>
                    <a:pt x="27168" y="911"/>
                    <a:pt x="27908" y="2114"/>
                    <a:pt x="28785" y="3178"/>
                  </a:cubicBezTo>
                  <a:cubicBezTo>
                    <a:pt x="29164" y="3634"/>
                    <a:pt x="28921" y="4499"/>
                    <a:pt x="28281" y="4865"/>
                  </a:cubicBezTo>
                  <a:cubicBezTo>
                    <a:pt x="25252" y="6575"/>
                    <a:pt x="23235" y="9381"/>
                    <a:pt x="20812" y="11735"/>
                  </a:cubicBezTo>
                  <a:cubicBezTo>
                    <a:pt x="19250" y="13255"/>
                    <a:pt x="17918" y="15014"/>
                    <a:pt x="16454" y="16635"/>
                  </a:cubicBezTo>
                  <a:cubicBezTo>
                    <a:pt x="15238" y="17980"/>
                    <a:pt x="13954" y="19264"/>
                    <a:pt x="12741" y="20609"/>
                  </a:cubicBezTo>
                  <a:cubicBezTo>
                    <a:pt x="11930" y="21503"/>
                    <a:pt x="11162" y="22438"/>
                    <a:pt x="10425" y="23395"/>
                  </a:cubicBezTo>
                  <a:cubicBezTo>
                    <a:pt x="9924" y="24041"/>
                    <a:pt x="9396" y="24306"/>
                    <a:pt x="8530" y="24191"/>
                  </a:cubicBezTo>
                  <a:cubicBezTo>
                    <a:pt x="7480" y="24048"/>
                    <a:pt x="6395" y="24131"/>
                    <a:pt x="5328" y="24163"/>
                  </a:cubicBezTo>
                  <a:cubicBezTo>
                    <a:pt x="4214" y="24194"/>
                    <a:pt x="3836" y="24035"/>
                    <a:pt x="3593" y="22995"/>
                  </a:cubicBezTo>
                  <a:cubicBezTo>
                    <a:pt x="2726" y="19284"/>
                    <a:pt x="1294" y="15717"/>
                    <a:pt x="762" y="11916"/>
                  </a:cubicBezTo>
                  <a:cubicBezTo>
                    <a:pt x="668" y="11255"/>
                    <a:pt x="306" y="10630"/>
                    <a:pt x="0" y="9809"/>
                  </a:cubicBezTo>
                  <a:close/>
                  <a:moveTo>
                    <a:pt x="25791" y="1592"/>
                  </a:moveTo>
                  <a:cubicBezTo>
                    <a:pt x="23527" y="3125"/>
                    <a:pt x="21399" y="4527"/>
                    <a:pt x="19313" y="5995"/>
                  </a:cubicBezTo>
                  <a:cubicBezTo>
                    <a:pt x="16615" y="7890"/>
                    <a:pt x="13941" y="9819"/>
                    <a:pt x="11284" y="11774"/>
                  </a:cubicBezTo>
                  <a:cubicBezTo>
                    <a:pt x="10272" y="12514"/>
                    <a:pt x="9354" y="13380"/>
                    <a:pt x="8370" y="14159"/>
                  </a:cubicBezTo>
                  <a:cubicBezTo>
                    <a:pt x="7727" y="14670"/>
                    <a:pt x="7331" y="14545"/>
                    <a:pt x="7007" y="13780"/>
                  </a:cubicBezTo>
                  <a:cubicBezTo>
                    <a:pt x="6569" y="12754"/>
                    <a:pt x="6151" y="11721"/>
                    <a:pt x="5700" y="10703"/>
                  </a:cubicBezTo>
                  <a:cubicBezTo>
                    <a:pt x="5519" y="10292"/>
                    <a:pt x="5272" y="9914"/>
                    <a:pt x="5011" y="9444"/>
                  </a:cubicBezTo>
                  <a:cubicBezTo>
                    <a:pt x="3829" y="9896"/>
                    <a:pt x="2765" y="10302"/>
                    <a:pt x="1548" y="10772"/>
                  </a:cubicBezTo>
                  <a:cubicBezTo>
                    <a:pt x="2035" y="12970"/>
                    <a:pt x="2441" y="15063"/>
                    <a:pt x="2973" y="17125"/>
                  </a:cubicBezTo>
                  <a:cubicBezTo>
                    <a:pt x="3391" y="18742"/>
                    <a:pt x="3964" y="20321"/>
                    <a:pt x="4469" y="21917"/>
                  </a:cubicBezTo>
                  <a:cubicBezTo>
                    <a:pt x="4643" y="22470"/>
                    <a:pt x="4970" y="22751"/>
                    <a:pt x="5591" y="22730"/>
                  </a:cubicBezTo>
                  <a:cubicBezTo>
                    <a:pt x="6423" y="22703"/>
                    <a:pt x="7257" y="22716"/>
                    <a:pt x="8088" y="22783"/>
                  </a:cubicBezTo>
                  <a:cubicBezTo>
                    <a:pt x="8648" y="22828"/>
                    <a:pt x="9055" y="22682"/>
                    <a:pt x="9448" y="22271"/>
                  </a:cubicBezTo>
                  <a:cubicBezTo>
                    <a:pt x="11325" y="20331"/>
                    <a:pt x="13280" y="18460"/>
                    <a:pt x="15113" y="16478"/>
                  </a:cubicBezTo>
                  <a:cubicBezTo>
                    <a:pt x="17891" y="13474"/>
                    <a:pt x="20540" y="10348"/>
                    <a:pt x="23458" y="7465"/>
                  </a:cubicBezTo>
                  <a:cubicBezTo>
                    <a:pt x="24720" y="6221"/>
                    <a:pt x="25944" y="4961"/>
                    <a:pt x="27422" y="3977"/>
                  </a:cubicBezTo>
                  <a:cubicBezTo>
                    <a:pt x="27484" y="3936"/>
                    <a:pt x="27494" y="3821"/>
                    <a:pt x="27575" y="3637"/>
                  </a:cubicBezTo>
                  <a:cubicBezTo>
                    <a:pt x="27035" y="3018"/>
                    <a:pt x="26462" y="2361"/>
                    <a:pt x="25791" y="1592"/>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7"/>
            <p:cNvSpPr/>
            <p:nvPr/>
          </p:nvSpPr>
          <p:spPr>
            <a:xfrm>
              <a:off x="4254580" y="2094341"/>
              <a:ext cx="301458" cy="245966"/>
            </a:xfrm>
            <a:custGeom>
              <a:rect b="b" l="l" r="r" t="t"/>
              <a:pathLst>
                <a:path extrusionOk="0" h="21236" w="26027">
                  <a:moveTo>
                    <a:pt x="24243" y="0"/>
                  </a:moveTo>
                  <a:cubicBezTo>
                    <a:pt x="24914" y="769"/>
                    <a:pt x="25487" y="1426"/>
                    <a:pt x="26027" y="2045"/>
                  </a:cubicBezTo>
                  <a:cubicBezTo>
                    <a:pt x="25946" y="2229"/>
                    <a:pt x="25936" y="2344"/>
                    <a:pt x="25874" y="2385"/>
                  </a:cubicBezTo>
                  <a:cubicBezTo>
                    <a:pt x="24396" y="3369"/>
                    <a:pt x="23172" y="4629"/>
                    <a:pt x="21910" y="5873"/>
                  </a:cubicBezTo>
                  <a:cubicBezTo>
                    <a:pt x="18992" y="8756"/>
                    <a:pt x="16343" y="11882"/>
                    <a:pt x="13565" y="14886"/>
                  </a:cubicBezTo>
                  <a:cubicBezTo>
                    <a:pt x="11732" y="16868"/>
                    <a:pt x="9777" y="18739"/>
                    <a:pt x="7900" y="20679"/>
                  </a:cubicBezTo>
                  <a:cubicBezTo>
                    <a:pt x="7507" y="21090"/>
                    <a:pt x="7100" y="21236"/>
                    <a:pt x="6540" y="21191"/>
                  </a:cubicBezTo>
                  <a:cubicBezTo>
                    <a:pt x="5709" y="21124"/>
                    <a:pt x="4875" y="21111"/>
                    <a:pt x="4043" y="21138"/>
                  </a:cubicBezTo>
                  <a:cubicBezTo>
                    <a:pt x="3422" y="21159"/>
                    <a:pt x="3095" y="20878"/>
                    <a:pt x="2921" y="20325"/>
                  </a:cubicBezTo>
                  <a:cubicBezTo>
                    <a:pt x="2416" y="18729"/>
                    <a:pt x="1843" y="17150"/>
                    <a:pt x="1425" y="15533"/>
                  </a:cubicBezTo>
                  <a:cubicBezTo>
                    <a:pt x="893" y="13471"/>
                    <a:pt x="487" y="11378"/>
                    <a:pt x="0" y="9180"/>
                  </a:cubicBezTo>
                  <a:cubicBezTo>
                    <a:pt x="1217" y="8710"/>
                    <a:pt x="2281" y="8304"/>
                    <a:pt x="3463" y="7852"/>
                  </a:cubicBezTo>
                  <a:cubicBezTo>
                    <a:pt x="3724" y="8322"/>
                    <a:pt x="3971" y="8700"/>
                    <a:pt x="4152" y="9111"/>
                  </a:cubicBezTo>
                  <a:cubicBezTo>
                    <a:pt x="4603" y="10129"/>
                    <a:pt x="5021" y="11162"/>
                    <a:pt x="5459" y="12188"/>
                  </a:cubicBezTo>
                  <a:cubicBezTo>
                    <a:pt x="5783" y="12953"/>
                    <a:pt x="6179" y="13078"/>
                    <a:pt x="6822" y="12567"/>
                  </a:cubicBezTo>
                  <a:cubicBezTo>
                    <a:pt x="7806" y="11788"/>
                    <a:pt x="8724" y="10922"/>
                    <a:pt x="9736" y="10182"/>
                  </a:cubicBezTo>
                  <a:cubicBezTo>
                    <a:pt x="12393" y="8227"/>
                    <a:pt x="15067" y="6298"/>
                    <a:pt x="17765" y="4403"/>
                  </a:cubicBezTo>
                  <a:cubicBezTo>
                    <a:pt x="19851" y="2935"/>
                    <a:pt x="21979" y="1533"/>
                    <a:pt x="2424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 name="Google Shape;864;p47"/>
          <p:cNvGrpSpPr/>
          <p:nvPr/>
        </p:nvGrpSpPr>
        <p:grpSpPr>
          <a:xfrm>
            <a:off x="3816258" y="3158630"/>
            <a:ext cx="224969" cy="214972"/>
            <a:chOff x="4236650" y="2075900"/>
            <a:chExt cx="337792" cy="281524"/>
          </a:xfrm>
        </p:grpSpPr>
        <p:sp>
          <p:nvSpPr>
            <p:cNvPr id="865" name="Google Shape;865;p47"/>
            <p:cNvSpPr/>
            <p:nvPr/>
          </p:nvSpPr>
          <p:spPr>
            <a:xfrm>
              <a:off x="4236650" y="2075900"/>
              <a:ext cx="337792" cy="281524"/>
            </a:xfrm>
            <a:custGeom>
              <a:rect b="b" l="l" r="r" t="t"/>
              <a:pathLst>
                <a:path extrusionOk="0" h="24306" w="29164">
                  <a:moveTo>
                    <a:pt x="0" y="9809"/>
                  </a:moveTo>
                  <a:cubicBezTo>
                    <a:pt x="1802" y="9187"/>
                    <a:pt x="3533" y="8588"/>
                    <a:pt x="5328" y="7970"/>
                  </a:cubicBezTo>
                  <a:cubicBezTo>
                    <a:pt x="6034" y="8578"/>
                    <a:pt x="6342" y="9458"/>
                    <a:pt x="6711" y="10302"/>
                  </a:cubicBezTo>
                  <a:cubicBezTo>
                    <a:pt x="7066" y="11109"/>
                    <a:pt x="7462" y="11896"/>
                    <a:pt x="7855" y="12719"/>
                  </a:cubicBezTo>
                  <a:cubicBezTo>
                    <a:pt x="13888" y="8453"/>
                    <a:pt x="19862" y="4228"/>
                    <a:pt x="25846" y="0"/>
                  </a:cubicBezTo>
                  <a:cubicBezTo>
                    <a:pt x="27168" y="911"/>
                    <a:pt x="27908" y="2114"/>
                    <a:pt x="28785" y="3178"/>
                  </a:cubicBezTo>
                  <a:cubicBezTo>
                    <a:pt x="29164" y="3634"/>
                    <a:pt x="28921" y="4499"/>
                    <a:pt x="28281" y="4865"/>
                  </a:cubicBezTo>
                  <a:cubicBezTo>
                    <a:pt x="25252" y="6575"/>
                    <a:pt x="23235" y="9381"/>
                    <a:pt x="20812" y="11735"/>
                  </a:cubicBezTo>
                  <a:cubicBezTo>
                    <a:pt x="19250" y="13255"/>
                    <a:pt x="17918" y="15014"/>
                    <a:pt x="16454" y="16635"/>
                  </a:cubicBezTo>
                  <a:cubicBezTo>
                    <a:pt x="15238" y="17980"/>
                    <a:pt x="13954" y="19264"/>
                    <a:pt x="12741" y="20609"/>
                  </a:cubicBezTo>
                  <a:cubicBezTo>
                    <a:pt x="11930" y="21503"/>
                    <a:pt x="11162" y="22438"/>
                    <a:pt x="10425" y="23395"/>
                  </a:cubicBezTo>
                  <a:cubicBezTo>
                    <a:pt x="9924" y="24041"/>
                    <a:pt x="9396" y="24306"/>
                    <a:pt x="8530" y="24191"/>
                  </a:cubicBezTo>
                  <a:cubicBezTo>
                    <a:pt x="7480" y="24048"/>
                    <a:pt x="6395" y="24131"/>
                    <a:pt x="5328" y="24163"/>
                  </a:cubicBezTo>
                  <a:cubicBezTo>
                    <a:pt x="4214" y="24194"/>
                    <a:pt x="3836" y="24035"/>
                    <a:pt x="3593" y="22995"/>
                  </a:cubicBezTo>
                  <a:cubicBezTo>
                    <a:pt x="2726" y="19284"/>
                    <a:pt x="1294" y="15717"/>
                    <a:pt x="762" y="11916"/>
                  </a:cubicBezTo>
                  <a:cubicBezTo>
                    <a:pt x="668" y="11255"/>
                    <a:pt x="306" y="10630"/>
                    <a:pt x="0" y="9809"/>
                  </a:cubicBezTo>
                  <a:close/>
                  <a:moveTo>
                    <a:pt x="25791" y="1592"/>
                  </a:moveTo>
                  <a:cubicBezTo>
                    <a:pt x="23527" y="3125"/>
                    <a:pt x="21399" y="4527"/>
                    <a:pt x="19313" y="5995"/>
                  </a:cubicBezTo>
                  <a:cubicBezTo>
                    <a:pt x="16615" y="7890"/>
                    <a:pt x="13941" y="9819"/>
                    <a:pt x="11284" y="11774"/>
                  </a:cubicBezTo>
                  <a:cubicBezTo>
                    <a:pt x="10272" y="12514"/>
                    <a:pt x="9354" y="13380"/>
                    <a:pt x="8370" y="14159"/>
                  </a:cubicBezTo>
                  <a:cubicBezTo>
                    <a:pt x="7727" y="14670"/>
                    <a:pt x="7331" y="14545"/>
                    <a:pt x="7007" y="13780"/>
                  </a:cubicBezTo>
                  <a:cubicBezTo>
                    <a:pt x="6569" y="12754"/>
                    <a:pt x="6151" y="11721"/>
                    <a:pt x="5700" y="10703"/>
                  </a:cubicBezTo>
                  <a:cubicBezTo>
                    <a:pt x="5519" y="10292"/>
                    <a:pt x="5272" y="9914"/>
                    <a:pt x="5011" y="9444"/>
                  </a:cubicBezTo>
                  <a:cubicBezTo>
                    <a:pt x="3829" y="9896"/>
                    <a:pt x="2765" y="10302"/>
                    <a:pt x="1548" y="10772"/>
                  </a:cubicBezTo>
                  <a:cubicBezTo>
                    <a:pt x="2035" y="12970"/>
                    <a:pt x="2441" y="15063"/>
                    <a:pt x="2973" y="17125"/>
                  </a:cubicBezTo>
                  <a:cubicBezTo>
                    <a:pt x="3391" y="18742"/>
                    <a:pt x="3964" y="20321"/>
                    <a:pt x="4469" y="21917"/>
                  </a:cubicBezTo>
                  <a:cubicBezTo>
                    <a:pt x="4643" y="22470"/>
                    <a:pt x="4970" y="22751"/>
                    <a:pt x="5591" y="22730"/>
                  </a:cubicBezTo>
                  <a:cubicBezTo>
                    <a:pt x="6423" y="22703"/>
                    <a:pt x="7257" y="22716"/>
                    <a:pt x="8088" y="22783"/>
                  </a:cubicBezTo>
                  <a:cubicBezTo>
                    <a:pt x="8648" y="22828"/>
                    <a:pt x="9055" y="22682"/>
                    <a:pt x="9448" y="22271"/>
                  </a:cubicBezTo>
                  <a:cubicBezTo>
                    <a:pt x="11325" y="20331"/>
                    <a:pt x="13280" y="18460"/>
                    <a:pt x="15113" y="16478"/>
                  </a:cubicBezTo>
                  <a:cubicBezTo>
                    <a:pt x="17891" y="13474"/>
                    <a:pt x="20540" y="10348"/>
                    <a:pt x="23458" y="7465"/>
                  </a:cubicBezTo>
                  <a:cubicBezTo>
                    <a:pt x="24720" y="6221"/>
                    <a:pt x="25944" y="4961"/>
                    <a:pt x="27422" y="3977"/>
                  </a:cubicBezTo>
                  <a:cubicBezTo>
                    <a:pt x="27484" y="3936"/>
                    <a:pt x="27494" y="3821"/>
                    <a:pt x="27575" y="3637"/>
                  </a:cubicBezTo>
                  <a:cubicBezTo>
                    <a:pt x="27035" y="3018"/>
                    <a:pt x="26462" y="2361"/>
                    <a:pt x="25791" y="1592"/>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7"/>
            <p:cNvSpPr/>
            <p:nvPr/>
          </p:nvSpPr>
          <p:spPr>
            <a:xfrm>
              <a:off x="4254580" y="2094341"/>
              <a:ext cx="301458" cy="245966"/>
            </a:xfrm>
            <a:custGeom>
              <a:rect b="b" l="l" r="r" t="t"/>
              <a:pathLst>
                <a:path extrusionOk="0" h="21236" w="26027">
                  <a:moveTo>
                    <a:pt x="24243" y="0"/>
                  </a:moveTo>
                  <a:cubicBezTo>
                    <a:pt x="24914" y="769"/>
                    <a:pt x="25487" y="1426"/>
                    <a:pt x="26027" y="2045"/>
                  </a:cubicBezTo>
                  <a:cubicBezTo>
                    <a:pt x="25946" y="2229"/>
                    <a:pt x="25936" y="2344"/>
                    <a:pt x="25874" y="2385"/>
                  </a:cubicBezTo>
                  <a:cubicBezTo>
                    <a:pt x="24396" y="3369"/>
                    <a:pt x="23172" y="4629"/>
                    <a:pt x="21910" y="5873"/>
                  </a:cubicBezTo>
                  <a:cubicBezTo>
                    <a:pt x="18992" y="8756"/>
                    <a:pt x="16343" y="11882"/>
                    <a:pt x="13565" y="14886"/>
                  </a:cubicBezTo>
                  <a:cubicBezTo>
                    <a:pt x="11732" y="16868"/>
                    <a:pt x="9777" y="18739"/>
                    <a:pt x="7900" y="20679"/>
                  </a:cubicBezTo>
                  <a:cubicBezTo>
                    <a:pt x="7507" y="21090"/>
                    <a:pt x="7100" y="21236"/>
                    <a:pt x="6540" y="21191"/>
                  </a:cubicBezTo>
                  <a:cubicBezTo>
                    <a:pt x="5709" y="21124"/>
                    <a:pt x="4875" y="21111"/>
                    <a:pt x="4043" y="21138"/>
                  </a:cubicBezTo>
                  <a:cubicBezTo>
                    <a:pt x="3422" y="21159"/>
                    <a:pt x="3095" y="20878"/>
                    <a:pt x="2921" y="20325"/>
                  </a:cubicBezTo>
                  <a:cubicBezTo>
                    <a:pt x="2416" y="18729"/>
                    <a:pt x="1843" y="17150"/>
                    <a:pt x="1425" y="15533"/>
                  </a:cubicBezTo>
                  <a:cubicBezTo>
                    <a:pt x="893" y="13471"/>
                    <a:pt x="487" y="11378"/>
                    <a:pt x="0" y="9180"/>
                  </a:cubicBezTo>
                  <a:cubicBezTo>
                    <a:pt x="1217" y="8710"/>
                    <a:pt x="2281" y="8304"/>
                    <a:pt x="3463" y="7852"/>
                  </a:cubicBezTo>
                  <a:cubicBezTo>
                    <a:pt x="3724" y="8322"/>
                    <a:pt x="3971" y="8700"/>
                    <a:pt x="4152" y="9111"/>
                  </a:cubicBezTo>
                  <a:cubicBezTo>
                    <a:pt x="4603" y="10129"/>
                    <a:pt x="5021" y="11162"/>
                    <a:pt x="5459" y="12188"/>
                  </a:cubicBezTo>
                  <a:cubicBezTo>
                    <a:pt x="5783" y="12953"/>
                    <a:pt x="6179" y="13078"/>
                    <a:pt x="6822" y="12567"/>
                  </a:cubicBezTo>
                  <a:cubicBezTo>
                    <a:pt x="7806" y="11788"/>
                    <a:pt x="8724" y="10922"/>
                    <a:pt x="9736" y="10182"/>
                  </a:cubicBezTo>
                  <a:cubicBezTo>
                    <a:pt x="12393" y="8227"/>
                    <a:pt x="15067" y="6298"/>
                    <a:pt x="17765" y="4403"/>
                  </a:cubicBezTo>
                  <a:cubicBezTo>
                    <a:pt x="19851" y="2935"/>
                    <a:pt x="21979" y="1533"/>
                    <a:pt x="2424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47"/>
          <p:cNvGrpSpPr/>
          <p:nvPr/>
        </p:nvGrpSpPr>
        <p:grpSpPr>
          <a:xfrm>
            <a:off x="3816258" y="3867103"/>
            <a:ext cx="224969" cy="214972"/>
            <a:chOff x="4236650" y="2075900"/>
            <a:chExt cx="337792" cy="281524"/>
          </a:xfrm>
        </p:grpSpPr>
        <p:sp>
          <p:nvSpPr>
            <p:cNvPr id="868" name="Google Shape;868;p47"/>
            <p:cNvSpPr/>
            <p:nvPr/>
          </p:nvSpPr>
          <p:spPr>
            <a:xfrm>
              <a:off x="4236650" y="2075900"/>
              <a:ext cx="337792" cy="281524"/>
            </a:xfrm>
            <a:custGeom>
              <a:rect b="b" l="l" r="r" t="t"/>
              <a:pathLst>
                <a:path extrusionOk="0" h="24306" w="29164">
                  <a:moveTo>
                    <a:pt x="0" y="9809"/>
                  </a:moveTo>
                  <a:cubicBezTo>
                    <a:pt x="1802" y="9187"/>
                    <a:pt x="3533" y="8588"/>
                    <a:pt x="5328" y="7970"/>
                  </a:cubicBezTo>
                  <a:cubicBezTo>
                    <a:pt x="6034" y="8578"/>
                    <a:pt x="6342" y="9458"/>
                    <a:pt x="6711" y="10302"/>
                  </a:cubicBezTo>
                  <a:cubicBezTo>
                    <a:pt x="7066" y="11109"/>
                    <a:pt x="7462" y="11896"/>
                    <a:pt x="7855" y="12719"/>
                  </a:cubicBezTo>
                  <a:cubicBezTo>
                    <a:pt x="13888" y="8453"/>
                    <a:pt x="19862" y="4228"/>
                    <a:pt x="25846" y="0"/>
                  </a:cubicBezTo>
                  <a:cubicBezTo>
                    <a:pt x="27168" y="911"/>
                    <a:pt x="27908" y="2114"/>
                    <a:pt x="28785" y="3178"/>
                  </a:cubicBezTo>
                  <a:cubicBezTo>
                    <a:pt x="29164" y="3634"/>
                    <a:pt x="28921" y="4499"/>
                    <a:pt x="28281" y="4865"/>
                  </a:cubicBezTo>
                  <a:cubicBezTo>
                    <a:pt x="25252" y="6575"/>
                    <a:pt x="23235" y="9381"/>
                    <a:pt x="20812" y="11735"/>
                  </a:cubicBezTo>
                  <a:cubicBezTo>
                    <a:pt x="19250" y="13255"/>
                    <a:pt x="17918" y="15014"/>
                    <a:pt x="16454" y="16635"/>
                  </a:cubicBezTo>
                  <a:cubicBezTo>
                    <a:pt x="15238" y="17980"/>
                    <a:pt x="13954" y="19264"/>
                    <a:pt x="12741" y="20609"/>
                  </a:cubicBezTo>
                  <a:cubicBezTo>
                    <a:pt x="11930" y="21503"/>
                    <a:pt x="11162" y="22438"/>
                    <a:pt x="10425" y="23395"/>
                  </a:cubicBezTo>
                  <a:cubicBezTo>
                    <a:pt x="9924" y="24041"/>
                    <a:pt x="9396" y="24306"/>
                    <a:pt x="8530" y="24191"/>
                  </a:cubicBezTo>
                  <a:cubicBezTo>
                    <a:pt x="7480" y="24048"/>
                    <a:pt x="6395" y="24131"/>
                    <a:pt x="5328" y="24163"/>
                  </a:cubicBezTo>
                  <a:cubicBezTo>
                    <a:pt x="4214" y="24194"/>
                    <a:pt x="3836" y="24035"/>
                    <a:pt x="3593" y="22995"/>
                  </a:cubicBezTo>
                  <a:cubicBezTo>
                    <a:pt x="2726" y="19284"/>
                    <a:pt x="1294" y="15717"/>
                    <a:pt x="762" y="11916"/>
                  </a:cubicBezTo>
                  <a:cubicBezTo>
                    <a:pt x="668" y="11255"/>
                    <a:pt x="306" y="10630"/>
                    <a:pt x="0" y="9809"/>
                  </a:cubicBezTo>
                  <a:close/>
                  <a:moveTo>
                    <a:pt x="25791" y="1592"/>
                  </a:moveTo>
                  <a:cubicBezTo>
                    <a:pt x="23527" y="3125"/>
                    <a:pt x="21399" y="4527"/>
                    <a:pt x="19313" y="5995"/>
                  </a:cubicBezTo>
                  <a:cubicBezTo>
                    <a:pt x="16615" y="7890"/>
                    <a:pt x="13941" y="9819"/>
                    <a:pt x="11284" y="11774"/>
                  </a:cubicBezTo>
                  <a:cubicBezTo>
                    <a:pt x="10272" y="12514"/>
                    <a:pt x="9354" y="13380"/>
                    <a:pt x="8370" y="14159"/>
                  </a:cubicBezTo>
                  <a:cubicBezTo>
                    <a:pt x="7727" y="14670"/>
                    <a:pt x="7331" y="14545"/>
                    <a:pt x="7007" y="13780"/>
                  </a:cubicBezTo>
                  <a:cubicBezTo>
                    <a:pt x="6569" y="12754"/>
                    <a:pt x="6151" y="11721"/>
                    <a:pt x="5700" y="10703"/>
                  </a:cubicBezTo>
                  <a:cubicBezTo>
                    <a:pt x="5519" y="10292"/>
                    <a:pt x="5272" y="9914"/>
                    <a:pt x="5011" y="9444"/>
                  </a:cubicBezTo>
                  <a:cubicBezTo>
                    <a:pt x="3829" y="9896"/>
                    <a:pt x="2765" y="10302"/>
                    <a:pt x="1548" y="10772"/>
                  </a:cubicBezTo>
                  <a:cubicBezTo>
                    <a:pt x="2035" y="12970"/>
                    <a:pt x="2441" y="15063"/>
                    <a:pt x="2973" y="17125"/>
                  </a:cubicBezTo>
                  <a:cubicBezTo>
                    <a:pt x="3391" y="18742"/>
                    <a:pt x="3964" y="20321"/>
                    <a:pt x="4469" y="21917"/>
                  </a:cubicBezTo>
                  <a:cubicBezTo>
                    <a:pt x="4643" y="22470"/>
                    <a:pt x="4970" y="22751"/>
                    <a:pt x="5591" y="22730"/>
                  </a:cubicBezTo>
                  <a:cubicBezTo>
                    <a:pt x="6423" y="22703"/>
                    <a:pt x="7257" y="22716"/>
                    <a:pt x="8088" y="22783"/>
                  </a:cubicBezTo>
                  <a:cubicBezTo>
                    <a:pt x="8648" y="22828"/>
                    <a:pt x="9055" y="22682"/>
                    <a:pt x="9448" y="22271"/>
                  </a:cubicBezTo>
                  <a:cubicBezTo>
                    <a:pt x="11325" y="20331"/>
                    <a:pt x="13280" y="18460"/>
                    <a:pt x="15113" y="16478"/>
                  </a:cubicBezTo>
                  <a:cubicBezTo>
                    <a:pt x="17891" y="13474"/>
                    <a:pt x="20540" y="10348"/>
                    <a:pt x="23458" y="7465"/>
                  </a:cubicBezTo>
                  <a:cubicBezTo>
                    <a:pt x="24720" y="6221"/>
                    <a:pt x="25944" y="4961"/>
                    <a:pt x="27422" y="3977"/>
                  </a:cubicBezTo>
                  <a:cubicBezTo>
                    <a:pt x="27484" y="3936"/>
                    <a:pt x="27494" y="3821"/>
                    <a:pt x="27575" y="3637"/>
                  </a:cubicBezTo>
                  <a:cubicBezTo>
                    <a:pt x="27035" y="3018"/>
                    <a:pt x="26462" y="2361"/>
                    <a:pt x="25791" y="1592"/>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7"/>
            <p:cNvSpPr/>
            <p:nvPr/>
          </p:nvSpPr>
          <p:spPr>
            <a:xfrm>
              <a:off x="4254580" y="2094341"/>
              <a:ext cx="301458" cy="245966"/>
            </a:xfrm>
            <a:custGeom>
              <a:rect b="b" l="l" r="r" t="t"/>
              <a:pathLst>
                <a:path extrusionOk="0" h="21236" w="26027">
                  <a:moveTo>
                    <a:pt x="24243" y="0"/>
                  </a:moveTo>
                  <a:cubicBezTo>
                    <a:pt x="24914" y="769"/>
                    <a:pt x="25487" y="1426"/>
                    <a:pt x="26027" y="2045"/>
                  </a:cubicBezTo>
                  <a:cubicBezTo>
                    <a:pt x="25946" y="2229"/>
                    <a:pt x="25936" y="2344"/>
                    <a:pt x="25874" y="2385"/>
                  </a:cubicBezTo>
                  <a:cubicBezTo>
                    <a:pt x="24396" y="3369"/>
                    <a:pt x="23172" y="4629"/>
                    <a:pt x="21910" y="5873"/>
                  </a:cubicBezTo>
                  <a:cubicBezTo>
                    <a:pt x="18992" y="8756"/>
                    <a:pt x="16343" y="11882"/>
                    <a:pt x="13565" y="14886"/>
                  </a:cubicBezTo>
                  <a:cubicBezTo>
                    <a:pt x="11732" y="16868"/>
                    <a:pt x="9777" y="18739"/>
                    <a:pt x="7900" y="20679"/>
                  </a:cubicBezTo>
                  <a:cubicBezTo>
                    <a:pt x="7507" y="21090"/>
                    <a:pt x="7100" y="21236"/>
                    <a:pt x="6540" y="21191"/>
                  </a:cubicBezTo>
                  <a:cubicBezTo>
                    <a:pt x="5709" y="21124"/>
                    <a:pt x="4875" y="21111"/>
                    <a:pt x="4043" y="21138"/>
                  </a:cubicBezTo>
                  <a:cubicBezTo>
                    <a:pt x="3422" y="21159"/>
                    <a:pt x="3095" y="20878"/>
                    <a:pt x="2921" y="20325"/>
                  </a:cubicBezTo>
                  <a:cubicBezTo>
                    <a:pt x="2416" y="18729"/>
                    <a:pt x="1843" y="17150"/>
                    <a:pt x="1425" y="15533"/>
                  </a:cubicBezTo>
                  <a:cubicBezTo>
                    <a:pt x="893" y="13471"/>
                    <a:pt x="487" y="11378"/>
                    <a:pt x="0" y="9180"/>
                  </a:cubicBezTo>
                  <a:cubicBezTo>
                    <a:pt x="1217" y="8710"/>
                    <a:pt x="2281" y="8304"/>
                    <a:pt x="3463" y="7852"/>
                  </a:cubicBezTo>
                  <a:cubicBezTo>
                    <a:pt x="3724" y="8322"/>
                    <a:pt x="3971" y="8700"/>
                    <a:pt x="4152" y="9111"/>
                  </a:cubicBezTo>
                  <a:cubicBezTo>
                    <a:pt x="4603" y="10129"/>
                    <a:pt x="5021" y="11162"/>
                    <a:pt x="5459" y="12188"/>
                  </a:cubicBezTo>
                  <a:cubicBezTo>
                    <a:pt x="5783" y="12953"/>
                    <a:pt x="6179" y="13078"/>
                    <a:pt x="6822" y="12567"/>
                  </a:cubicBezTo>
                  <a:cubicBezTo>
                    <a:pt x="7806" y="11788"/>
                    <a:pt x="8724" y="10922"/>
                    <a:pt x="9736" y="10182"/>
                  </a:cubicBezTo>
                  <a:cubicBezTo>
                    <a:pt x="12393" y="8227"/>
                    <a:pt x="15067" y="6298"/>
                    <a:pt x="17765" y="4403"/>
                  </a:cubicBezTo>
                  <a:cubicBezTo>
                    <a:pt x="19851" y="2935"/>
                    <a:pt x="21979" y="1533"/>
                    <a:pt x="2424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47"/>
          <p:cNvGrpSpPr/>
          <p:nvPr/>
        </p:nvGrpSpPr>
        <p:grpSpPr>
          <a:xfrm>
            <a:off x="8039644" y="1701763"/>
            <a:ext cx="301152" cy="317552"/>
            <a:chOff x="4217195" y="1672176"/>
            <a:chExt cx="357238" cy="376692"/>
          </a:xfrm>
        </p:grpSpPr>
        <p:sp>
          <p:nvSpPr>
            <p:cNvPr id="871" name="Google Shape;871;p47"/>
            <p:cNvSpPr/>
            <p:nvPr/>
          </p:nvSpPr>
          <p:spPr>
            <a:xfrm rot="1716245">
              <a:off x="4272756" y="1713097"/>
              <a:ext cx="246116" cy="294850"/>
            </a:xfrm>
            <a:custGeom>
              <a:rect b="b" l="l" r="r" t="t"/>
              <a:pathLst>
                <a:path extrusionOk="0" h="23517" w="19630">
                  <a:moveTo>
                    <a:pt x="17216" y="19748"/>
                  </a:moveTo>
                  <a:cubicBezTo>
                    <a:pt x="15871" y="19640"/>
                    <a:pt x="15064" y="18697"/>
                    <a:pt x="14045" y="18208"/>
                  </a:cubicBezTo>
                  <a:cubicBezTo>
                    <a:pt x="13044" y="17728"/>
                    <a:pt x="12084" y="17164"/>
                    <a:pt x="10989" y="16577"/>
                  </a:cubicBezTo>
                  <a:cubicBezTo>
                    <a:pt x="9594" y="18944"/>
                    <a:pt x="8238" y="21250"/>
                    <a:pt x="6924" y="23486"/>
                  </a:cubicBezTo>
                  <a:cubicBezTo>
                    <a:pt x="6649" y="23486"/>
                    <a:pt x="6542" y="23517"/>
                    <a:pt x="6472" y="23483"/>
                  </a:cubicBezTo>
                  <a:cubicBezTo>
                    <a:pt x="4966" y="22661"/>
                    <a:pt x="3475" y="21820"/>
                    <a:pt x="1962" y="21017"/>
                  </a:cubicBezTo>
                  <a:cubicBezTo>
                    <a:pt x="1267" y="20649"/>
                    <a:pt x="1371" y="20217"/>
                    <a:pt x="1691" y="19647"/>
                  </a:cubicBezTo>
                  <a:cubicBezTo>
                    <a:pt x="3019" y="17300"/>
                    <a:pt x="4319" y="14935"/>
                    <a:pt x="5731" y="12397"/>
                  </a:cubicBezTo>
                  <a:cubicBezTo>
                    <a:pt x="3902" y="11211"/>
                    <a:pt x="2053" y="10008"/>
                    <a:pt x="1" y="8676"/>
                  </a:cubicBezTo>
                  <a:cubicBezTo>
                    <a:pt x="182" y="8186"/>
                    <a:pt x="397" y="7556"/>
                    <a:pt x="644" y="6938"/>
                  </a:cubicBezTo>
                  <a:cubicBezTo>
                    <a:pt x="901" y="6291"/>
                    <a:pt x="1177" y="5648"/>
                    <a:pt x="1461" y="5014"/>
                  </a:cubicBezTo>
                  <a:cubicBezTo>
                    <a:pt x="1740" y="4399"/>
                    <a:pt x="2045" y="3798"/>
                    <a:pt x="2382" y="3095"/>
                  </a:cubicBezTo>
                  <a:cubicBezTo>
                    <a:pt x="4803" y="4493"/>
                    <a:pt x="7042" y="5791"/>
                    <a:pt x="9389" y="7150"/>
                  </a:cubicBezTo>
                  <a:cubicBezTo>
                    <a:pt x="10798" y="4743"/>
                    <a:pt x="12154" y="2438"/>
                    <a:pt x="13586" y="1"/>
                  </a:cubicBezTo>
                  <a:cubicBezTo>
                    <a:pt x="14876" y="596"/>
                    <a:pt x="16086" y="1148"/>
                    <a:pt x="17290" y="1711"/>
                  </a:cubicBezTo>
                  <a:cubicBezTo>
                    <a:pt x="17669" y="1893"/>
                    <a:pt x="18027" y="2111"/>
                    <a:pt x="18402" y="2296"/>
                  </a:cubicBezTo>
                  <a:cubicBezTo>
                    <a:pt x="19494" y="2835"/>
                    <a:pt x="19630" y="3231"/>
                    <a:pt x="18945" y="4197"/>
                  </a:cubicBezTo>
                  <a:cubicBezTo>
                    <a:pt x="17731" y="5905"/>
                    <a:pt x="16490" y="7592"/>
                    <a:pt x="15263" y="9288"/>
                  </a:cubicBezTo>
                  <a:cubicBezTo>
                    <a:pt x="15078" y="9546"/>
                    <a:pt x="14911" y="9813"/>
                    <a:pt x="14754" y="10050"/>
                  </a:cubicBezTo>
                  <a:cubicBezTo>
                    <a:pt x="15864" y="10835"/>
                    <a:pt x="16921" y="11580"/>
                    <a:pt x="17971" y="12327"/>
                  </a:cubicBezTo>
                  <a:cubicBezTo>
                    <a:pt x="18864" y="12960"/>
                    <a:pt x="18955" y="13714"/>
                    <a:pt x="18586" y="14758"/>
                  </a:cubicBezTo>
                  <a:cubicBezTo>
                    <a:pt x="18030" y="16327"/>
                    <a:pt x="17693" y="17971"/>
                    <a:pt x="17216" y="19748"/>
                  </a:cubicBezTo>
                  <a:close/>
                  <a:moveTo>
                    <a:pt x="9765" y="8832"/>
                  </a:moveTo>
                  <a:cubicBezTo>
                    <a:pt x="7335" y="7824"/>
                    <a:pt x="5234" y="6110"/>
                    <a:pt x="2710" y="4848"/>
                  </a:cubicBezTo>
                  <a:cubicBezTo>
                    <a:pt x="2265" y="6016"/>
                    <a:pt x="1847" y="7108"/>
                    <a:pt x="1451" y="8155"/>
                  </a:cubicBezTo>
                  <a:cubicBezTo>
                    <a:pt x="3287" y="9278"/>
                    <a:pt x="4956" y="10283"/>
                    <a:pt x="6608" y="11319"/>
                  </a:cubicBezTo>
                  <a:cubicBezTo>
                    <a:pt x="6910" y="11507"/>
                    <a:pt x="7223" y="11778"/>
                    <a:pt x="7373" y="12084"/>
                  </a:cubicBezTo>
                  <a:cubicBezTo>
                    <a:pt x="7477" y="12307"/>
                    <a:pt x="7376" y="12880"/>
                    <a:pt x="7258" y="12912"/>
                  </a:cubicBezTo>
                  <a:cubicBezTo>
                    <a:pt x="6075" y="13249"/>
                    <a:pt x="5884" y="14379"/>
                    <a:pt x="5383" y="15221"/>
                  </a:cubicBezTo>
                  <a:cubicBezTo>
                    <a:pt x="4494" y="16715"/>
                    <a:pt x="3711" y="18277"/>
                    <a:pt x="2862" y="19848"/>
                  </a:cubicBezTo>
                  <a:cubicBezTo>
                    <a:pt x="4111" y="20523"/>
                    <a:pt x="5237" y="21132"/>
                    <a:pt x="6441" y="21782"/>
                  </a:cubicBezTo>
                  <a:cubicBezTo>
                    <a:pt x="8187" y="19716"/>
                    <a:pt x="8975" y="17129"/>
                    <a:pt x="10554" y="14838"/>
                  </a:cubicBezTo>
                  <a:cubicBezTo>
                    <a:pt x="12550" y="15892"/>
                    <a:pt x="14446" y="16893"/>
                    <a:pt x="16431" y="17940"/>
                  </a:cubicBezTo>
                  <a:cubicBezTo>
                    <a:pt x="16765" y="16698"/>
                    <a:pt x="17057" y="15627"/>
                    <a:pt x="17349" y="14553"/>
                  </a:cubicBezTo>
                  <a:cubicBezTo>
                    <a:pt x="17623" y="13552"/>
                    <a:pt x="17554" y="13235"/>
                    <a:pt x="16657" y="12703"/>
                  </a:cubicBezTo>
                  <a:cubicBezTo>
                    <a:pt x="15701" y="12136"/>
                    <a:pt x="14688" y="11657"/>
                    <a:pt x="13690" y="11166"/>
                  </a:cubicBezTo>
                  <a:cubicBezTo>
                    <a:pt x="12943" y="10801"/>
                    <a:pt x="12811" y="10446"/>
                    <a:pt x="13263" y="9776"/>
                  </a:cubicBezTo>
                  <a:cubicBezTo>
                    <a:pt x="13416" y="9549"/>
                    <a:pt x="13649" y="9372"/>
                    <a:pt x="13820" y="9153"/>
                  </a:cubicBezTo>
                  <a:cubicBezTo>
                    <a:pt x="14984" y="7647"/>
                    <a:pt x="16149" y="6138"/>
                    <a:pt x="17293" y="4615"/>
                  </a:cubicBezTo>
                  <a:cubicBezTo>
                    <a:pt x="17502" y="4337"/>
                    <a:pt x="17606" y="3982"/>
                    <a:pt x="17821" y="3533"/>
                  </a:cubicBezTo>
                  <a:cubicBezTo>
                    <a:pt x="16490" y="2873"/>
                    <a:pt x="15259" y="2261"/>
                    <a:pt x="13892" y="1580"/>
                  </a:cubicBezTo>
                  <a:cubicBezTo>
                    <a:pt x="12501" y="4021"/>
                    <a:pt x="11177" y="6350"/>
                    <a:pt x="9765" y="883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7"/>
            <p:cNvSpPr/>
            <p:nvPr/>
          </p:nvSpPr>
          <p:spPr>
            <a:xfrm rot="1716245">
              <a:off x="4291688" y="1731946"/>
              <a:ext cx="205255" cy="253300"/>
            </a:xfrm>
            <a:custGeom>
              <a:rect b="b" l="l" r="r" t="t"/>
              <a:pathLst>
                <a:path extrusionOk="0" h="20203" w="16371">
                  <a:moveTo>
                    <a:pt x="8314" y="7253"/>
                  </a:moveTo>
                  <a:cubicBezTo>
                    <a:pt x="9726" y="4771"/>
                    <a:pt x="11050" y="2442"/>
                    <a:pt x="12441" y="1"/>
                  </a:cubicBezTo>
                  <a:cubicBezTo>
                    <a:pt x="13808" y="682"/>
                    <a:pt x="15039" y="1294"/>
                    <a:pt x="16370" y="1954"/>
                  </a:cubicBezTo>
                  <a:cubicBezTo>
                    <a:pt x="16155" y="2403"/>
                    <a:pt x="16051" y="2758"/>
                    <a:pt x="15842" y="3036"/>
                  </a:cubicBezTo>
                  <a:cubicBezTo>
                    <a:pt x="14698" y="4559"/>
                    <a:pt x="13533" y="6068"/>
                    <a:pt x="12369" y="7574"/>
                  </a:cubicBezTo>
                  <a:cubicBezTo>
                    <a:pt x="12198" y="7793"/>
                    <a:pt x="11965" y="7970"/>
                    <a:pt x="11812" y="8197"/>
                  </a:cubicBezTo>
                  <a:cubicBezTo>
                    <a:pt x="11360" y="8867"/>
                    <a:pt x="11492" y="9222"/>
                    <a:pt x="12239" y="9587"/>
                  </a:cubicBezTo>
                  <a:cubicBezTo>
                    <a:pt x="13237" y="10078"/>
                    <a:pt x="14250" y="10557"/>
                    <a:pt x="15206" y="11124"/>
                  </a:cubicBezTo>
                  <a:cubicBezTo>
                    <a:pt x="16103" y="11656"/>
                    <a:pt x="16172" y="11973"/>
                    <a:pt x="15898" y="12974"/>
                  </a:cubicBezTo>
                  <a:cubicBezTo>
                    <a:pt x="15606" y="14048"/>
                    <a:pt x="15314" y="15119"/>
                    <a:pt x="14980" y="16361"/>
                  </a:cubicBezTo>
                  <a:cubicBezTo>
                    <a:pt x="12995" y="15314"/>
                    <a:pt x="11099" y="14313"/>
                    <a:pt x="9103" y="13259"/>
                  </a:cubicBezTo>
                  <a:cubicBezTo>
                    <a:pt x="7524" y="15550"/>
                    <a:pt x="6736" y="18137"/>
                    <a:pt x="4990" y="20203"/>
                  </a:cubicBezTo>
                  <a:cubicBezTo>
                    <a:pt x="3786" y="19553"/>
                    <a:pt x="2660" y="18944"/>
                    <a:pt x="1411" y="18269"/>
                  </a:cubicBezTo>
                  <a:cubicBezTo>
                    <a:pt x="2260" y="16698"/>
                    <a:pt x="3043" y="15136"/>
                    <a:pt x="3932" y="13642"/>
                  </a:cubicBezTo>
                  <a:cubicBezTo>
                    <a:pt x="4433" y="12800"/>
                    <a:pt x="4624" y="11670"/>
                    <a:pt x="5807" y="11333"/>
                  </a:cubicBezTo>
                  <a:cubicBezTo>
                    <a:pt x="5925" y="11301"/>
                    <a:pt x="6026" y="10728"/>
                    <a:pt x="5922" y="10505"/>
                  </a:cubicBezTo>
                  <a:cubicBezTo>
                    <a:pt x="5772" y="10199"/>
                    <a:pt x="5459" y="9928"/>
                    <a:pt x="5157" y="9740"/>
                  </a:cubicBezTo>
                  <a:cubicBezTo>
                    <a:pt x="3505" y="8704"/>
                    <a:pt x="1836" y="7699"/>
                    <a:pt x="0" y="6576"/>
                  </a:cubicBezTo>
                  <a:cubicBezTo>
                    <a:pt x="396" y="5529"/>
                    <a:pt x="814" y="4437"/>
                    <a:pt x="1259" y="3269"/>
                  </a:cubicBezTo>
                  <a:cubicBezTo>
                    <a:pt x="3783" y="4531"/>
                    <a:pt x="5884" y="6245"/>
                    <a:pt x="8314" y="725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 name="Google Shape;873;p47"/>
          <p:cNvGrpSpPr/>
          <p:nvPr/>
        </p:nvGrpSpPr>
        <p:grpSpPr>
          <a:xfrm>
            <a:off x="8039631" y="2410250"/>
            <a:ext cx="301152" cy="317552"/>
            <a:chOff x="4217195" y="1672176"/>
            <a:chExt cx="357238" cy="376692"/>
          </a:xfrm>
        </p:grpSpPr>
        <p:sp>
          <p:nvSpPr>
            <p:cNvPr id="874" name="Google Shape;874;p47"/>
            <p:cNvSpPr/>
            <p:nvPr/>
          </p:nvSpPr>
          <p:spPr>
            <a:xfrm rot="1716245">
              <a:off x="4272756" y="1713097"/>
              <a:ext cx="246116" cy="294850"/>
            </a:xfrm>
            <a:custGeom>
              <a:rect b="b" l="l" r="r" t="t"/>
              <a:pathLst>
                <a:path extrusionOk="0" h="23517" w="19630">
                  <a:moveTo>
                    <a:pt x="17216" y="19748"/>
                  </a:moveTo>
                  <a:cubicBezTo>
                    <a:pt x="15871" y="19640"/>
                    <a:pt x="15064" y="18697"/>
                    <a:pt x="14045" y="18208"/>
                  </a:cubicBezTo>
                  <a:cubicBezTo>
                    <a:pt x="13044" y="17728"/>
                    <a:pt x="12084" y="17164"/>
                    <a:pt x="10989" y="16577"/>
                  </a:cubicBezTo>
                  <a:cubicBezTo>
                    <a:pt x="9594" y="18944"/>
                    <a:pt x="8238" y="21250"/>
                    <a:pt x="6924" y="23486"/>
                  </a:cubicBezTo>
                  <a:cubicBezTo>
                    <a:pt x="6649" y="23486"/>
                    <a:pt x="6542" y="23517"/>
                    <a:pt x="6472" y="23483"/>
                  </a:cubicBezTo>
                  <a:cubicBezTo>
                    <a:pt x="4966" y="22661"/>
                    <a:pt x="3475" y="21820"/>
                    <a:pt x="1962" y="21017"/>
                  </a:cubicBezTo>
                  <a:cubicBezTo>
                    <a:pt x="1267" y="20649"/>
                    <a:pt x="1371" y="20217"/>
                    <a:pt x="1691" y="19647"/>
                  </a:cubicBezTo>
                  <a:cubicBezTo>
                    <a:pt x="3019" y="17300"/>
                    <a:pt x="4319" y="14935"/>
                    <a:pt x="5731" y="12397"/>
                  </a:cubicBezTo>
                  <a:cubicBezTo>
                    <a:pt x="3902" y="11211"/>
                    <a:pt x="2053" y="10008"/>
                    <a:pt x="1" y="8676"/>
                  </a:cubicBezTo>
                  <a:cubicBezTo>
                    <a:pt x="182" y="8186"/>
                    <a:pt x="397" y="7556"/>
                    <a:pt x="644" y="6938"/>
                  </a:cubicBezTo>
                  <a:cubicBezTo>
                    <a:pt x="901" y="6291"/>
                    <a:pt x="1177" y="5648"/>
                    <a:pt x="1461" y="5014"/>
                  </a:cubicBezTo>
                  <a:cubicBezTo>
                    <a:pt x="1740" y="4399"/>
                    <a:pt x="2045" y="3798"/>
                    <a:pt x="2382" y="3095"/>
                  </a:cubicBezTo>
                  <a:cubicBezTo>
                    <a:pt x="4803" y="4493"/>
                    <a:pt x="7042" y="5791"/>
                    <a:pt x="9389" y="7150"/>
                  </a:cubicBezTo>
                  <a:cubicBezTo>
                    <a:pt x="10798" y="4743"/>
                    <a:pt x="12154" y="2438"/>
                    <a:pt x="13586" y="1"/>
                  </a:cubicBezTo>
                  <a:cubicBezTo>
                    <a:pt x="14876" y="596"/>
                    <a:pt x="16086" y="1148"/>
                    <a:pt x="17290" y="1711"/>
                  </a:cubicBezTo>
                  <a:cubicBezTo>
                    <a:pt x="17669" y="1893"/>
                    <a:pt x="18027" y="2111"/>
                    <a:pt x="18402" y="2296"/>
                  </a:cubicBezTo>
                  <a:cubicBezTo>
                    <a:pt x="19494" y="2835"/>
                    <a:pt x="19630" y="3231"/>
                    <a:pt x="18945" y="4197"/>
                  </a:cubicBezTo>
                  <a:cubicBezTo>
                    <a:pt x="17731" y="5905"/>
                    <a:pt x="16490" y="7592"/>
                    <a:pt x="15263" y="9288"/>
                  </a:cubicBezTo>
                  <a:cubicBezTo>
                    <a:pt x="15078" y="9546"/>
                    <a:pt x="14911" y="9813"/>
                    <a:pt x="14754" y="10050"/>
                  </a:cubicBezTo>
                  <a:cubicBezTo>
                    <a:pt x="15864" y="10835"/>
                    <a:pt x="16921" y="11580"/>
                    <a:pt x="17971" y="12327"/>
                  </a:cubicBezTo>
                  <a:cubicBezTo>
                    <a:pt x="18864" y="12960"/>
                    <a:pt x="18955" y="13714"/>
                    <a:pt x="18586" y="14758"/>
                  </a:cubicBezTo>
                  <a:cubicBezTo>
                    <a:pt x="18030" y="16327"/>
                    <a:pt x="17693" y="17971"/>
                    <a:pt x="17216" y="19748"/>
                  </a:cubicBezTo>
                  <a:close/>
                  <a:moveTo>
                    <a:pt x="9765" y="8832"/>
                  </a:moveTo>
                  <a:cubicBezTo>
                    <a:pt x="7335" y="7824"/>
                    <a:pt x="5234" y="6110"/>
                    <a:pt x="2710" y="4848"/>
                  </a:cubicBezTo>
                  <a:cubicBezTo>
                    <a:pt x="2265" y="6016"/>
                    <a:pt x="1847" y="7108"/>
                    <a:pt x="1451" y="8155"/>
                  </a:cubicBezTo>
                  <a:cubicBezTo>
                    <a:pt x="3287" y="9278"/>
                    <a:pt x="4956" y="10283"/>
                    <a:pt x="6608" y="11319"/>
                  </a:cubicBezTo>
                  <a:cubicBezTo>
                    <a:pt x="6910" y="11507"/>
                    <a:pt x="7223" y="11778"/>
                    <a:pt x="7373" y="12084"/>
                  </a:cubicBezTo>
                  <a:cubicBezTo>
                    <a:pt x="7477" y="12307"/>
                    <a:pt x="7376" y="12880"/>
                    <a:pt x="7258" y="12912"/>
                  </a:cubicBezTo>
                  <a:cubicBezTo>
                    <a:pt x="6075" y="13249"/>
                    <a:pt x="5884" y="14379"/>
                    <a:pt x="5383" y="15221"/>
                  </a:cubicBezTo>
                  <a:cubicBezTo>
                    <a:pt x="4494" y="16715"/>
                    <a:pt x="3711" y="18277"/>
                    <a:pt x="2862" y="19848"/>
                  </a:cubicBezTo>
                  <a:cubicBezTo>
                    <a:pt x="4111" y="20523"/>
                    <a:pt x="5237" y="21132"/>
                    <a:pt x="6441" y="21782"/>
                  </a:cubicBezTo>
                  <a:cubicBezTo>
                    <a:pt x="8187" y="19716"/>
                    <a:pt x="8975" y="17129"/>
                    <a:pt x="10554" y="14838"/>
                  </a:cubicBezTo>
                  <a:cubicBezTo>
                    <a:pt x="12550" y="15892"/>
                    <a:pt x="14446" y="16893"/>
                    <a:pt x="16431" y="17940"/>
                  </a:cubicBezTo>
                  <a:cubicBezTo>
                    <a:pt x="16765" y="16698"/>
                    <a:pt x="17057" y="15627"/>
                    <a:pt x="17349" y="14553"/>
                  </a:cubicBezTo>
                  <a:cubicBezTo>
                    <a:pt x="17623" y="13552"/>
                    <a:pt x="17554" y="13235"/>
                    <a:pt x="16657" y="12703"/>
                  </a:cubicBezTo>
                  <a:cubicBezTo>
                    <a:pt x="15701" y="12136"/>
                    <a:pt x="14688" y="11657"/>
                    <a:pt x="13690" y="11166"/>
                  </a:cubicBezTo>
                  <a:cubicBezTo>
                    <a:pt x="12943" y="10801"/>
                    <a:pt x="12811" y="10446"/>
                    <a:pt x="13263" y="9776"/>
                  </a:cubicBezTo>
                  <a:cubicBezTo>
                    <a:pt x="13416" y="9549"/>
                    <a:pt x="13649" y="9372"/>
                    <a:pt x="13820" y="9153"/>
                  </a:cubicBezTo>
                  <a:cubicBezTo>
                    <a:pt x="14984" y="7647"/>
                    <a:pt x="16149" y="6138"/>
                    <a:pt x="17293" y="4615"/>
                  </a:cubicBezTo>
                  <a:cubicBezTo>
                    <a:pt x="17502" y="4337"/>
                    <a:pt x="17606" y="3982"/>
                    <a:pt x="17821" y="3533"/>
                  </a:cubicBezTo>
                  <a:cubicBezTo>
                    <a:pt x="16490" y="2873"/>
                    <a:pt x="15259" y="2261"/>
                    <a:pt x="13892" y="1580"/>
                  </a:cubicBezTo>
                  <a:cubicBezTo>
                    <a:pt x="12501" y="4021"/>
                    <a:pt x="11177" y="6350"/>
                    <a:pt x="9765" y="883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7"/>
            <p:cNvSpPr/>
            <p:nvPr/>
          </p:nvSpPr>
          <p:spPr>
            <a:xfrm rot="1716245">
              <a:off x="4291688" y="1731946"/>
              <a:ext cx="205255" cy="253300"/>
            </a:xfrm>
            <a:custGeom>
              <a:rect b="b" l="l" r="r" t="t"/>
              <a:pathLst>
                <a:path extrusionOk="0" h="20203" w="16371">
                  <a:moveTo>
                    <a:pt x="8314" y="7253"/>
                  </a:moveTo>
                  <a:cubicBezTo>
                    <a:pt x="9726" y="4771"/>
                    <a:pt x="11050" y="2442"/>
                    <a:pt x="12441" y="1"/>
                  </a:cubicBezTo>
                  <a:cubicBezTo>
                    <a:pt x="13808" y="682"/>
                    <a:pt x="15039" y="1294"/>
                    <a:pt x="16370" y="1954"/>
                  </a:cubicBezTo>
                  <a:cubicBezTo>
                    <a:pt x="16155" y="2403"/>
                    <a:pt x="16051" y="2758"/>
                    <a:pt x="15842" y="3036"/>
                  </a:cubicBezTo>
                  <a:cubicBezTo>
                    <a:pt x="14698" y="4559"/>
                    <a:pt x="13533" y="6068"/>
                    <a:pt x="12369" y="7574"/>
                  </a:cubicBezTo>
                  <a:cubicBezTo>
                    <a:pt x="12198" y="7793"/>
                    <a:pt x="11965" y="7970"/>
                    <a:pt x="11812" y="8197"/>
                  </a:cubicBezTo>
                  <a:cubicBezTo>
                    <a:pt x="11360" y="8867"/>
                    <a:pt x="11492" y="9222"/>
                    <a:pt x="12239" y="9587"/>
                  </a:cubicBezTo>
                  <a:cubicBezTo>
                    <a:pt x="13237" y="10078"/>
                    <a:pt x="14250" y="10557"/>
                    <a:pt x="15206" y="11124"/>
                  </a:cubicBezTo>
                  <a:cubicBezTo>
                    <a:pt x="16103" y="11656"/>
                    <a:pt x="16172" y="11973"/>
                    <a:pt x="15898" y="12974"/>
                  </a:cubicBezTo>
                  <a:cubicBezTo>
                    <a:pt x="15606" y="14048"/>
                    <a:pt x="15314" y="15119"/>
                    <a:pt x="14980" y="16361"/>
                  </a:cubicBezTo>
                  <a:cubicBezTo>
                    <a:pt x="12995" y="15314"/>
                    <a:pt x="11099" y="14313"/>
                    <a:pt x="9103" y="13259"/>
                  </a:cubicBezTo>
                  <a:cubicBezTo>
                    <a:pt x="7524" y="15550"/>
                    <a:pt x="6736" y="18137"/>
                    <a:pt x="4990" y="20203"/>
                  </a:cubicBezTo>
                  <a:cubicBezTo>
                    <a:pt x="3786" y="19553"/>
                    <a:pt x="2660" y="18944"/>
                    <a:pt x="1411" y="18269"/>
                  </a:cubicBezTo>
                  <a:cubicBezTo>
                    <a:pt x="2260" y="16698"/>
                    <a:pt x="3043" y="15136"/>
                    <a:pt x="3932" y="13642"/>
                  </a:cubicBezTo>
                  <a:cubicBezTo>
                    <a:pt x="4433" y="12800"/>
                    <a:pt x="4624" y="11670"/>
                    <a:pt x="5807" y="11333"/>
                  </a:cubicBezTo>
                  <a:cubicBezTo>
                    <a:pt x="5925" y="11301"/>
                    <a:pt x="6026" y="10728"/>
                    <a:pt x="5922" y="10505"/>
                  </a:cubicBezTo>
                  <a:cubicBezTo>
                    <a:pt x="5772" y="10199"/>
                    <a:pt x="5459" y="9928"/>
                    <a:pt x="5157" y="9740"/>
                  </a:cubicBezTo>
                  <a:cubicBezTo>
                    <a:pt x="3505" y="8704"/>
                    <a:pt x="1836" y="7699"/>
                    <a:pt x="0" y="6576"/>
                  </a:cubicBezTo>
                  <a:cubicBezTo>
                    <a:pt x="396" y="5529"/>
                    <a:pt x="814" y="4437"/>
                    <a:pt x="1259" y="3269"/>
                  </a:cubicBezTo>
                  <a:cubicBezTo>
                    <a:pt x="3783" y="4531"/>
                    <a:pt x="5884" y="6245"/>
                    <a:pt x="8314" y="725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 name="Google Shape;876;p47"/>
          <p:cNvGrpSpPr/>
          <p:nvPr/>
        </p:nvGrpSpPr>
        <p:grpSpPr>
          <a:xfrm>
            <a:off x="8039644" y="3118716"/>
            <a:ext cx="301152" cy="317552"/>
            <a:chOff x="4217195" y="1672176"/>
            <a:chExt cx="357238" cy="376692"/>
          </a:xfrm>
        </p:grpSpPr>
        <p:sp>
          <p:nvSpPr>
            <p:cNvPr id="877" name="Google Shape;877;p47"/>
            <p:cNvSpPr/>
            <p:nvPr/>
          </p:nvSpPr>
          <p:spPr>
            <a:xfrm rot="1716245">
              <a:off x="4272756" y="1713097"/>
              <a:ext cx="246116" cy="294850"/>
            </a:xfrm>
            <a:custGeom>
              <a:rect b="b" l="l" r="r" t="t"/>
              <a:pathLst>
                <a:path extrusionOk="0" h="23517" w="19630">
                  <a:moveTo>
                    <a:pt x="17216" y="19748"/>
                  </a:moveTo>
                  <a:cubicBezTo>
                    <a:pt x="15871" y="19640"/>
                    <a:pt x="15064" y="18697"/>
                    <a:pt x="14045" y="18208"/>
                  </a:cubicBezTo>
                  <a:cubicBezTo>
                    <a:pt x="13044" y="17728"/>
                    <a:pt x="12084" y="17164"/>
                    <a:pt x="10989" y="16577"/>
                  </a:cubicBezTo>
                  <a:cubicBezTo>
                    <a:pt x="9594" y="18944"/>
                    <a:pt x="8238" y="21250"/>
                    <a:pt x="6924" y="23486"/>
                  </a:cubicBezTo>
                  <a:cubicBezTo>
                    <a:pt x="6649" y="23486"/>
                    <a:pt x="6542" y="23517"/>
                    <a:pt x="6472" y="23483"/>
                  </a:cubicBezTo>
                  <a:cubicBezTo>
                    <a:pt x="4966" y="22661"/>
                    <a:pt x="3475" y="21820"/>
                    <a:pt x="1962" y="21017"/>
                  </a:cubicBezTo>
                  <a:cubicBezTo>
                    <a:pt x="1267" y="20649"/>
                    <a:pt x="1371" y="20217"/>
                    <a:pt x="1691" y="19647"/>
                  </a:cubicBezTo>
                  <a:cubicBezTo>
                    <a:pt x="3019" y="17300"/>
                    <a:pt x="4319" y="14935"/>
                    <a:pt x="5731" y="12397"/>
                  </a:cubicBezTo>
                  <a:cubicBezTo>
                    <a:pt x="3902" y="11211"/>
                    <a:pt x="2053" y="10008"/>
                    <a:pt x="1" y="8676"/>
                  </a:cubicBezTo>
                  <a:cubicBezTo>
                    <a:pt x="182" y="8186"/>
                    <a:pt x="397" y="7556"/>
                    <a:pt x="644" y="6938"/>
                  </a:cubicBezTo>
                  <a:cubicBezTo>
                    <a:pt x="901" y="6291"/>
                    <a:pt x="1177" y="5648"/>
                    <a:pt x="1461" y="5014"/>
                  </a:cubicBezTo>
                  <a:cubicBezTo>
                    <a:pt x="1740" y="4399"/>
                    <a:pt x="2045" y="3798"/>
                    <a:pt x="2382" y="3095"/>
                  </a:cubicBezTo>
                  <a:cubicBezTo>
                    <a:pt x="4803" y="4493"/>
                    <a:pt x="7042" y="5791"/>
                    <a:pt x="9389" y="7150"/>
                  </a:cubicBezTo>
                  <a:cubicBezTo>
                    <a:pt x="10798" y="4743"/>
                    <a:pt x="12154" y="2438"/>
                    <a:pt x="13586" y="1"/>
                  </a:cubicBezTo>
                  <a:cubicBezTo>
                    <a:pt x="14876" y="596"/>
                    <a:pt x="16086" y="1148"/>
                    <a:pt x="17290" y="1711"/>
                  </a:cubicBezTo>
                  <a:cubicBezTo>
                    <a:pt x="17669" y="1893"/>
                    <a:pt x="18027" y="2111"/>
                    <a:pt x="18402" y="2296"/>
                  </a:cubicBezTo>
                  <a:cubicBezTo>
                    <a:pt x="19494" y="2835"/>
                    <a:pt x="19630" y="3231"/>
                    <a:pt x="18945" y="4197"/>
                  </a:cubicBezTo>
                  <a:cubicBezTo>
                    <a:pt x="17731" y="5905"/>
                    <a:pt x="16490" y="7592"/>
                    <a:pt x="15263" y="9288"/>
                  </a:cubicBezTo>
                  <a:cubicBezTo>
                    <a:pt x="15078" y="9546"/>
                    <a:pt x="14911" y="9813"/>
                    <a:pt x="14754" y="10050"/>
                  </a:cubicBezTo>
                  <a:cubicBezTo>
                    <a:pt x="15864" y="10835"/>
                    <a:pt x="16921" y="11580"/>
                    <a:pt x="17971" y="12327"/>
                  </a:cubicBezTo>
                  <a:cubicBezTo>
                    <a:pt x="18864" y="12960"/>
                    <a:pt x="18955" y="13714"/>
                    <a:pt x="18586" y="14758"/>
                  </a:cubicBezTo>
                  <a:cubicBezTo>
                    <a:pt x="18030" y="16327"/>
                    <a:pt x="17693" y="17971"/>
                    <a:pt x="17216" y="19748"/>
                  </a:cubicBezTo>
                  <a:close/>
                  <a:moveTo>
                    <a:pt x="9765" y="8832"/>
                  </a:moveTo>
                  <a:cubicBezTo>
                    <a:pt x="7335" y="7824"/>
                    <a:pt x="5234" y="6110"/>
                    <a:pt x="2710" y="4848"/>
                  </a:cubicBezTo>
                  <a:cubicBezTo>
                    <a:pt x="2265" y="6016"/>
                    <a:pt x="1847" y="7108"/>
                    <a:pt x="1451" y="8155"/>
                  </a:cubicBezTo>
                  <a:cubicBezTo>
                    <a:pt x="3287" y="9278"/>
                    <a:pt x="4956" y="10283"/>
                    <a:pt x="6608" y="11319"/>
                  </a:cubicBezTo>
                  <a:cubicBezTo>
                    <a:pt x="6910" y="11507"/>
                    <a:pt x="7223" y="11778"/>
                    <a:pt x="7373" y="12084"/>
                  </a:cubicBezTo>
                  <a:cubicBezTo>
                    <a:pt x="7477" y="12307"/>
                    <a:pt x="7376" y="12880"/>
                    <a:pt x="7258" y="12912"/>
                  </a:cubicBezTo>
                  <a:cubicBezTo>
                    <a:pt x="6075" y="13249"/>
                    <a:pt x="5884" y="14379"/>
                    <a:pt x="5383" y="15221"/>
                  </a:cubicBezTo>
                  <a:cubicBezTo>
                    <a:pt x="4494" y="16715"/>
                    <a:pt x="3711" y="18277"/>
                    <a:pt x="2862" y="19848"/>
                  </a:cubicBezTo>
                  <a:cubicBezTo>
                    <a:pt x="4111" y="20523"/>
                    <a:pt x="5237" y="21132"/>
                    <a:pt x="6441" y="21782"/>
                  </a:cubicBezTo>
                  <a:cubicBezTo>
                    <a:pt x="8187" y="19716"/>
                    <a:pt x="8975" y="17129"/>
                    <a:pt x="10554" y="14838"/>
                  </a:cubicBezTo>
                  <a:cubicBezTo>
                    <a:pt x="12550" y="15892"/>
                    <a:pt x="14446" y="16893"/>
                    <a:pt x="16431" y="17940"/>
                  </a:cubicBezTo>
                  <a:cubicBezTo>
                    <a:pt x="16765" y="16698"/>
                    <a:pt x="17057" y="15627"/>
                    <a:pt x="17349" y="14553"/>
                  </a:cubicBezTo>
                  <a:cubicBezTo>
                    <a:pt x="17623" y="13552"/>
                    <a:pt x="17554" y="13235"/>
                    <a:pt x="16657" y="12703"/>
                  </a:cubicBezTo>
                  <a:cubicBezTo>
                    <a:pt x="15701" y="12136"/>
                    <a:pt x="14688" y="11657"/>
                    <a:pt x="13690" y="11166"/>
                  </a:cubicBezTo>
                  <a:cubicBezTo>
                    <a:pt x="12943" y="10801"/>
                    <a:pt x="12811" y="10446"/>
                    <a:pt x="13263" y="9776"/>
                  </a:cubicBezTo>
                  <a:cubicBezTo>
                    <a:pt x="13416" y="9549"/>
                    <a:pt x="13649" y="9372"/>
                    <a:pt x="13820" y="9153"/>
                  </a:cubicBezTo>
                  <a:cubicBezTo>
                    <a:pt x="14984" y="7647"/>
                    <a:pt x="16149" y="6138"/>
                    <a:pt x="17293" y="4615"/>
                  </a:cubicBezTo>
                  <a:cubicBezTo>
                    <a:pt x="17502" y="4337"/>
                    <a:pt x="17606" y="3982"/>
                    <a:pt x="17821" y="3533"/>
                  </a:cubicBezTo>
                  <a:cubicBezTo>
                    <a:pt x="16490" y="2873"/>
                    <a:pt x="15259" y="2261"/>
                    <a:pt x="13892" y="1580"/>
                  </a:cubicBezTo>
                  <a:cubicBezTo>
                    <a:pt x="12501" y="4021"/>
                    <a:pt x="11177" y="6350"/>
                    <a:pt x="9765" y="883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7"/>
            <p:cNvSpPr/>
            <p:nvPr/>
          </p:nvSpPr>
          <p:spPr>
            <a:xfrm rot="1716245">
              <a:off x="4291688" y="1731946"/>
              <a:ext cx="205255" cy="253300"/>
            </a:xfrm>
            <a:custGeom>
              <a:rect b="b" l="l" r="r" t="t"/>
              <a:pathLst>
                <a:path extrusionOk="0" h="20203" w="16371">
                  <a:moveTo>
                    <a:pt x="8314" y="7253"/>
                  </a:moveTo>
                  <a:cubicBezTo>
                    <a:pt x="9726" y="4771"/>
                    <a:pt x="11050" y="2442"/>
                    <a:pt x="12441" y="1"/>
                  </a:cubicBezTo>
                  <a:cubicBezTo>
                    <a:pt x="13808" y="682"/>
                    <a:pt x="15039" y="1294"/>
                    <a:pt x="16370" y="1954"/>
                  </a:cubicBezTo>
                  <a:cubicBezTo>
                    <a:pt x="16155" y="2403"/>
                    <a:pt x="16051" y="2758"/>
                    <a:pt x="15842" y="3036"/>
                  </a:cubicBezTo>
                  <a:cubicBezTo>
                    <a:pt x="14698" y="4559"/>
                    <a:pt x="13533" y="6068"/>
                    <a:pt x="12369" y="7574"/>
                  </a:cubicBezTo>
                  <a:cubicBezTo>
                    <a:pt x="12198" y="7793"/>
                    <a:pt x="11965" y="7970"/>
                    <a:pt x="11812" y="8197"/>
                  </a:cubicBezTo>
                  <a:cubicBezTo>
                    <a:pt x="11360" y="8867"/>
                    <a:pt x="11492" y="9222"/>
                    <a:pt x="12239" y="9587"/>
                  </a:cubicBezTo>
                  <a:cubicBezTo>
                    <a:pt x="13237" y="10078"/>
                    <a:pt x="14250" y="10557"/>
                    <a:pt x="15206" y="11124"/>
                  </a:cubicBezTo>
                  <a:cubicBezTo>
                    <a:pt x="16103" y="11656"/>
                    <a:pt x="16172" y="11973"/>
                    <a:pt x="15898" y="12974"/>
                  </a:cubicBezTo>
                  <a:cubicBezTo>
                    <a:pt x="15606" y="14048"/>
                    <a:pt x="15314" y="15119"/>
                    <a:pt x="14980" y="16361"/>
                  </a:cubicBezTo>
                  <a:cubicBezTo>
                    <a:pt x="12995" y="15314"/>
                    <a:pt x="11099" y="14313"/>
                    <a:pt x="9103" y="13259"/>
                  </a:cubicBezTo>
                  <a:cubicBezTo>
                    <a:pt x="7524" y="15550"/>
                    <a:pt x="6736" y="18137"/>
                    <a:pt x="4990" y="20203"/>
                  </a:cubicBezTo>
                  <a:cubicBezTo>
                    <a:pt x="3786" y="19553"/>
                    <a:pt x="2660" y="18944"/>
                    <a:pt x="1411" y="18269"/>
                  </a:cubicBezTo>
                  <a:cubicBezTo>
                    <a:pt x="2260" y="16698"/>
                    <a:pt x="3043" y="15136"/>
                    <a:pt x="3932" y="13642"/>
                  </a:cubicBezTo>
                  <a:cubicBezTo>
                    <a:pt x="4433" y="12800"/>
                    <a:pt x="4624" y="11670"/>
                    <a:pt x="5807" y="11333"/>
                  </a:cubicBezTo>
                  <a:cubicBezTo>
                    <a:pt x="5925" y="11301"/>
                    <a:pt x="6026" y="10728"/>
                    <a:pt x="5922" y="10505"/>
                  </a:cubicBezTo>
                  <a:cubicBezTo>
                    <a:pt x="5772" y="10199"/>
                    <a:pt x="5459" y="9928"/>
                    <a:pt x="5157" y="9740"/>
                  </a:cubicBezTo>
                  <a:cubicBezTo>
                    <a:pt x="3505" y="8704"/>
                    <a:pt x="1836" y="7699"/>
                    <a:pt x="0" y="6576"/>
                  </a:cubicBezTo>
                  <a:cubicBezTo>
                    <a:pt x="396" y="5529"/>
                    <a:pt x="814" y="4437"/>
                    <a:pt x="1259" y="3269"/>
                  </a:cubicBezTo>
                  <a:cubicBezTo>
                    <a:pt x="3783" y="4531"/>
                    <a:pt x="5884" y="6245"/>
                    <a:pt x="8314" y="725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47"/>
          <p:cNvGrpSpPr/>
          <p:nvPr/>
        </p:nvGrpSpPr>
        <p:grpSpPr>
          <a:xfrm>
            <a:off x="8039631" y="3827194"/>
            <a:ext cx="301152" cy="317552"/>
            <a:chOff x="4217195" y="1672176"/>
            <a:chExt cx="357238" cy="376692"/>
          </a:xfrm>
        </p:grpSpPr>
        <p:sp>
          <p:nvSpPr>
            <p:cNvPr id="880" name="Google Shape;880;p47"/>
            <p:cNvSpPr/>
            <p:nvPr/>
          </p:nvSpPr>
          <p:spPr>
            <a:xfrm rot="1716245">
              <a:off x="4272756" y="1713097"/>
              <a:ext cx="246116" cy="294850"/>
            </a:xfrm>
            <a:custGeom>
              <a:rect b="b" l="l" r="r" t="t"/>
              <a:pathLst>
                <a:path extrusionOk="0" h="23517" w="19630">
                  <a:moveTo>
                    <a:pt x="17216" y="19748"/>
                  </a:moveTo>
                  <a:cubicBezTo>
                    <a:pt x="15871" y="19640"/>
                    <a:pt x="15064" y="18697"/>
                    <a:pt x="14045" y="18208"/>
                  </a:cubicBezTo>
                  <a:cubicBezTo>
                    <a:pt x="13044" y="17728"/>
                    <a:pt x="12084" y="17164"/>
                    <a:pt x="10989" y="16577"/>
                  </a:cubicBezTo>
                  <a:cubicBezTo>
                    <a:pt x="9594" y="18944"/>
                    <a:pt x="8238" y="21250"/>
                    <a:pt x="6924" y="23486"/>
                  </a:cubicBezTo>
                  <a:cubicBezTo>
                    <a:pt x="6649" y="23486"/>
                    <a:pt x="6542" y="23517"/>
                    <a:pt x="6472" y="23483"/>
                  </a:cubicBezTo>
                  <a:cubicBezTo>
                    <a:pt x="4966" y="22661"/>
                    <a:pt x="3475" y="21820"/>
                    <a:pt x="1962" y="21017"/>
                  </a:cubicBezTo>
                  <a:cubicBezTo>
                    <a:pt x="1267" y="20649"/>
                    <a:pt x="1371" y="20217"/>
                    <a:pt x="1691" y="19647"/>
                  </a:cubicBezTo>
                  <a:cubicBezTo>
                    <a:pt x="3019" y="17300"/>
                    <a:pt x="4319" y="14935"/>
                    <a:pt x="5731" y="12397"/>
                  </a:cubicBezTo>
                  <a:cubicBezTo>
                    <a:pt x="3902" y="11211"/>
                    <a:pt x="2053" y="10008"/>
                    <a:pt x="1" y="8676"/>
                  </a:cubicBezTo>
                  <a:cubicBezTo>
                    <a:pt x="182" y="8186"/>
                    <a:pt x="397" y="7556"/>
                    <a:pt x="644" y="6938"/>
                  </a:cubicBezTo>
                  <a:cubicBezTo>
                    <a:pt x="901" y="6291"/>
                    <a:pt x="1177" y="5648"/>
                    <a:pt x="1461" y="5014"/>
                  </a:cubicBezTo>
                  <a:cubicBezTo>
                    <a:pt x="1740" y="4399"/>
                    <a:pt x="2045" y="3798"/>
                    <a:pt x="2382" y="3095"/>
                  </a:cubicBezTo>
                  <a:cubicBezTo>
                    <a:pt x="4803" y="4493"/>
                    <a:pt x="7042" y="5791"/>
                    <a:pt x="9389" y="7150"/>
                  </a:cubicBezTo>
                  <a:cubicBezTo>
                    <a:pt x="10798" y="4743"/>
                    <a:pt x="12154" y="2438"/>
                    <a:pt x="13586" y="1"/>
                  </a:cubicBezTo>
                  <a:cubicBezTo>
                    <a:pt x="14876" y="596"/>
                    <a:pt x="16086" y="1148"/>
                    <a:pt x="17290" y="1711"/>
                  </a:cubicBezTo>
                  <a:cubicBezTo>
                    <a:pt x="17669" y="1893"/>
                    <a:pt x="18027" y="2111"/>
                    <a:pt x="18402" y="2296"/>
                  </a:cubicBezTo>
                  <a:cubicBezTo>
                    <a:pt x="19494" y="2835"/>
                    <a:pt x="19630" y="3231"/>
                    <a:pt x="18945" y="4197"/>
                  </a:cubicBezTo>
                  <a:cubicBezTo>
                    <a:pt x="17731" y="5905"/>
                    <a:pt x="16490" y="7592"/>
                    <a:pt x="15263" y="9288"/>
                  </a:cubicBezTo>
                  <a:cubicBezTo>
                    <a:pt x="15078" y="9546"/>
                    <a:pt x="14911" y="9813"/>
                    <a:pt x="14754" y="10050"/>
                  </a:cubicBezTo>
                  <a:cubicBezTo>
                    <a:pt x="15864" y="10835"/>
                    <a:pt x="16921" y="11580"/>
                    <a:pt x="17971" y="12327"/>
                  </a:cubicBezTo>
                  <a:cubicBezTo>
                    <a:pt x="18864" y="12960"/>
                    <a:pt x="18955" y="13714"/>
                    <a:pt x="18586" y="14758"/>
                  </a:cubicBezTo>
                  <a:cubicBezTo>
                    <a:pt x="18030" y="16327"/>
                    <a:pt x="17693" y="17971"/>
                    <a:pt x="17216" y="19748"/>
                  </a:cubicBezTo>
                  <a:close/>
                  <a:moveTo>
                    <a:pt x="9765" y="8832"/>
                  </a:moveTo>
                  <a:cubicBezTo>
                    <a:pt x="7335" y="7824"/>
                    <a:pt x="5234" y="6110"/>
                    <a:pt x="2710" y="4848"/>
                  </a:cubicBezTo>
                  <a:cubicBezTo>
                    <a:pt x="2265" y="6016"/>
                    <a:pt x="1847" y="7108"/>
                    <a:pt x="1451" y="8155"/>
                  </a:cubicBezTo>
                  <a:cubicBezTo>
                    <a:pt x="3287" y="9278"/>
                    <a:pt x="4956" y="10283"/>
                    <a:pt x="6608" y="11319"/>
                  </a:cubicBezTo>
                  <a:cubicBezTo>
                    <a:pt x="6910" y="11507"/>
                    <a:pt x="7223" y="11778"/>
                    <a:pt x="7373" y="12084"/>
                  </a:cubicBezTo>
                  <a:cubicBezTo>
                    <a:pt x="7477" y="12307"/>
                    <a:pt x="7376" y="12880"/>
                    <a:pt x="7258" y="12912"/>
                  </a:cubicBezTo>
                  <a:cubicBezTo>
                    <a:pt x="6075" y="13249"/>
                    <a:pt x="5884" y="14379"/>
                    <a:pt x="5383" y="15221"/>
                  </a:cubicBezTo>
                  <a:cubicBezTo>
                    <a:pt x="4494" y="16715"/>
                    <a:pt x="3711" y="18277"/>
                    <a:pt x="2862" y="19848"/>
                  </a:cubicBezTo>
                  <a:cubicBezTo>
                    <a:pt x="4111" y="20523"/>
                    <a:pt x="5237" y="21132"/>
                    <a:pt x="6441" y="21782"/>
                  </a:cubicBezTo>
                  <a:cubicBezTo>
                    <a:pt x="8187" y="19716"/>
                    <a:pt x="8975" y="17129"/>
                    <a:pt x="10554" y="14838"/>
                  </a:cubicBezTo>
                  <a:cubicBezTo>
                    <a:pt x="12550" y="15892"/>
                    <a:pt x="14446" y="16893"/>
                    <a:pt x="16431" y="17940"/>
                  </a:cubicBezTo>
                  <a:cubicBezTo>
                    <a:pt x="16765" y="16698"/>
                    <a:pt x="17057" y="15627"/>
                    <a:pt x="17349" y="14553"/>
                  </a:cubicBezTo>
                  <a:cubicBezTo>
                    <a:pt x="17623" y="13552"/>
                    <a:pt x="17554" y="13235"/>
                    <a:pt x="16657" y="12703"/>
                  </a:cubicBezTo>
                  <a:cubicBezTo>
                    <a:pt x="15701" y="12136"/>
                    <a:pt x="14688" y="11657"/>
                    <a:pt x="13690" y="11166"/>
                  </a:cubicBezTo>
                  <a:cubicBezTo>
                    <a:pt x="12943" y="10801"/>
                    <a:pt x="12811" y="10446"/>
                    <a:pt x="13263" y="9776"/>
                  </a:cubicBezTo>
                  <a:cubicBezTo>
                    <a:pt x="13416" y="9549"/>
                    <a:pt x="13649" y="9372"/>
                    <a:pt x="13820" y="9153"/>
                  </a:cubicBezTo>
                  <a:cubicBezTo>
                    <a:pt x="14984" y="7647"/>
                    <a:pt x="16149" y="6138"/>
                    <a:pt x="17293" y="4615"/>
                  </a:cubicBezTo>
                  <a:cubicBezTo>
                    <a:pt x="17502" y="4337"/>
                    <a:pt x="17606" y="3982"/>
                    <a:pt x="17821" y="3533"/>
                  </a:cubicBezTo>
                  <a:cubicBezTo>
                    <a:pt x="16490" y="2873"/>
                    <a:pt x="15259" y="2261"/>
                    <a:pt x="13892" y="1580"/>
                  </a:cubicBezTo>
                  <a:cubicBezTo>
                    <a:pt x="12501" y="4021"/>
                    <a:pt x="11177" y="6350"/>
                    <a:pt x="9765" y="883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7"/>
            <p:cNvSpPr/>
            <p:nvPr/>
          </p:nvSpPr>
          <p:spPr>
            <a:xfrm rot="1716245">
              <a:off x="4291688" y="1731946"/>
              <a:ext cx="205255" cy="253300"/>
            </a:xfrm>
            <a:custGeom>
              <a:rect b="b" l="l" r="r" t="t"/>
              <a:pathLst>
                <a:path extrusionOk="0" h="20203" w="16371">
                  <a:moveTo>
                    <a:pt x="8314" y="7253"/>
                  </a:moveTo>
                  <a:cubicBezTo>
                    <a:pt x="9726" y="4771"/>
                    <a:pt x="11050" y="2442"/>
                    <a:pt x="12441" y="1"/>
                  </a:cubicBezTo>
                  <a:cubicBezTo>
                    <a:pt x="13808" y="682"/>
                    <a:pt x="15039" y="1294"/>
                    <a:pt x="16370" y="1954"/>
                  </a:cubicBezTo>
                  <a:cubicBezTo>
                    <a:pt x="16155" y="2403"/>
                    <a:pt x="16051" y="2758"/>
                    <a:pt x="15842" y="3036"/>
                  </a:cubicBezTo>
                  <a:cubicBezTo>
                    <a:pt x="14698" y="4559"/>
                    <a:pt x="13533" y="6068"/>
                    <a:pt x="12369" y="7574"/>
                  </a:cubicBezTo>
                  <a:cubicBezTo>
                    <a:pt x="12198" y="7793"/>
                    <a:pt x="11965" y="7970"/>
                    <a:pt x="11812" y="8197"/>
                  </a:cubicBezTo>
                  <a:cubicBezTo>
                    <a:pt x="11360" y="8867"/>
                    <a:pt x="11492" y="9222"/>
                    <a:pt x="12239" y="9587"/>
                  </a:cubicBezTo>
                  <a:cubicBezTo>
                    <a:pt x="13237" y="10078"/>
                    <a:pt x="14250" y="10557"/>
                    <a:pt x="15206" y="11124"/>
                  </a:cubicBezTo>
                  <a:cubicBezTo>
                    <a:pt x="16103" y="11656"/>
                    <a:pt x="16172" y="11973"/>
                    <a:pt x="15898" y="12974"/>
                  </a:cubicBezTo>
                  <a:cubicBezTo>
                    <a:pt x="15606" y="14048"/>
                    <a:pt x="15314" y="15119"/>
                    <a:pt x="14980" y="16361"/>
                  </a:cubicBezTo>
                  <a:cubicBezTo>
                    <a:pt x="12995" y="15314"/>
                    <a:pt x="11099" y="14313"/>
                    <a:pt x="9103" y="13259"/>
                  </a:cubicBezTo>
                  <a:cubicBezTo>
                    <a:pt x="7524" y="15550"/>
                    <a:pt x="6736" y="18137"/>
                    <a:pt x="4990" y="20203"/>
                  </a:cubicBezTo>
                  <a:cubicBezTo>
                    <a:pt x="3786" y="19553"/>
                    <a:pt x="2660" y="18944"/>
                    <a:pt x="1411" y="18269"/>
                  </a:cubicBezTo>
                  <a:cubicBezTo>
                    <a:pt x="2260" y="16698"/>
                    <a:pt x="3043" y="15136"/>
                    <a:pt x="3932" y="13642"/>
                  </a:cubicBezTo>
                  <a:cubicBezTo>
                    <a:pt x="4433" y="12800"/>
                    <a:pt x="4624" y="11670"/>
                    <a:pt x="5807" y="11333"/>
                  </a:cubicBezTo>
                  <a:cubicBezTo>
                    <a:pt x="5925" y="11301"/>
                    <a:pt x="6026" y="10728"/>
                    <a:pt x="5922" y="10505"/>
                  </a:cubicBezTo>
                  <a:cubicBezTo>
                    <a:pt x="5772" y="10199"/>
                    <a:pt x="5459" y="9928"/>
                    <a:pt x="5157" y="9740"/>
                  </a:cubicBezTo>
                  <a:cubicBezTo>
                    <a:pt x="3505" y="8704"/>
                    <a:pt x="1836" y="7699"/>
                    <a:pt x="0" y="6576"/>
                  </a:cubicBezTo>
                  <a:cubicBezTo>
                    <a:pt x="396" y="5529"/>
                    <a:pt x="814" y="4437"/>
                    <a:pt x="1259" y="3269"/>
                  </a:cubicBezTo>
                  <a:cubicBezTo>
                    <a:pt x="3783" y="4531"/>
                    <a:pt x="5884" y="6245"/>
                    <a:pt x="8314" y="725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885" name="Shape 885"/>
        <p:cNvGrpSpPr/>
        <p:nvPr/>
      </p:nvGrpSpPr>
      <p:grpSpPr>
        <a:xfrm>
          <a:off x="0" y="0"/>
          <a:ext cx="0" cy="0"/>
          <a:chOff x="0" y="0"/>
          <a:chExt cx="0" cy="0"/>
        </a:xfrm>
      </p:grpSpPr>
      <p:sp>
        <p:nvSpPr>
          <p:cNvPr id="886" name="Google Shape;886;p48"/>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Post-Prevention</a:t>
            </a:r>
            <a:endParaRPr/>
          </a:p>
        </p:txBody>
      </p:sp>
      <p:sp>
        <p:nvSpPr>
          <p:cNvPr id="887" name="Google Shape;887;p48"/>
          <p:cNvSpPr txBox="1"/>
          <p:nvPr>
            <p:ph idx="1" type="subTitle"/>
          </p:nvPr>
        </p:nvSpPr>
        <p:spPr>
          <a:xfrm>
            <a:off x="719750" y="3188025"/>
            <a:ext cx="2127300" cy="6450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VENUS</a:t>
            </a:r>
            <a:endParaRPr/>
          </a:p>
        </p:txBody>
      </p:sp>
      <p:sp>
        <p:nvSpPr>
          <p:cNvPr id="888" name="Google Shape;888;p48"/>
          <p:cNvSpPr txBox="1"/>
          <p:nvPr>
            <p:ph idx="2" type="subTitle"/>
          </p:nvPr>
        </p:nvSpPr>
        <p:spPr>
          <a:xfrm>
            <a:off x="719750" y="3786500"/>
            <a:ext cx="2127300" cy="69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889" name="Google Shape;889;p48"/>
          <p:cNvSpPr txBox="1"/>
          <p:nvPr>
            <p:ph idx="3" type="subTitle"/>
          </p:nvPr>
        </p:nvSpPr>
        <p:spPr>
          <a:xfrm>
            <a:off x="3508350" y="3188025"/>
            <a:ext cx="2127300" cy="6450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MERCURY</a:t>
            </a:r>
            <a:endParaRPr/>
          </a:p>
        </p:txBody>
      </p:sp>
      <p:sp>
        <p:nvSpPr>
          <p:cNvPr id="890" name="Google Shape;890;p48"/>
          <p:cNvSpPr txBox="1"/>
          <p:nvPr>
            <p:ph idx="4" type="subTitle"/>
          </p:nvPr>
        </p:nvSpPr>
        <p:spPr>
          <a:xfrm>
            <a:off x="3508350" y="3786500"/>
            <a:ext cx="2127300" cy="69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891" name="Google Shape;891;p48"/>
          <p:cNvSpPr txBox="1"/>
          <p:nvPr>
            <p:ph idx="5" type="subTitle"/>
          </p:nvPr>
        </p:nvSpPr>
        <p:spPr>
          <a:xfrm>
            <a:off x="6296950" y="3188025"/>
            <a:ext cx="2127300" cy="6450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NEPTUNE</a:t>
            </a:r>
            <a:endParaRPr/>
          </a:p>
        </p:txBody>
      </p:sp>
      <p:sp>
        <p:nvSpPr>
          <p:cNvPr id="892" name="Google Shape;892;p48"/>
          <p:cNvSpPr txBox="1"/>
          <p:nvPr>
            <p:ph idx="6" type="subTitle"/>
          </p:nvPr>
        </p:nvSpPr>
        <p:spPr>
          <a:xfrm>
            <a:off x="6296950" y="3786500"/>
            <a:ext cx="2127300" cy="69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a:t>
            </a:r>
            <a:r>
              <a:rPr lang="en"/>
              <a:t>s the farthest planet from the Sun </a:t>
            </a:r>
            <a:endParaRPr/>
          </a:p>
        </p:txBody>
      </p:sp>
      <p:sp>
        <p:nvSpPr>
          <p:cNvPr id="893" name="Google Shape;893;p48"/>
          <p:cNvSpPr/>
          <p:nvPr/>
        </p:nvSpPr>
        <p:spPr>
          <a:xfrm rot="-8999994">
            <a:off x="1705244" y="2902814"/>
            <a:ext cx="164451" cy="169745"/>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8"/>
          <p:cNvSpPr/>
          <p:nvPr/>
        </p:nvSpPr>
        <p:spPr>
          <a:xfrm rot="-8999994">
            <a:off x="4489769" y="2902814"/>
            <a:ext cx="164451" cy="169745"/>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8"/>
          <p:cNvSpPr/>
          <p:nvPr/>
        </p:nvSpPr>
        <p:spPr>
          <a:xfrm rot="-8999994">
            <a:off x="7274294" y="2902814"/>
            <a:ext cx="164451" cy="169745"/>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 name="Google Shape;896;p48"/>
          <p:cNvGrpSpPr/>
          <p:nvPr/>
        </p:nvGrpSpPr>
        <p:grpSpPr>
          <a:xfrm>
            <a:off x="1488180" y="2038266"/>
            <a:ext cx="542158" cy="592029"/>
            <a:chOff x="1582598" y="1316995"/>
            <a:chExt cx="409764" cy="447490"/>
          </a:xfrm>
        </p:grpSpPr>
        <p:sp>
          <p:nvSpPr>
            <p:cNvPr id="897" name="Google Shape;897;p48"/>
            <p:cNvSpPr/>
            <p:nvPr/>
          </p:nvSpPr>
          <p:spPr>
            <a:xfrm>
              <a:off x="1674465" y="1324654"/>
              <a:ext cx="297921" cy="409034"/>
            </a:xfrm>
            <a:custGeom>
              <a:rect b="b" l="l" r="r" t="t"/>
              <a:pathLst>
                <a:path extrusionOk="0" h="10094" w="7352">
                  <a:moveTo>
                    <a:pt x="8" y="75"/>
                  </a:moveTo>
                  <a:cubicBezTo>
                    <a:pt x="6" y="76"/>
                    <a:pt x="3" y="76"/>
                    <a:pt x="1" y="77"/>
                  </a:cubicBezTo>
                  <a:cubicBezTo>
                    <a:pt x="3" y="77"/>
                    <a:pt x="6" y="76"/>
                    <a:pt x="8" y="75"/>
                  </a:cubicBezTo>
                  <a:close/>
                  <a:moveTo>
                    <a:pt x="509" y="1"/>
                  </a:moveTo>
                  <a:cubicBezTo>
                    <a:pt x="362" y="1"/>
                    <a:pt x="219" y="18"/>
                    <a:pt x="85" y="53"/>
                  </a:cubicBezTo>
                  <a:cubicBezTo>
                    <a:pt x="59" y="59"/>
                    <a:pt x="34" y="69"/>
                    <a:pt x="8" y="75"/>
                  </a:cubicBezTo>
                  <a:lnTo>
                    <a:pt x="8" y="75"/>
                  </a:lnTo>
                  <a:cubicBezTo>
                    <a:pt x="16" y="74"/>
                    <a:pt x="24" y="74"/>
                    <a:pt x="32" y="74"/>
                  </a:cubicBezTo>
                  <a:cubicBezTo>
                    <a:pt x="66" y="72"/>
                    <a:pt x="109" y="69"/>
                    <a:pt x="151" y="69"/>
                  </a:cubicBezTo>
                  <a:cubicBezTo>
                    <a:pt x="169" y="69"/>
                    <a:pt x="186" y="69"/>
                    <a:pt x="203" y="71"/>
                  </a:cubicBezTo>
                  <a:cubicBezTo>
                    <a:pt x="241" y="74"/>
                    <a:pt x="273" y="77"/>
                    <a:pt x="308" y="81"/>
                  </a:cubicBezTo>
                  <a:cubicBezTo>
                    <a:pt x="408" y="98"/>
                    <a:pt x="512" y="126"/>
                    <a:pt x="621" y="157"/>
                  </a:cubicBezTo>
                  <a:cubicBezTo>
                    <a:pt x="742" y="196"/>
                    <a:pt x="864" y="251"/>
                    <a:pt x="983" y="307"/>
                  </a:cubicBezTo>
                  <a:lnTo>
                    <a:pt x="1021" y="325"/>
                  </a:lnTo>
                  <a:lnTo>
                    <a:pt x="1073" y="346"/>
                  </a:lnTo>
                  <a:cubicBezTo>
                    <a:pt x="1122" y="370"/>
                    <a:pt x="1171" y="391"/>
                    <a:pt x="1219" y="415"/>
                  </a:cubicBezTo>
                  <a:lnTo>
                    <a:pt x="1237" y="422"/>
                  </a:lnTo>
                  <a:cubicBezTo>
                    <a:pt x="1310" y="457"/>
                    <a:pt x="1386" y="495"/>
                    <a:pt x="1452" y="544"/>
                  </a:cubicBezTo>
                  <a:cubicBezTo>
                    <a:pt x="1515" y="589"/>
                    <a:pt x="1574" y="641"/>
                    <a:pt x="1634" y="693"/>
                  </a:cubicBezTo>
                  <a:cubicBezTo>
                    <a:pt x="1672" y="728"/>
                    <a:pt x="1707" y="760"/>
                    <a:pt x="1749" y="791"/>
                  </a:cubicBezTo>
                  <a:cubicBezTo>
                    <a:pt x="1854" y="878"/>
                    <a:pt x="1958" y="972"/>
                    <a:pt x="2042" y="1052"/>
                  </a:cubicBezTo>
                  <a:cubicBezTo>
                    <a:pt x="2087" y="1090"/>
                    <a:pt x="2132" y="1125"/>
                    <a:pt x="2177" y="1164"/>
                  </a:cubicBezTo>
                  <a:cubicBezTo>
                    <a:pt x="2215" y="1195"/>
                    <a:pt x="2257" y="1226"/>
                    <a:pt x="2296" y="1261"/>
                  </a:cubicBezTo>
                  <a:cubicBezTo>
                    <a:pt x="2403" y="1355"/>
                    <a:pt x="2508" y="1456"/>
                    <a:pt x="2606" y="1561"/>
                  </a:cubicBezTo>
                  <a:cubicBezTo>
                    <a:pt x="2654" y="1617"/>
                    <a:pt x="2703" y="1675"/>
                    <a:pt x="2765" y="1755"/>
                  </a:cubicBezTo>
                  <a:lnTo>
                    <a:pt x="2779" y="1773"/>
                  </a:lnTo>
                  <a:cubicBezTo>
                    <a:pt x="2800" y="1805"/>
                    <a:pt x="2825" y="1835"/>
                    <a:pt x="2849" y="1863"/>
                  </a:cubicBezTo>
                  <a:cubicBezTo>
                    <a:pt x="2911" y="1909"/>
                    <a:pt x="2961" y="1967"/>
                    <a:pt x="2995" y="2034"/>
                  </a:cubicBezTo>
                  <a:cubicBezTo>
                    <a:pt x="3019" y="2048"/>
                    <a:pt x="3044" y="2062"/>
                    <a:pt x="3072" y="2076"/>
                  </a:cubicBezTo>
                  <a:cubicBezTo>
                    <a:pt x="3128" y="2107"/>
                    <a:pt x="3183" y="2142"/>
                    <a:pt x="3232" y="2181"/>
                  </a:cubicBezTo>
                  <a:cubicBezTo>
                    <a:pt x="3354" y="2277"/>
                    <a:pt x="3469" y="2393"/>
                    <a:pt x="3577" y="2515"/>
                  </a:cubicBezTo>
                  <a:cubicBezTo>
                    <a:pt x="3713" y="2674"/>
                    <a:pt x="3838" y="2845"/>
                    <a:pt x="3959" y="3009"/>
                  </a:cubicBezTo>
                  <a:cubicBezTo>
                    <a:pt x="4009" y="3075"/>
                    <a:pt x="4057" y="3145"/>
                    <a:pt x="4110" y="3211"/>
                  </a:cubicBezTo>
                  <a:cubicBezTo>
                    <a:pt x="4252" y="3402"/>
                    <a:pt x="4406" y="3590"/>
                    <a:pt x="4555" y="3772"/>
                  </a:cubicBezTo>
                  <a:lnTo>
                    <a:pt x="4660" y="3900"/>
                  </a:lnTo>
                  <a:cubicBezTo>
                    <a:pt x="4747" y="4008"/>
                    <a:pt x="4837" y="4119"/>
                    <a:pt x="4920" y="4238"/>
                  </a:cubicBezTo>
                  <a:lnTo>
                    <a:pt x="5140" y="4551"/>
                  </a:lnTo>
                  <a:cubicBezTo>
                    <a:pt x="5331" y="4834"/>
                    <a:pt x="5492" y="5088"/>
                    <a:pt x="5635" y="5331"/>
                  </a:cubicBezTo>
                  <a:cubicBezTo>
                    <a:pt x="5805" y="5620"/>
                    <a:pt x="5913" y="5920"/>
                    <a:pt x="5951" y="6222"/>
                  </a:cubicBezTo>
                  <a:cubicBezTo>
                    <a:pt x="5976" y="6407"/>
                    <a:pt x="5979" y="6588"/>
                    <a:pt x="5958" y="6762"/>
                  </a:cubicBezTo>
                  <a:cubicBezTo>
                    <a:pt x="5955" y="6797"/>
                    <a:pt x="5951" y="6832"/>
                    <a:pt x="5948" y="6867"/>
                  </a:cubicBezTo>
                  <a:cubicBezTo>
                    <a:pt x="5934" y="6971"/>
                    <a:pt x="5920" y="7076"/>
                    <a:pt x="5920" y="7180"/>
                  </a:cubicBezTo>
                  <a:cubicBezTo>
                    <a:pt x="5927" y="7299"/>
                    <a:pt x="5941" y="7407"/>
                    <a:pt x="5965" y="7511"/>
                  </a:cubicBezTo>
                  <a:cubicBezTo>
                    <a:pt x="6021" y="7654"/>
                    <a:pt x="6104" y="7789"/>
                    <a:pt x="6185" y="7921"/>
                  </a:cubicBezTo>
                  <a:cubicBezTo>
                    <a:pt x="6209" y="7963"/>
                    <a:pt x="6233" y="8005"/>
                    <a:pt x="6257" y="8047"/>
                  </a:cubicBezTo>
                  <a:cubicBezTo>
                    <a:pt x="6366" y="8231"/>
                    <a:pt x="6477" y="8423"/>
                    <a:pt x="6546" y="8636"/>
                  </a:cubicBezTo>
                  <a:lnTo>
                    <a:pt x="6564" y="8684"/>
                  </a:lnTo>
                  <a:cubicBezTo>
                    <a:pt x="6602" y="8795"/>
                    <a:pt x="6641" y="8914"/>
                    <a:pt x="6651" y="9033"/>
                  </a:cubicBezTo>
                  <a:cubicBezTo>
                    <a:pt x="6658" y="9130"/>
                    <a:pt x="6658" y="9224"/>
                    <a:pt x="6654" y="9311"/>
                  </a:cubicBezTo>
                  <a:cubicBezTo>
                    <a:pt x="6644" y="9562"/>
                    <a:pt x="6554" y="9806"/>
                    <a:pt x="6394" y="10018"/>
                  </a:cubicBezTo>
                  <a:cubicBezTo>
                    <a:pt x="6373" y="10042"/>
                    <a:pt x="6355" y="10070"/>
                    <a:pt x="6334" y="10094"/>
                  </a:cubicBezTo>
                  <a:cubicBezTo>
                    <a:pt x="6390" y="10073"/>
                    <a:pt x="6442" y="10049"/>
                    <a:pt x="6491" y="10025"/>
                  </a:cubicBezTo>
                  <a:cubicBezTo>
                    <a:pt x="6522" y="10007"/>
                    <a:pt x="6557" y="9990"/>
                    <a:pt x="6592" y="9965"/>
                  </a:cubicBezTo>
                  <a:cubicBezTo>
                    <a:pt x="6654" y="9927"/>
                    <a:pt x="6734" y="9875"/>
                    <a:pt x="6808" y="9816"/>
                  </a:cubicBezTo>
                  <a:cubicBezTo>
                    <a:pt x="6937" y="9718"/>
                    <a:pt x="7027" y="9618"/>
                    <a:pt x="7100" y="9496"/>
                  </a:cubicBezTo>
                  <a:cubicBezTo>
                    <a:pt x="7163" y="9388"/>
                    <a:pt x="7215" y="9279"/>
                    <a:pt x="7250" y="9175"/>
                  </a:cubicBezTo>
                  <a:cubicBezTo>
                    <a:pt x="7285" y="9078"/>
                    <a:pt x="7306" y="8973"/>
                    <a:pt x="7319" y="8872"/>
                  </a:cubicBezTo>
                  <a:cubicBezTo>
                    <a:pt x="7337" y="8768"/>
                    <a:pt x="7344" y="8657"/>
                    <a:pt x="7348" y="8559"/>
                  </a:cubicBezTo>
                  <a:cubicBezTo>
                    <a:pt x="7351" y="8381"/>
                    <a:pt x="7337" y="8210"/>
                    <a:pt x="7302" y="8047"/>
                  </a:cubicBezTo>
                  <a:cubicBezTo>
                    <a:pt x="7260" y="7870"/>
                    <a:pt x="7194" y="7692"/>
                    <a:pt x="7139" y="7545"/>
                  </a:cubicBezTo>
                  <a:cubicBezTo>
                    <a:pt x="7072" y="7382"/>
                    <a:pt x="7017" y="7249"/>
                    <a:pt x="6958" y="7132"/>
                  </a:cubicBezTo>
                  <a:cubicBezTo>
                    <a:pt x="6821" y="6867"/>
                    <a:pt x="6658" y="6588"/>
                    <a:pt x="6456" y="6282"/>
                  </a:cubicBezTo>
                  <a:cubicBezTo>
                    <a:pt x="6268" y="5996"/>
                    <a:pt x="6094" y="5745"/>
                    <a:pt x="5927" y="5506"/>
                  </a:cubicBezTo>
                  <a:cubicBezTo>
                    <a:pt x="5889" y="5453"/>
                    <a:pt x="5854" y="5401"/>
                    <a:pt x="5815" y="5348"/>
                  </a:cubicBezTo>
                  <a:cubicBezTo>
                    <a:pt x="5680" y="5154"/>
                    <a:pt x="5540" y="4951"/>
                    <a:pt x="5391" y="4760"/>
                  </a:cubicBezTo>
                  <a:cubicBezTo>
                    <a:pt x="5314" y="4662"/>
                    <a:pt x="5238" y="4565"/>
                    <a:pt x="5158" y="4468"/>
                  </a:cubicBezTo>
                  <a:cubicBezTo>
                    <a:pt x="5050" y="4328"/>
                    <a:pt x="4935" y="4186"/>
                    <a:pt x="4827" y="4043"/>
                  </a:cubicBezTo>
                  <a:lnTo>
                    <a:pt x="4792" y="3994"/>
                  </a:lnTo>
                  <a:cubicBezTo>
                    <a:pt x="4625" y="3768"/>
                    <a:pt x="4451" y="3538"/>
                    <a:pt x="4277" y="3312"/>
                  </a:cubicBezTo>
                  <a:cubicBezTo>
                    <a:pt x="4172" y="3179"/>
                    <a:pt x="4064" y="3044"/>
                    <a:pt x="3959" y="2912"/>
                  </a:cubicBezTo>
                  <a:cubicBezTo>
                    <a:pt x="3869" y="2803"/>
                    <a:pt x="3782" y="2692"/>
                    <a:pt x="3692" y="2581"/>
                  </a:cubicBezTo>
                  <a:cubicBezTo>
                    <a:pt x="3507" y="2340"/>
                    <a:pt x="3319" y="2093"/>
                    <a:pt x="3138" y="1856"/>
                  </a:cubicBezTo>
                  <a:cubicBezTo>
                    <a:pt x="3044" y="1728"/>
                    <a:pt x="2964" y="1627"/>
                    <a:pt x="2884" y="1533"/>
                  </a:cubicBezTo>
                  <a:cubicBezTo>
                    <a:pt x="2807" y="1449"/>
                    <a:pt x="2727" y="1366"/>
                    <a:pt x="2647" y="1282"/>
                  </a:cubicBezTo>
                  <a:cubicBezTo>
                    <a:pt x="2619" y="1250"/>
                    <a:pt x="2588" y="1220"/>
                    <a:pt x="2556" y="1188"/>
                  </a:cubicBezTo>
                  <a:cubicBezTo>
                    <a:pt x="2334" y="951"/>
                    <a:pt x="2087" y="704"/>
                    <a:pt x="1822" y="492"/>
                  </a:cubicBezTo>
                  <a:cubicBezTo>
                    <a:pt x="1578" y="293"/>
                    <a:pt x="1314" y="154"/>
                    <a:pt x="1056" y="81"/>
                  </a:cubicBezTo>
                  <a:cubicBezTo>
                    <a:pt x="872" y="27"/>
                    <a:pt x="687" y="1"/>
                    <a:pt x="5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8"/>
            <p:cNvSpPr/>
            <p:nvPr/>
          </p:nvSpPr>
          <p:spPr>
            <a:xfrm>
              <a:off x="1605210" y="1331016"/>
              <a:ext cx="306066" cy="423379"/>
            </a:xfrm>
            <a:custGeom>
              <a:rect b="b" l="l" r="r" t="t"/>
              <a:pathLst>
                <a:path extrusionOk="0" h="10448" w="7553">
                  <a:moveTo>
                    <a:pt x="1459" y="0"/>
                  </a:moveTo>
                  <a:cubicBezTo>
                    <a:pt x="1397" y="25"/>
                    <a:pt x="1341" y="52"/>
                    <a:pt x="1285" y="81"/>
                  </a:cubicBezTo>
                  <a:cubicBezTo>
                    <a:pt x="1132" y="153"/>
                    <a:pt x="972" y="251"/>
                    <a:pt x="801" y="377"/>
                  </a:cubicBezTo>
                  <a:cubicBezTo>
                    <a:pt x="780" y="394"/>
                    <a:pt x="759" y="407"/>
                    <a:pt x="738" y="422"/>
                  </a:cubicBezTo>
                  <a:cubicBezTo>
                    <a:pt x="624" y="512"/>
                    <a:pt x="516" y="620"/>
                    <a:pt x="383" y="766"/>
                  </a:cubicBezTo>
                  <a:cubicBezTo>
                    <a:pt x="314" y="843"/>
                    <a:pt x="254" y="930"/>
                    <a:pt x="209" y="1007"/>
                  </a:cubicBezTo>
                  <a:cubicBezTo>
                    <a:pt x="129" y="1129"/>
                    <a:pt x="77" y="1264"/>
                    <a:pt x="42" y="1434"/>
                  </a:cubicBezTo>
                  <a:cubicBezTo>
                    <a:pt x="7" y="1609"/>
                    <a:pt x="0" y="1804"/>
                    <a:pt x="21" y="2065"/>
                  </a:cubicBezTo>
                  <a:cubicBezTo>
                    <a:pt x="49" y="2392"/>
                    <a:pt x="161" y="2713"/>
                    <a:pt x="269" y="3022"/>
                  </a:cubicBezTo>
                  <a:lnTo>
                    <a:pt x="279" y="3043"/>
                  </a:lnTo>
                  <a:cubicBezTo>
                    <a:pt x="376" y="3329"/>
                    <a:pt x="502" y="3607"/>
                    <a:pt x="645" y="3872"/>
                  </a:cubicBezTo>
                  <a:cubicBezTo>
                    <a:pt x="951" y="4433"/>
                    <a:pt x="1292" y="4962"/>
                    <a:pt x="1710" y="5588"/>
                  </a:cubicBezTo>
                  <a:cubicBezTo>
                    <a:pt x="1860" y="5811"/>
                    <a:pt x="2009" y="6041"/>
                    <a:pt x="2152" y="6264"/>
                  </a:cubicBezTo>
                  <a:cubicBezTo>
                    <a:pt x="2347" y="6564"/>
                    <a:pt x="2546" y="6874"/>
                    <a:pt x="2755" y="7173"/>
                  </a:cubicBezTo>
                  <a:cubicBezTo>
                    <a:pt x="2911" y="7402"/>
                    <a:pt x="3099" y="7671"/>
                    <a:pt x="3308" y="7931"/>
                  </a:cubicBezTo>
                  <a:cubicBezTo>
                    <a:pt x="3503" y="8175"/>
                    <a:pt x="3709" y="8419"/>
                    <a:pt x="3918" y="8667"/>
                  </a:cubicBezTo>
                  <a:cubicBezTo>
                    <a:pt x="4109" y="8889"/>
                    <a:pt x="4325" y="9143"/>
                    <a:pt x="4558" y="9384"/>
                  </a:cubicBezTo>
                  <a:cubicBezTo>
                    <a:pt x="4770" y="9607"/>
                    <a:pt x="5004" y="9822"/>
                    <a:pt x="5271" y="10049"/>
                  </a:cubicBezTo>
                  <a:cubicBezTo>
                    <a:pt x="5530" y="10271"/>
                    <a:pt x="5853" y="10407"/>
                    <a:pt x="6184" y="10438"/>
                  </a:cubicBezTo>
                  <a:cubicBezTo>
                    <a:pt x="6250" y="10444"/>
                    <a:pt x="6318" y="10447"/>
                    <a:pt x="6387" y="10447"/>
                  </a:cubicBezTo>
                  <a:cubicBezTo>
                    <a:pt x="6482" y="10447"/>
                    <a:pt x="6579" y="10442"/>
                    <a:pt x="6675" y="10432"/>
                  </a:cubicBezTo>
                  <a:cubicBezTo>
                    <a:pt x="6738" y="10425"/>
                    <a:pt x="6801" y="10414"/>
                    <a:pt x="6859" y="10404"/>
                  </a:cubicBezTo>
                  <a:cubicBezTo>
                    <a:pt x="6856" y="10397"/>
                    <a:pt x="6852" y="10393"/>
                    <a:pt x="6846" y="10387"/>
                  </a:cubicBezTo>
                  <a:cubicBezTo>
                    <a:pt x="6776" y="10303"/>
                    <a:pt x="6741" y="10192"/>
                    <a:pt x="6755" y="10083"/>
                  </a:cubicBezTo>
                  <a:cubicBezTo>
                    <a:pt x="6762" y="10000"/>
                    <a:pt x="6807" y="9882"/>
                    <a:pt x="6884" y="9822"/>
                  </a:cubicBezTo>
                  <a:cubicBezTo>
                    <a:pt x="6888" y="9816"/>
                    <a:pt x="6894" y="9812"/>
                    <a:pt x="6898" y="9808"/>
                  </a:cubicBezTo>
                  <a:lnTo>
                    <a:pt x="6922" y="9795"/>
                  </a:lnTo>
                  <a:cubicBezTo>
                    <a:pt x="7034" y="9725"/>
                    <a:pt x="7148" y="9649"/>
                    <a:pt x="7253" y="9568"/>
                  </a:cubicBezTo>
                  <a:cubicBezTo>
                    <a:pt x="7298" y="9533"/>
                    <a:pt x="7336" y="9498"/>
                    <a:pt x="7371" y="9467"/>
                  </a:cubicBezTo>
                  <a:cubicBezTo>
                    <a:pt x="7423" y="9405"/>
                    <a:pt x="7469" y="9345"/>
                    <a:pt x="7503" y="9283"/>
                  </a:cubicBezTo>
                  <a:cubicBezTo>
                    <a:pt x="7518" y="9255"/>
                    <a:pt x="7528" y="9223"/>
                    <a:pt x="7538" y="9196"/>
                  </a:cubicBezTo>
                  <a:cubicBezTo>
                    <a:pt x="7545" y="9140"/>
                    <a:pt x="7549" y="9077"/>
                    <a:pt x="7553" y="9014"/>
                  </a:cubicBezTo>
                  <a:cubicBezTo>
                    <a:pt x="7545" y="8959"/>
                    <a:pt x="7535" y="8900"/>
                    <a:pt x="7521" y="8841"/>
                  </a:cubicBezTo>
                  <a:cubicBezTo>
                    <a:pt x="7493" y="8760"/>
                    <a:pt x="7465" y="8677"/>
                    <a:pt x="7427" y="8600"/>
                  </a:cubicBezTo>
                  <a:cubicBezTo>
                    <a:pt x="7371" y="8485"/>
                    <a:pt x="7309" y="8381"/>
                    <a:pt x="7264" y="8297"/>
                  </a:cubicBezTo>
                  <a:lnTo>
                    <a:pt x="7183" y="8161"/>
                  </a:lnTo>
                  <a:lnTo>
                    <a:pt x="7096" y="8015"/>
                  </a:lnTo>
                  <a:cubicBezTo>
                    <a:pt x="7086" y="7994"/>
                    <a:pt x="7076" y="7977"/>
                    <a:pt x="7061" y="7957"/>
                  </a:cubicBezTo>
                  <a:cubicBezTo>
                    <a:pt x="7023" y="7890"/>
                    <a:pt x="6981" y="7820"/>
                    <a:pt x="6950" y="7751"/>
                  </a:cubicBezTo>
                  <a:cubicBezTo>
                    <a:pt x="6870" y="7555"/>
                    <a:pt x="6825" y="7333"/>
                    <a:pt x="6817" y="7075"/>
                  </a:cubicBezTo>
                  <a:cubicBezTo>
                    <a:pt x="6811" y="7047"/>
                    <a:pt x="6811" y="7016"/>
                    <a:pt x="6814" y="6985"/>
                  </a:cubicBezTo>
                  <a:lnTo>
                    <a:pt x="6814" y="6970"/>
                  </a:lnTo>
                  <a:lnTo>
                    <a:pt x="6814" y="6957"/>
                  </a:lnTo>
                  <a:cubicBezTo>
                    <a:pt x="6814" y="6845"/>
                    <a:pt x="6828" y="6734"/>
                    <a:pt x="6842" y="6626"/>
                  </a:cubicBezTo>
                  <a:cubicBezTo>
                    <a:pt x="6852" y="6536"/>
                    <a:pt x="6863" y="6442"/>
                    <a:pt x="6867" y="6351"/>
                  </a:cubicBezTo>
                  <a:cubicBezTo>
                    <a:pt x="6856" y="6202"/>
                    <a:pt x="6835" y="6065"/>
                    <a:pt x="6801" y="5937"/>
                  </a:cubicBezTo>
                  <a:cubicBezTo>
                    <a:pt x="6713" y="5700"/>
                    <a:pt x="6581" y="5481"/>
                    <a:pt x="6466" y="5293"/>
                  </a:cubicBezTo>
                  <a:cubicBezTo>
                    <a:pt x="6341" y="5098"/>
                    <a:pt x="6208" y="4899"/>
                    <a:pt x="6059" y="4687"/>
                  </a:cubicBezTo>
                  <a:cubicBezTo>
                    <a:pt x="5923" y="4489"/>
                    <a:pt x="5766" y="4301"/>
                    <a:pt x="5617" y="4116"/>
                  </a:cubicBezTo>
                  <a:lnTo>
                    <a:pt x="5533" y="4012"/>
                  </a:lnTo>
                  <a:cubicBezTo>
                    <a:pt x="5366" y="3806"/>
                    <a:pt x="5192" y="3583"/>
                    <a:pt x="5004" y="3325"/>
                  </a:cubicBezTo>
                  <a:cubicBezTo>
                    <a:pt x="4850" y="3120"/>
                    <a:pt x="4694" y="2908"/>
                    <a:pt x="4513" y="2726"/>
                  </a:cubicBezTo>
                  <a:cubicBezTo>
                    <a:pt x="4450" y="2678"/>
                    <a:pt x="4381" y="2633"/>
                    <a:pt x="4304" y="2588"/>
                  </a:cubicBezTo>
                  <a:cubicBezTo>
                    <a:pt x="4244" y="2559"/>
                    <a:pt x="4193" y="2538"/>
                    <a:pt x="4137" y="2521"/>
                  </a:cubicBezTo>
                  <a:cubicBezTo>
                    <a:pt x="4109" y="2514"/>
                    <a:pt x="4081" y="2511"/>
                    <a:pt x="4053" y="2511"/>
                  </a:cubicBezTo>
                  <a:cubicBezTo>
                    <a:pt x="4026" y="2514"/>
                    <a:pt x="4001" y="2517"/>
                    <a:pt x="3976" y="2525"/>
                  </a:cubicBezTo>
                  <a:cubicBezTo>
                    <a:pt x="3886" y="2556"/>
                    <a:pt x="3802" y="2601"/>
                    <a:pt x="3719" y="2646"/>
                  </a:cubicBezTo>
                  <a:cubicBezTo>
                    <a:pt x="3674" y="2671"/>
                    <a:pt x="3625" y="2699"/>
                    <a:pt x="3576" y="2720"/>
                  </a:cubicBezTo>
                  <a:cubicBezTo>
                    <a:pt x="3441" y="2786"/>
                    <a:pt x="3315" y="2827"/>
                    <a:pt x="3200" y="2845"/>
                  </a:cubicBezTo>
                  <a:cubicBezTo>
                    <a:pt x="3148" y="2854"/>
                    <a:pt x="3091" y="2861"/>
                    <a:pt x="3033" y="2861"/>
                  </a:cubicBezTo>
                  <a:cubicBezTo>
                    <a:pt x="2997" y="2861"/>
                    <a:pt x="2961" y="2858"/>
                    <a:pt x="2925" y="2852"/>
                  </a:cubicBezTo>
                  <a:cubicBezTo>
                    <a:pt x="2831" y="2834"/>
                    <a:pt x="2758" y="2817"/>
                    <a:pt x="2695" y="2797"/>
                  </a:cubicBezTo>
                  <a:cubicBezTo>
                    <a:pt x="2500" y="2737"/>
                    <a:pt x="2340" y="2594"/>
                    <a:pt x="2197" y="2445"/>
                  </a:cubicBezTo>
                  <a:cubicBezTo>
                    <a:pt x="2128" y="2379"/>
                    <a:pt x="2065" y="2305"/>
                    <a:pt x="2006" y="2232"/>
                  </a:cubicBezTo>
                  <a:cubicBezTo>
                    <a:pt x="1922" y="2128"/>
                    <a:pt x="1842" y="2016"/>
                    <a:pt x="1766" y="1908"/>
                  </a:cubicBezTo>
                  <a:cubicBezTo>
                    <a:pt x="1738" y="1866"/>
                    <a:pt x="1707" y="1828"/>
                    <a:pt x="1678" y="1786"/>
                  </a:cubicBezTo>
                  <a:lnTo>
                    <a:pt x="1654" y="1752"/>
                  </a:lnTo>
                  <a:cubicBezTo>
                    <a:pt x="1574" y="1643"/>
                    <a:pt x="1494" y="1536"/>
                    <a:pt x="1424" y="1424"/>
                  </a:cubicBezTo>
                  <a:cubicBezTo>
                    <a:pt x="1337" y="1288"/>
                    <a:pt x="1254" y="1156"/>
                    <a:pt x="1205" y="1007"/>
                  </a:cubicBezTo>
                  <a:cubicBezTo>
                    <a:pt x="1174" y="923"/>
                    <a:pt x="1146" y="833"/>
                    <a:pt x="1143" y="732"/>
                  </a:cubicBezTo>
                  <a:cubicBezTo>
                    <a:pt x="1143" y="669"/>
                    <a:pt x="1139" y="610"/>
                    <a:pt x="1146" y="544"/>
                  </a:cubicBezTo>
                  <a:cubicBezTo>
                    <a:pt x="1156" y="415"/>
                    <a:pt x="1194" y="303"/>
                    <a:pt x="1250" y="206"/>
                  </a:cubicBezTo>
                  <a:cubicBezTo>
                    <a:pt x="1285" y="147"/>
                    <a:pt x="1341" y="87"/>
                    <a:pt x="1397" y="46"/>
                  </a:cubicBezTo>
                  <a:cubicBezTo>
                    <a:pt x="1418" y="28"/>
                    <a:pt x="1438" y="14"/>
                    <a:pt x="14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8"/>
            <p:cNvSpPr/>
            <p:nvPr/>
          </p:nvSpPr>
          <p:spPr>
            <a:xfrm>
              <a:off x="1651366" y="1327409"/>
              <a:ext cx="292937" cy="430430"/>
            </a:xfrm>
            <a:custGeom>
              <a:rect b="b" l="l" r="r" t="t"/>
              <a:pathLst>
                <a:path extrusionOk="0" h="10622" w="7229">
                  <a:moveTo>
                    <a:pt x="721" y="1"/>
                  </a:moveTo>
                  <a:cubicBezTo>
                    <a:pt x="679" y="1"/>
                    <a:pt x="636" y="4"/>
                    <a:pt x="602" y="6"/>
                  </a:cubicBezTo>
                  <a:cubicBezTo>
                    <a:pt x="529" y="9"/>
                    <a:pt x="460" y="34"/>
                    <a:pt x="390" y="58"/>
                  </a:cubicBezTo>
                  <a:cubicBezTo>
                    <a:pt x="345" y="75"/>
                    <a:pt x="299" y="100"/>
                    <a:pt x="258" y="135"/>
                  </a:cubicBezTo>
                  <a:cubicBezTo>
                    <a:pt x="202" y="180"/>
                    <a:pt x="146" y="236"/>
                    <a:pt x="111" y="295"/>
                  </a:cubicBezTo>
                  <a:cubicBezTo>
                    <a:pt x="55" y="392"/>
                    <a:pt x="17" y="504"/>
                    <a:pt x="7" y="633"/>
                  </a:cubicBezTo>
                  <a:cubicBezTo>
                    <a:pt x="0" y="699"/>
                    <a:pt x="4" y="758"/>
                    <a:pt x="4" y="821"/>
                  </a:cubicBezTo>
                  <a:cubicBezTo>
                    <a:pt x="7" y="922"/>
                    <a:pt x="35" y="1012"/>
                    <a:pt x="66" y="1096"/>
                  </a:cubicBezTo>
                  <a:cubicBezTo>
                    <a:pt x="115" y="1245"/>
                    <a:pt x="198" y="1377"/>
                    <a:pt x="285" y="1513"/>
                  </a:cubicBezTo>
                  <a:cubicBezTo>
                    <a:pt x="355" y="1625"/>
                    <a:pt x="435" y="1732"/>
                    <a:pt x="515" y="1841"/>
                  </a:cubicBezTo>
                  <a:lnTo>
                    <a:pt x="539" y="1875"/>
                  </a:lnTo>
                  <a:cubicBezTo>
                    <a:pt x="568" y="1917"/>
                    <a:pt x="599" y="1955"/>
                    <a:pt x="627" y="1997"/>
                  </a:cubicBezTo>
                  <a:cubicBezTo>
                    <a:pt x="703" y="2105"/>
                    <a:pt x="783" y="2217"/>
                    <a:pt x="867" y="2321"/>
                  </a:cubicBezTo>
                  <a:cubicBezTo>
                    <a:pt x="926" y="2394"/>
                    <a:pt x="989" y="2468"/>
                    <a:pt x="1058" y="2534"/>
                  </a:cubicBezTo>
                  <a:cubicBezTo>
                    <a:pt x="1201" y="2683"/>
                    <a:pt x="1361" y="2826"/>
                    <a:pt x="1556" y="2886"/>
                  </a:cubicBezTo>
                  <a:cubicBezTo>
                    <a:pt x="1619" y="2906"/>
                    <a:pt x="1692" y="2923"/>
                    <a:pt x="1786" y="2941"/>
                  </a:cubicBezTo>
                  <a:cubicBezTo>
                    <a:pt x="1822" y="2947"/>
                    <a:pt x="1858" y="2950"/>
                    <a:pt x="1894" y="2950"/>
                  </a:cubicBezTo>
                  <a:cubicBezTo>
                    <a:pt x="1952" y="2950"/>
                    <a:pt x="2009" y="2943"/>
                    <a:pt x="2061" y="2934"/>
                  </a:cubicBezTo>
                  <a:cubicBezTo>
                    <a:pt x="2176" y="2916"/>
                    <a:pt x="2302" y="2875"/>
                    <a:pt x="2437" y="2809"/>
                  </a:cubicBezTo>
                  <a:cubicBezTo>
                    <a:pt x="2486" y="2784"/>
                    <a:pt x="2535" y="2760"/>
                    <a:pt x="2580" y="2735"/>
                  </a:cubicBezTo>
                  <a:cubicBezTo>
                    <a:pt x="2663" y="2690"/>
                    <a:pt x="2747" y="2645"/>
                    <a:pt x="2837" y="2614"/>
                  </a:cubicBezTo>
                  <a:cubicBezTo>
                    <a:pt x="2862" y="2606"/>
                    <a:pt x="2887" y="2603"/>
                    <a:pt x="2914" y="2600"/>
                  </a:cubicBezTo>
                  <a:cubicBezTo>
                    <a:pt x="2946" y="2600"/>
                    <a:pt x="2970" y="2603"/>
                    <a:pt x="2998" y="2610"/>
                  </a:cubicBezTo>
                  <a:cubicBezTo>
                    <a:pt x="3054" y="2627"/>
                    <a:pt x="3105" y="2648"/>
                    <a:pt x="3165" y="2677"/>
                  </a:cubicBezTo>
                  <a:cubicBezTo>
                    <a:pt x="3242" y="2722"/>
                    <a:pt x="3311" y="2767"/>
                    <a:pt x="3374" y="2815"/>
                  </a:cubicBezTo>
                  <a:cubicBezTo>
                    <a:pt x="3555" y="3000"/>
                    <a:pt x="3711" y="3209"/>
                    <a:pt x="3865" y="3414"/>
                  </a:cubicBezTo>
                  <a:cubicBezTo>
                    <a:pt x="4053" y="3672"/>
                    <a:pt x="4227" y="3895"/>
                    <a:pt x="4394" y="4101"/>
                  </a:cubicBezTo>
                  <a:lnTo>
                    <a:pt x="4478" y="4205"/>
                  </a:lnTo>
                  <a:cubicBezTo>
                    <a:pt x="4627" y="4390"/>
                    <a:pt x="4780" y="4578"/>
                    <a:pt x="4920" y="4776"/>
                  </a:cubicBezTo>
                  <a:cubicBezTo>
                    <a:pt x="5069" y="4988"/>
                    <a:pt x="5202" y="5187"/>
                    <a:pt x="5327" y="5382"/>
                  </a:cubicBezTo>
                  <a:cubicBezTo>
                    <a:pt x="5442" y="5570"/>
                    <a:pt x="5574" y="5789"/>
                    <a:pt x="5662" y="6026"/>
                  </a:cubicBezTo>
                  <a:cubicBezTo>
                    <a:pt x="5696" y="6154"/>
                    <a:pt x="5717" y="6291"/>
                    <a:pt x="5728" y="6440"/>
                  </a:cubicBezTo>
                  <a:cubicBezTo>
                    <a:pt x="5724" y="6531"/>
                    <a:pt x="5713" y="6625"/>
                    <a:pt x="5703" y="6715"/>
                  </a:cubicBezTo>
                  <a:cubicBezTo>
                    <a:pt x="5689" y="6823"/>
                    <a:pt x="5675" y="6934"/>
                    <a:pt x="5675" y="7046"/>
                  </a:cubicBezTo>
                  <a:lnTo>
                    <a:pt x="5675" y="7059"/>
                  </a:lnTo>
                  <a:lnTo>
                    <a:pt x="5675" y="7074"/>
                  </a:lnTo>
                  <a:cubicBezTo>
                    <a:pt x="5672" y="7105"/>
                    <a:pt x="5672" y="7136"/>
                    <a:pt x="5678" y="7164"/>
                  </a:cubicBezTo>
                  <a:cubicBezTo>
                    <a:pt x="5686" y="7422"/>
                    <a:pt x="5731" y="7644"/>
                    <a:pt x="5811" y="7840"/>
                  </a:cubicBezTo>
                  <a:cubicBezTo>
                    <a:pt x="5842" y="7909"/>
                    <a:pt x="5884" y="7979"/>
                    <a:pt x="5922" y="8046"/>
                  </a:cubicBezTo>
                  <a:cubicBezTo>
                    <a:pt x="5937" y="8066"/>
                    <a:pt x="5947" y="8083"/>
                    <a:pt x="5957" y="8104"/>
                  </a:cubicBezTo>
                  <a:lnTo>
                    <a:pt x="6044" y="8250"/>
                  </a:lnTo>
                  <a:lnTo>
                    <a:pt x="6125" y="8386"/>
                  </a:lnTo>
                  <a:cubicBezTo>
                    <a:pt x="6170" y="8470"/>
                    <a:pt x="6232" y="8574"/>
                    <a:pt x="6288" y="8689"/>
                  </a:cubicBezTo>
                  <a:cubicBezTo>
                    <a:pt x="6326" y="8766"/>
                    <a:pt x="6354" y="8849"/>
                    <a:pt x="6382" y="8930"/>
                  </a:cubicBezTo>
                  <a:cubicBezTo>
                    <a:pt x="6396" y="8989"/>
                    <a:pt x="6406" y="9048"/>
                    <a:pt x="6414" y="9103"/>
                  </a:cubicBezTo>
                  <a:cubicBezTo>
                    <a:pt x="6410" y="9166"/>
                    <a:pt x="6406" y="9229"/>
                    <a:pt x="6399" y="9285"/>
                  </a:cubicBezTo>
                  <a:cubicBezTo>
                    <a:pt x="6389" y="9312"/>
                    <a:pt x="6379" y="9344"/>
                    <a:pt x="6364" y="9372"/>
                  </a:cubicBezTo>
                  <a:cubicBezTo>
                    <a:pt x="6330" y="9434"/>
                    <a:pt x="6284" y="9494"/>
                    <a:pt x="6232" y="9556"/>
                  </a:cubicBezTo>
                  <a:cubicBezTo>
                    <a:pt x="6197" y="9587"/>
                    <a:pt x="6159" y="9622"/>
                    <a:pt x="6114" y="9657"/>
                  </a:cubicBezTo>
                  <a:cubicBezTo>
                    <a:pt x="6009" y="9738"/>
                    <a:pt x="5895" y="9814"/>
                    <a:pt x="5783" y="9884"/>
                  </a:cubicBezTo>
                  <a:lnTo>
                    <a:pt x="5759" y="9897"/>
                  </a:lnTo>
                  <a:cubicBezTo>
                    <a:pt x="5755" y="9901"/>
                    <a:pt x="5749" y="9905"/>
                    <a:pt x="5745" y="9911"/>
                  </a:cubicBezTo>
                  <a:cubicBezTo>
                    <a:pt x="5668" y="9971"/>
                    <a:pt x="5623" y="10089"/>
                    <a:pt x="5616" y="10172"/>
                  </a:cubicBezTo>
                  <a:cubicBezTo>
                    <a:pt x="5602" y="10281"/>
                    <a:pt x="5637" y="10392"/>
                    <a:pt x="5707" y="10476"/>
                  </a:cubicBezTo>
                  <a:cubicBezTo>
                    <a:pt x="5776" y="10556"/>
                    <a:pt x="5874" y="10611"/>
                    <a:pt x="5982" y="10622"/>
                  </a:cubicBezTo>
                  <a:lnTo>
                    <a:pt x="6086" y="10618"/>
                  </a:lnTo>
                  <a:cubicBezTo>
                    <a:pt x="6155" y="10608"/>
                    <a:pt x="6221" y="10577"/>
                    <a:pt x="6277" y="10535"/>
                  </a:cubicBezTo>
                  <a:lnTo>
                    <a:pt x="6284" y="10527"/>
                  </a:lnTo>
                  <a:cubicBezTo>
                    <a:pt x="6389" y="10461"/>
                    <a:pt x="6486" y="10395"/>
                    <a:pt x="6584" y="10326"/>
                  </a:cubicBezTo>
                  <a:cubicBezTo>
                    <a:pt x="6598" y="10315"/>
                    <a:pt x="6615" y="10302"/>
                    <a:pt x="6629" y="10291"/>
                  </a:cubicBezTo>
                  <a:cubicBezTo>
                    <a:pt x="6751" y="10197"/>
                    <a:pt x="6862" y="10082"/>
                    <a:pt x="6964" y="9950"/>
                  </a:cubicBezTo>
                  <a:cubicBezTo>
                    <a:pt x="7124" y="9738"/>
                    <a:pt x="7214" y="9494"/>
                    <a:pt x="7224" y="9243"/>
                  </a:cubicBezTo>
                  <a:cubicBezTo>
                    <a:pt x="7228" y="9156"/>
                    <a:pt x="7228" y="9062"/>
                    <a:pt x="7221" y="8965"/>
                  </a:cubicBezTo>
                  <a:cubicBezTo>
                    <a:pt x="7211" y="8846"/>
                    <a:pt x="7172" y="8727"/>
                    <a:pt x="7134" y="8616"/>
                  </a:cubicBezTo>
                  <a:lnTo>
                    <a:pt x="7116" y="8568"/>
                  </a:lnTo>
                  <a:cubicBezTo>
                    <a:pt x="7047" y="8355"/>
                    <a:pt x="6936" y="8163"/>
                    <a:pt x="6827" y="7979"/>
                  </a:cubicBezTo>
                  <a:cubicBezTo>
                    <a:pt x="6803" y="7937"/>
                    <a:pt x="6779" y="7895"/>
                    <a:pt x="6755" y="7853"/>
                  </a:cubicBezTo>
                  <a:cubicBezTo>
                    <a:pt x="6674" y="7721"/>
                    <a:pt x="6591" y="7586"/>
                    <a:pt x="6535" y="7443"/>
                  </a:cubicBezTo>
                  <a:cubicBezTo>
                    <a:pt x="6511" y="7339"/>
                    <a:pt x="6497" y="7231"/>
                    <a:pt x="6490" y="7112"/>
                  </a:cubicBezTo>
                  <a:cubicBezTo>
                    <a:pt x="6490" y="7008"/>
                    <a:pt x="6504" y="6903"/>
                    <a:pt x="6518" y="6799"/>
                  </a:cubicBezTo>
                  <a:cubicBezTo>
                    <a:pt x="6521" y="6764"/>
                    <a:pt x="6525" y="6729"/>
                    <a:pt x="6528" y="6694"/>
                  </a:cubicBezTo>
                  <a:cubicBezTo>
                    <a:pt x="6549" y="6520"/>
                    <a:pt x="6546" y="6339"/>
                    <a:pt x="6521" y="6154"/>
                  </a:cubicBezTo>
                  <a:cubicBezTo>
                    <a:pt x="6483" y="5852"/>
                    <a:pt x="6375" y="5552"/>
                    <a:pt x="6205" y="5263"/>
                  </a:cubicBezTo>
                  <a:cubicBezTo>
                    <a:pt x="6062" y="5020"/>
                    <a:pt x="5901" y="4766"/>
                    <a:pt x="5710" y="4483"/>
                  </a:cubicBezTo>
                  <a:lnTo>
                    <a:pt x="5490" y="4170"/>
                  </a:lnTo>
                  <a:cubicBezTo>
                    <a:pt x="5407" y="4051"/>
                    <a:pt x="5317" y="3940"/>
                    <a:pt x="5230" y="3832"/>
                  </a:cubicBezTo>
                  <a:lnTo>
                    <a:pt x="5125" y="3704"/>
                  </a:lnTo>
                  <a:cubicBezTo>
                    <a:pt x="4976" y="3522"/>
                    <a:pt x="4822" y="3334"/>
                    <a:pt x="4680" y="3143"/>
                  </a:cubicBezTo>
                  <a:cubicBezTo>
                    <a:pt x="4627" y="3077"/>
                    <a:pt x="4579" y="3007"/>
                    <a:pt x="4529" y="2941"/>
                  </a:cubicBezTo>
                  <a:cubicBezTo>
                    <a:pt x="4408" y="2777"/>
                    <a:pt x="4283" y="2606"/>
                    <a:pt x="4147" y="2447"/>
                  </a:cubicBezTo>
                  <a:cubicBezTo>
                    <a:pt x="4039" y="2325"/>
                    <a:pt x="3924" y="2209"/>
                    <a:pt x="3802" y="2113"/>
                  </a:cubicBezTo>
                  <a:cubicBezTo>
                    <a:pt x="3753" y="2074"/>
                    <a:pt x="3698" y="2042"/>
                    <a:pt x="3642" y="2008"/>
                  </a:cubicBezTo>
                  <a:cubicBezTo>
                    <a:pt x="3614" y="1994"/>
                    <a:pt x="3589" y="1980"/>
                    <a:pt x="3565" y="1966"/>
                  </a:cubicBezTo>
                  <a:cubicBezTo>
                    <a:pt x="3531" y="1899"/>
                    <a:pt x="3481" y="1841"/>
                    <a:pt x="3419" y="1795"/>
                  </a:cubicBezTo>
                  <a:cubicBezTo>
                    <a:pt x="3395" y="1767"/>
                    <a:pt x="3370" y="1737"/>
                    <a:pt x="3349" y="1705"/>
                  </a:cubicBezTo>
                  <a:lnTo>
                    <a:pt x="3335" y="1687"/>
                  </a:lnTo>
                  <a:cubicBezTo>
                    <a:pt x="3273" y="1607"/>
                    <a:pt x="3224" y="1549"/>
                    <a:pt x="3176" y="1493"/>
                  </a:cubicBezTo>
                  <a:cubicBezTo>
                    <a:pt x="3078" y="1388"/>
                    <a:pt x="2973" y="1287"/>
                    <a:pt x="2866" y="1193"/>
                  </a:cubicBezTo>
                  <a:cubicBezTo>
                    <a:pt x="2827" y="1158"/>
                    <a:pt x="2785" y="1127"/>
                    <a:pt x="2747" y="1096"/>
                  </a:cubicBezTo>
                  <a:cubicBezTo>
                    <a:pt x="2702" y="1057"/>
                    <a:pt x="2657" y="1022"/>
                    <a:pt x="2612" y="984"/>
                  </a:cubicBezTo>
                  <a:cubicBezTo>
                    <a:pt x="2528" y="904"/>
                    <a:pt x="2424" y="810"/>
                    <a:pt x="2319" y="723"/>
                  </a:cubicBezTo>
                  <a:cubicBezTo>
                    <a:pt x="2277" y="692"/>
                    <a:pt x="2242" y="660"/>
                    <a:pt x="2204" y="625"/>
                  </a:cubicBezTo>
                  <a:cubicBezTo>
                    <a:pt x="2144" y="573"/>
                    <a:pt x="2085" y="521"/>
                    <a:pt x="2022" y="476"/>
                  </a:cubicBezTo>
                  <a:cubicBezTo>
                    <a:pt x="1956" y="427"/>
                    <a:pt x="1880" y="389"/>
                    <a:pt x="1807" y="354"/>
                  </a:cubicBezTo>
                  <a:lnTo>
                    <a:pt x="1789" y="347"/>
                  </a:lnTo>
                  <a:cubicBezTo>
                    <a:pt x="1741" y="323"/>
                    <a:pt x="1692" y="302"/>
                    <a:pt x="1643" y="278"/>
                  </a:cubicBezTo>
                  <a:lnTo>
                    <a:pt x="1591" y="257"/>
                  </a:lnTo>
                  <a:lnTo>
                    <a:pt x="1553" y="239"/>
                  </a:lnTo>
                  <a:cubicBezTo>
                    <a:pt x="1434" y="183"/>
                    <a:pt x="1312" y="128"/>
                    <a:pt x="1191" y="89"/>
                  </a:cubicBezTo>
                  <a:cubicBezTo>
                    <a:pt x="1082" y="58"/>
                    <a:pt x="978" y="30"/>
                    <a:pt x="878" y="13"/>
                  </a:cubicBezTo>
                  <a:cubicBezTo>
                    <a:pt x="843" y="9"/>
                    <a:pt x="811" y="6"/>
                    <a:pt x="773" y="3"/>
                  </a:cubicBezTo>
                  <a:cubicBezTo>
                    <a:pt x="756" y="1"/>
                    <a:pt x="739" y="1"/>
                    <a:pt x="7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8"/>
            <p:cNvSpPr/>
            <p:nvPr/>
          </p:nvSpPr>
          <p:spPr>
            <a:xfrm>
              <a:off x="1868491" y="1514709"/>
              <a:ext cx="111518" cy="221334"/>
            </a:xfrm>
            <a:custGeom>
              <a:rect b="b" l="l" r="r" t="t"/>
              <a:pathLst>
                <a:path extrusionOk="0" h="5462" w="2752">
                  <a:moveTo>
                    <a:pt x="2163" y="5062"/>
                  </a:moveTo>
                  <a:lnTo>
                    <a:pt x="2163" y="5062"/>
                  </a:lnTo>
                  <a:cubicBezTo>
                    <a:pt x="2159" y="5066"/>
                    <a:pt x="2156" y="5070"/>
                    <a:pt x="2152" y="5074"/>
                  </a:cubicBezTo>
                  <a:cubicBezTo>
                    <a:pt x="2156" y="5070"/>
                    <a:pt x="2159" y="5066"/>
                    <a:pt x="2163" y="5062"/>
                  </a:cubicBezTo>
                  <a:close/>
                  <a:moveTo>
                    <a:pt x="426" y="1"/>
                  </a:moveTo>
                  <a:cubicBezTo>
                    <a:pt x="329" y="1"/>
                    <a:pt x="231" y="33"/>
                    <a:pt x="157" y="94"/>
                  </a:cubicBezTo>
                  <a:cubicBezTo>
                    <a:pt x="74" y="160"/>
                    <a:pt x="21" y="261"/>
                    <a:pt x="11" y="366"/>
                  </a:cubicBezTo>
                  <a:cubicBezTo>
                    <a:pt x="0" y="481"/>
                    <a:pt x="39" y="578"/>
                    <a:pt x="105" y="669"/>
                  </a:cubicBezTo>
                  <a:cubicBezTo>
                    <a:pt x="355" y="1007"/>
                    <a:pt x="603" y="1344"/>
                    <a:pt x="836" y="1693"/>
                  </a:cubicBezTo>
                  <a:cubicBezTo>
                    <a:pt x="853" y="1717"/>
                    <a:pt x="871" y="1745"/>
                    <a:pt x="892" y="1769"/>
                  </a:cubicBezTo>
                  <a:cubicBezTo>
                    <a:pt x="847" y="1776"/>
                    <a:pt x="805" y="1787"/>
                    <a:pt x="763" y="1804"/>
                  </a:cubicBezTo>
                  <a:cubicBezTo>
                    <a:pt x="675" y="1846"/>
                    <a:pt x="575" y="1933"/>
                    <a:pt x="550" y="2034"/>
                  </a:cubicBezTo>
                  <a:cubicBezTo>
                    <a:pt x="529" y="2117"/>
                    <a:pt x="513" y="2159"/>
                    <a:pt x="526" y="2246"/>
                  </a:cubicBezTo>
                  <a:cubicBezTo>
                    <a:pt x="533" y="2291"/>
                    <a:pt x="554" y="2347"/>
                    <a:pt x="575" y="2389"/>
                  </a:cubicBezTo>
                  <a:cubicBezTo>
                    <a:pt x="599" y="2437"/>
                    <a:pt x="627" y="2483"/>
                    <a:pt x="655" y="2525"/>
                  </a:cubicBezTo>
                  <a:cubicBezTo>
                    <a:pt x="683" y="2598"/>
                    <a:pt x="707" y="2667"/>
                    <a:pt x="735" y="2741"/>
                  </a:cubicBezTo>
                  <a:cubicBezTo>
                    <a:pt x="759" y="2818"/>
                    <a:pt x="829" y="2884"/>
                    <a:pt x="902" y="2925"/>
                  </a:cubicBezTo>
                  <a:cubicBezTo>
                    <a:pt x="926" y="2971"/>
                    <a:pt x="951" y="3019"/>
                    <a:pt x="972" y="3068"/>
                  </a:cubicBezTo>
                  <a:cubicBezTo>
                    <a:pt x="1038" y="3210"/>
                    <a:pt x="1093" y="3357"/>
                    <a:pt x="1143" y="3503"/>
                  </a:cubicBezTo>
                  <a:cubicBezTo>
                    <a:pt x="1202" y="3712"/>
                    <a:pt x="1254" y="3925"/>
                    <a:pt x="1271" y="4140"/>
                  </a:cubicBezTo>
                  <a:cubicBezTo>
                    <a:pt x="1268" y="4314"/>
                    <a:pt x="1240" y="4481"/>
                    <a:pt x="1215" y="4649"/>
                  </a:cubicBezTo>
                  <a:cubicBezTo>
                    <a:pt x="1205" y="4708"/>
                    <a:pt x="1194" y="4767"/>
                    <a:pt x="1188" y="4827"/>
                  </a:cubicBezTo>
                  <a:cubicBezTo>
                    <a:pt x="1174" y="4910"/>
                    <a:pt x="1160" y="4994"/>
                    <a:pt x="1170" y="5081"/>
                  </a:cubicBezTo>
                  <a:cubicBezTo>
                    <a:pt x="1184" y="5213"/>
                    <a:pt x="1250" y="5310"/>
                    <a:pt x="1355" y="5391"/>
                  </a:cubicBezTo>
                  <a:cubicBezTo>
                    <a:pt x="1414" y="5429"/>
                    <a:pt x="1477" y="5453"/>
                    <a:pt x="1550" y="5460"/>
                  </a:cubicBezTo>
                  <a:cubicBezTo>
                    <a:pt x="1564" y="5461"/>
                    <a:pt x="1578" y="5462"/>
                    <a:pt x="1592" y="5462"/>
                  </a:cubicBezTo>
                  <a:cubicBezTo>
                    <a:pt x="1650" y="5462"/>
                    <a:pt x="1705" y="5450"/>
                    <a:pt x="1758" y="5425"/>
                  </a:cubicBezTo>
                  <a:cubicBezTo>
                    <a:pt x="1797" y="5404"/>
                    <a:pt x="1835" y="5380"/>
                    <a:pt x="1874" y="5355"/>
                  </a:cubicBezTo>
                  <a:cubicBezTo>
                    <a:pt x="1895" y="5338"/>
                    <a:pt x="1912" y="5320"/>
                    <a:pt x="1929" y="5304"/>
                  </a:cubicBezTo>
                  <a:cubicBezTo>
                    <a:pt x="1950" y="5286"/>
                    <a:pt x="1971" y="5265"/>
                    <a:pt x="1992" y="5244"/>
                  </a:cubicBezTo>
                  <a:cubicBezTo>
                    <a:pt x="2058" y="5182"/>
                    <a:pt x="2117" y="5111"/>
                    <a:pt x="2180" y="5045"/>
                  </a:cubicBezTo>
                  <a:lnTo>
                    <a:pt x="2180" y="5045"/>
                  </a:lnTo>
                  <a:cubicBezTo>
                    <a:pt x="2177" y="5047"/>
                    <a:pt x="2175" y="5049"/>
                    <a:pt x="2173" y="5052"/>
                  </a:cubicBezTo>
                  <a:lnTo>
                    <a:pt x="2173" y="5052"/>
                  </a:lnTo>
                  <a:cubicBezTo>
                    <a:pt x="2256" y="4961"/>
                    <a:pt x="2336" y="4870"/>
                    <a:pt x="2409" y="4774"/>
                  </a:cubicBezTo>
                  <a:cubicBezTo>
                    <a:pt x="2500" y="4656"/>
                    <a:pt x="2570" y="4513"/>
                    <a:pt x="2626" y="4374"/>
                  </a:cubicBezTo>
                  <a:cubicBezTo>
                    <a:pt x="2681" y="4231"/>
                    <a:pt x="2713" y="4078"/>
                    <a:pt x="2734" y="3925"/>
                  </a:cubicBezTo>
                  <a:cubicBezTo>
                    <a:pt x="2751" y="3774"/>
                    <a:pt x="2744" y="3615"/>
                    <a:pt x="2723" y="3465"/>
                  </a:cubicBezTo>
                  <a:cubicBezTo>
                    <a:pt x="2699" y="3298"/>
                    <a:pt x="2657" y="3127"/>
                    <a:pt x="2584" y="2974"/>
                  </a:cubicBezTo>
                  <a:cubicBezTo>
                    <a:pt x="2518" y="2839"/>
                    <a:pt x="2444" y="2706"/>
                    <a:pt x="2368" y="2574"/>
                  </a:cubicBezTo>
                  <a:cubicBezTo>
                    <a:pt x="2205" y="2285"/>
                    <a:pt x="2020" y="2006"/>
                    <a:pt x="1835" y="1727"/>
                  </a:cubicBezTo>
                  <a:cubicBezTo>
                    <a:pt x="1668" y="1473"/>
                    <a:pt x="1504" y="1219"/>
                    <a:pt x="1331" y="968"/>
                  </a:cubicBezTo>
                  <a:cubicBezTo>
                    <a:pt x="1135" y="690"/>
                    <a:pt x="934" y="419"/>
                    <a:pt x="731" y="147"/>
                  </a:cubicBezTo>
                  <a:cubicBezTo>
                    <a:pt x="659" y="48"/>
                    <a:pt x="543"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8"/>
            <p:cNvSpPr/>
            <p:nvPr/>
          </p:nvSpPr>
          <p:spPr>
            <a:xfrm>
              <a:off x="1860305" y="1561310"/>
              <a:ext cx="83679" cy="149771"/>
            </a:xfrm>
            <a:custGeom>
              <a:rect b="b" l="l" r="r" t="t"/>
              <a:pathLst>
                <a:path extrusionOk="0" h="3696" w="2065">
                  <a:moveTo>
                    <a:pt x="589" y="2031"/>
                  </a:moveTo>
                  <a:cubicBezTo>
                    <a:pt x="594" y="2039"/>
                    <a:pt x="599" y="2048"/>
                    <a:pt x="604" y="2056"/>
                  </a:cubicBezTo>
                  <a:lnTo>
                    <a:pt x="604" y="2056"/>
                  </a:lnTo>
                  <a:cubicBezTo>
                    <a:pt x="599" y="2048"/>
                    <a:pt x="594" y="2039"/>
                    <a:pt x="589" y="2031"/>
                  </a:cubicBezTo>
                  <a:close/>
                  <a:moveTo>
                    <a:pt x="613" y="0"/>
                  </a:moveTo>
                  <a:cubicBezTo>
                    <a:pt x="555" y="0"/>
                    <a:pt x="497" y="13"/>
                    <a:pt x="443" y="38"/>
                  </a:cubicBezTo>
                  <a:cubicBezTo>
                    <a:pt x="338" y="83"/>
                    <a:pt x="279" y="164"/>
                    <a:pt x="230" y="260"/>
                  </a:cubicBezTo>
                  <a:cubicBezTo>
                    <a:pt x="164" y="376"/>
                    <a:pt x="88" y="490"/>
                    <a:pt x="42" y="616"/>
                  </a:cubicBezTo>
                  <a:cubicBezTo>
                    <a:pt x="18" y="693"/>
                    <a:pt x="0" y="776"/>
                    <a:pt x="4" y="856"/>
                  </a:cubicBezTo>
                  <a:cubicBezTo>
                    <a:pt x="0" y="905"/>
                    <a:pt x="4" y="953"/>
                    <a:pt x="11" y="999"/>
                  </a:cubicBezTo>
                  <a:cubicBezTo>
                    <a:pt x="14" y="1058"/>
                    <a:pt x="42" y="1117"/>
                    <a:pt x="59" y="1173"/>
                  </a:cubicBezTo>
                  <a:cubicBezTo>
                    <a:pt x="88" y="1260"/>
                    <a:pt x="150" y="1347"/>
                    <a:pt x="196" y="1420"/>
                  </a:cubicBezTo>
                  <a:cubicBezTo>
                    <a:pt x="323" y="1619"/>
                    <a:pt x="452" y="1814"/>
                    <a:pt x="578" y="2013"/>
                  </a:cubicBezTo>
                  <a:lnTo>
                    <a:pt x="578" y="2013"/>
                  </a:lnTo>
                  <a:cubicBezTo>
                    <a:pt x="581" y="2019"/>
                    <a:pt x="585" y="2025"/>
                    <a:pt x="589" y="2031"/>
                  </a:cubicBezTo>
                  <a:lnTo>
                    <a:pt x="589" y="2031"/>
                  </a:lnTo>
                  <a:cubicBezTo>
                    <a:pt x="588" y="2029"/>
                    <a:pt x="586" y="2027"/>
                    <a:pt x="585" y="2025"/>
                  </a:cubicBezTo>
                  <a:lnTo>
                    <a:pt x="585" y="2025"/>
                  </a:lnTo>
                  <a:cubicBezTo>
                    <a:pt x="593" y="2038"/>
                    <a:pt x="602" y="2051"/>
                    <a:pt x="610" y="2065"/>
                  </a:cubicBezTo>
                  <a:cubicBezTo>
                    <a:pt x="608" y="2062"/>
                    <a:pt x="606" y="2059"/>
                    <a:pt x="604" y="2056"/>
                  </a:cubicBezTo>
                  <a:lnTo>
                    <a:pt x="604" y="2056"/>
                  </a:lnTo>
                  <a:cubicBezTo>
                    <a:pt x="673" y="2166"/>
                    <a:pt x="742" y="2274"/>
                    <a:pt x="811" y="2385"/>
                  </a:cubicBezTo>
                  <a:cubicBezTo>
                    <a:pt x="906" y="2538"/>
                    <a:pt x="1003" y="2695"/>
                    <a:pt x="1080" y="2858"/>
                  </a:cubicBezTo>
                  <a:cubicBezTo>
                    <a:pt x="1167" y="3046"/>
                    <a:pt x="1219" y="3259"/>
                    <a:pt x="1279" y="3457"/>
                  </a:cubicBezTo>
                  <a:cubicBezTo>
                    <a:pt x="1309" y="3555"/>
                    <a:pt x="1417" y="3638"/>
                    <a:pt x="1508" y="3669"/>
                  </a:cubicBezTo>
                  <a:cubicBezTo>
                    <a:pt x="1555" y="3687"/>
                    <a:pt x="1603" y="3696"/>
                    <a:pt x="1652" y="3696"/>
                  </a:cubicBezTo>
                  <a:cubicBezTo>
                    <a:pt x="1709" y="3696"/>
                    <a:pt x="1767" y="3683"/>
                    <a:pt x="1822" y="3659"/>
                  </a:cubicBezTo>
                  <a:cubicBezTo>
                    <a:pt x="1849" y="3645"/>
                    <a:pt x="1877" y="3631"/>
                    <a:pt x="1901" y="3611"/>
                  </a:cubicBezTo>
                  <a:cubicBezTo>
                    <a:pt x="1960" y="3565"/>
                    <a:pt x="2006" y="3502"/>
                    <a:pt x="2034" y="3433"/>
                  </a:cubicBezTo>
                  <a:cubicBezTo>
                    <a:pt x="2041" y="3397"/>
                    <a:pt x="2052" y="3363"/>
                    <a:pt x="2058" y="3328"/>
                  </a:cubicBezTo>
                  <a:cubicBezTo>
                    <a:pt x="2065" y="3255"/>
                    <a:pt x="2055" y="3185"/>
                    <a:pt x="2023" y="3119"/>
                  </a:cubicBezTo>
                  <a:cubicBezTo>
                    <a:pt x="1981" y="2984"/>
                    <a:pt x="1940" y="2844"/>
                    <a:pt x="1894" y="2708"/>
                  </a:cubicBezTo>
                  <a:cubicBezTo>
                    <a:pt x="1853" y="2583"/>
                    <a:pt x="1801" y="2465"/>
                    <a:pt x="1734" y="2350"/>
                  </a:cubicBezTo>
                  <a:cubicBezTo>
                    <a:pt x="1604" y="2115"/>
                    <a:pt x="1460" y="1890"/>
                    <a:pt x="1316" y="1665"/>
                  </a:cubicBezTo>
                  <a:lnTo>
                    <a:pt x="1316" y="1665"/>
                  </a:lnTo>
                  <a:cubicBezTo>
                    <a:pt x="1170" y="1433"/>
                    <a:pt x="1021" y="1204"/>
                    <a:pt x="871" y="971"/>
                  </a:cubicBezTo>
                  <a:cubicBezTo>
                    <a:pt x="853" y="940"/>
                    <a:pt x="836" y="908"/>
                    <a:pt x="822" y="874"/>
                  </a:cubicBezTo>
                  <a:cubicBezTo>
                    <a:pt x="826" y="863"/>
                    <a:pt x="829" y="853"/>
                    <a:pt x="832" y="842"/>
                  </a:cubicBezTo>
                  <a:cubicBezTo>
                    <a:pt x="888" y="744"/>
                    <a:pt x="944" y="651"/>
                    <a:pt x="993" y="553"/>
                  </a:cubicBezTo>
                  <a:cubicBezTo>
                    <a:pt x="1038" y="459"/>
                    <a:pt x="1024" y="331"/>
                    <a:pt x="982" y="240"/>
                  </a:cubicBezTo>
                  <a:cubicBezTo>
                    <a:pt x="937" y="138"/>
                    <a:pt x="853" y="62"/>
                    <a:pt x="752" y="24"/>
                  </a:cubicBezTo>
                  <a:cubicBezTo>
                    <a:pt x="707" y="8"/>
                    <a:pt x="660" y="0"/>
                    <a:pt x="6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8"/>
            <p:cNvSpPr/>
            <p:nvPr/>
          </p:nvSpPr>
          <p:spPr>
            <a:xfrm>
              <a:off x="1719608" y="1431392"/>
              <a:ext cx="163995" cy="179717"/>
            </a:xfrm>
            <a:custGeom>
              <a:rect b="b" l="l" r="r" t="t"/>
              <a:pathLst>
                <a:path extrusionOk="0" h="4435" w="4047">
                  <a:moveTo>
                    <a:pt x="931" y="1"/>
                  </a:moveTo>
                  <a:cubicBezTo>
                    <a:pt x="912" y="1"/>
                    <a:pt x="894" y="1"/>
                    <a:pt x="875" y="2"/>
                  </a:cubicBezTo>
                  <a:cubicBezTo>
                    <a:pt x="663" y="13"/>
                    <a:pt x="464" y="103"/>
                    <a:pt x="290" y="218"/>
                  </a:cubicBezTo>
                  <a:cubicBezTo>
                    <a:pt x="224" y="264"/>
                    <a:pt x="171" y="312"/>
                    <a:pt x="120" y="375"/>
                  </a:cubicBezTo>
                  <a:cubicBezTo>
                    <a:pt x="36" y="479"/>
                    <a:pt x="1" y="615"/>
                    <a:pt x="1" y="751"/>
                  </a:cubicBezTo>
                  <a:cubicBezTo>
                    <a:pt x="1" y="890"/>
                    <a:pt x="29" y="1019"/>
                    <a:pt x="84" y="1148"/>
                  </a:cubicBezTo>
                  <a:cubicBezTo>
                    <a:pt x="102" y="1189"/>
                    <a:pt x="126" y="1228"/>
                    <a:pt x="150" y="1266"/>
                  </a:cubicBezTo>
                  <a:cubicBezTo>
                    <a:pt x="248" y="1427"/>
                    <a:pt x="353" y="1573"/>
                    <a:pt x="481" y="1708"/>
                  </a:cubicBezTo>
                  <a:cubicBezTo>
                    <a:pt x="603" y="1834"/>
                    <a:pt x="735" y="1941"/>
                    <a:pt x="865" y="2057"/>
                  </a:cubicBezTo>
                  <a:cubicBezTo>
                    <a:pt x="868" y="2060"/>
                    <a:pt x="872" y="2063"/>
                    <a:pt x="872" y="2063"/>
                  </a:cubicBezTo>
                  <a:cubicBezTo>
                    <a:pt x="1084" y="2262"/>
                    <a:pt x="1293" y="2471"/>
                    <a:pt x="1492" y="2680"/>
                  </a:cubicBezTo>
                  <a:cubicBezTo>
                    <a:pt x="1675" y="2878"/>
                    <a:pt x="1850" y="3090"/>
                    <a:pt x="2003" y="3314"/>
                  </a:cubicBezTo>
                  <a:cubicBezTo>
                    <a:pt x="2128" y="3522"/>
                    <a:pt x="2240" y="3738"/>
                    <a:pt x="2365" y="3947"/>
                  </a:cubicBezTo>
                  <a:cubicBezTo>
                    <a:pt x="2397" y="4000"/>
                    <a:pt x="2428" y="4051"/>
                    <a:pt x="2466" y="4101"/>
                  </a:cubicBezTo>
                  <a:cubicBezTo>
                    <a:pt x="2498" y="4143"/>
                    <a:pt x="2543" y="4180"/>
                    <a:pt x="2591" y="4212"/>
                  </a:cubicBezTo>
                  <a:cubicBezTo>
                    <a:pt x="2623" y="4271"/>
                    <a:pt x="2665" y="4323"/>
                    <a:pt x="2720" y="4361"/>
                  </a:cubicBezTo>
                  <a:cubicBezTo>
                    <a:pt x="2791" y="4410"/>
                    <a:pt x="2876" y="4435"/>
                    <a:pt x="2961" y="4435"/>
                  </a:cubicBezTo>
                  <a:cubicBezTo>
                    <a:pt x="2981" y="4435"/>
                    <a:pt x="3001" y="4433"/>
                    <a:pt x="3020" y="4431"/>
                  </a:cubicBezTo>
                  <a:cubicBezTo>
                    <a:pt x="3093" y="4417"/>
                    <a:pt x="3149" y="4389"/>
                    <a:pt x="3200" y="4351"/>
                  </a:cubicBezTo>
                  <a:cubicBezTo>
                    <a:pt x="3232" y="4326"/>
                    <a:pt x="3263" y="4295"/>
                    <a:pt x="3292" y="4260"/>
                  </a:cubicBezTo>
                  <a:cubicBezTo>
                    <a:pt x="3326" y="4222"/>
                    <a:pt x="3358" y="4180"/>
                    <a:pt x="3393" y="4138"/>
                  </a:cubicBezTo>
                  <a:cubicBezTo>
                    <a:pt x="3396" y="4135"/>
                    <a:pt x="3399" y="4132"/>
                    <a:pt x="3406" y="4128"/>
                  </a:cubicBezTo>
                  <a:cubicBezTo>
                    <a:pt x="3486" y="4080"/>
                    <a:pt x="3577" y="4031"/>
                    <a:pt x="3647" y="3961"/>
                  </a:cubicBezTo>
                  <a:cubicBezTo>
                    <a:pt x="3838" y="3762"/>
                    <a:pt x="4012" y="3533"/>
                    <a:pt x="4033" y="3244"/>
                  </a:cubicBezTo>
                  <a:cubicBezTo>
                    <a:pt x="4047" y="3108"/>
                    <a:pt x="4009" y="2973"/>
                    <a:pt x="3960" y="2847"/>
                  </a:cubicBezTo>
                  <a:cubicBezTo>
                    <a:pt x="3936" y="2788"/>
                    <a:pt x="3887" y="2714"/>
                    <a:pt x="3848" y="2666"/>
                  </a:cubicBezTo>
                  <a:cubicBezTo>
                    <a:pt x="3841" y="2652"/>
                    <a:pt x="3831" y="2638"/>
                    <a:pt x="3821" y="2621"/>
                  </a:cubicBezTo>
                  <a:cubicBezTo>
                    <a:pt x="3779" y="2562"/>
                    <a:pt x="3727" y="2509"/>
                    <a:pt x="3674" y="2460"/>
                  </a:cubicBezTo>
                  <a:cubicBezTo>
                    <a:pt x="3504" y="2287"/>
                    <a:pt x="3330" y="2123"/>
                    <a:pt x="3152" y="1956"/>
                  </a:cubicBezTo>
                  <a:cubicBezTo>
                    <a:pt x="2954" y="1660"/>
                    <a:pt x="2720" y="1381"/>
                    <a:pt x="2494" y="1102"/>
                  </a:cubicBezTo>
                  <a:cubicBezTo>
                    <a:pt x="2407" y="995"/>
                    <a:pt x="2323" y="884"/>
                    <a:pt x="2233" y="779"/>
                  </a:cubicBezTo>
                  <a:cubicBezTo>
                    <a:pt x="2135" y="664"/>
                    <a:pt x="2027" y="553"/>
                    <a:pt x="1913" y="455"/>
                  </a:cubicBezTo>
                  <a:cubicBezTo>
                    <a:pt x="1801" y="357"/>
                    <a:pt x="1680" y="270"/>
                    <a:pt x="1550" y="198"/>
                  </a:cubicBezTo>
                  <a:cubicBezTo>
                    <a:pt x="1467" y="148"/>
                    <a:pt x="1380" y="103"/>
                    <a:pt x="1289" y="65"/>
                  </a:cubicBezTo>
                  <a:cubicBezTo>
                    <a:pt x="1175" y="20"/>
                    <a:pt x="1053" y="1"/>
                    <a:pt x="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8"/>
            <p:cNvSpPr/>
            <p:nvPr/>
          </p:nvSpPr>
          <p:spPr>
            <a:xfrm>
              <a:off x="1582598" y="1316995"/>
              <a:ext cx="409764" cy="447490"/>
            </a:xfrm>
            <a:custGeom>
              <a:rect b="b" l="l" r="r" t="t"/>
              <a:pathLst>
                <a:path extrusionOk="0" h="11043" w="10112">
                  <a:moveTo>
                    <a:pt x="8537" y="6014"/>
                  </a:moveTo>
                  <a:lnTo>
                    <a:pt x="8537" y="6014"/>
                  </a:lnTo>
                  <a:cubicBezTo>
                    <a:pt x="8540" y="6018"/>
                    <a:pt x="8543" y="6022"/>
                    <a:pt x="8546" y="6026"/>
                  </a:cubicBezTo>
                  <a:lnTo>
                    <a:pt x="8546" y="6026"/>
                  </a:lnTo>
                  <a:cubicBezTo>
                    <a:pt x="8543" y="6022"/>
                    <a:pt x="8540" y="6018"/>
                    <a:pt x="8537" y="6014"/>
                  </a:cubicBezTo>
                  <a:close/>
                  <a:moveTo>
                    <a:pt x="2631" y="367"/>
                  </a:moveTo>
                  <a:cubicBezTo>
                    <a:pt x="2734" y="367"/>
                    <a:pt x="2837" y="379"/>
                    <a:pt x="2940" y="395"/>
                  </a:cubicBezTo>
                  <a:cubicBezTo>
                    <a:pt x="3069" y="419"/>
                    <a:pt x="3187" y="454"/>
                    <a:pt x="3309" y="503"/>
                  </a:cubicBezTo>
                  <a:cubicBezTo>
                    <a:pt x="3476" y="583"/>
                    <a:pt x="3640" y="673"/>
                    <a:pt x="3786" y="789"/>
                  </a:cubicBezTo>
                  <a:cubicBezTo>
                    <a:pt x="3915" y="900"/>
                    <a:pt x="4029" y="1018"/>
                    <a:pt x="4141" y="1140"/>
                  </a:cubicBezTo>
                  <a:cubicBezTo>
                    <a:pt x="4267" y="1276"/>
                    <a:pt x="4388" y="1412"/>
                    <a:pt x="4510" y="1547"/>
                  </a:cubicBezTo>
                  <a:cubicBezTo>
                    <a:pt x="4761" y="1830"/>
                    <a:pt x="5005" y="2111"/>
                    <a:pt x="5244" y="2400"/>
                  </a:cubicBezTo>
                  <a:cubicBezTo>
                    <a:pt x="5474" y="2675"/>
                    <a:pt x="5691" y="2961"/>
                    <a:pt x="5921" y="3239"/>
                  </a:cubicBezTo>
                  <a:cubicBezTo>
                    <a:pt x="6157" y="3529"/>
                    <a:pt x="6398" y="3821"/>
                    <a:pt x="6631" y="4114"/>
                  </a:cubicBezTo>
                  <a:cubicBezTo>
                    <a:pt x="6864" y="4413"/>
                    <a:pt x="7097" y="4713"/>
                    <a:pt x="7334" y="5015"/>
                  </a:cubicBezTo>
                  <a:cubicBezTo>
                    <a:pt x="7557" y="5301"/>
                    <a:pt x="7780" y="5590"/>
                    <a:pt x="7995" y="5879"/>
                  </a:cubicBezTo>
                  <a:cubicBezTo>
                    <a:pt x="8061" y="5969"/>
                    <a:pt x="8127" y="6063"/>
                    <a:pt x="8194" y="6154"/>
                  </a:cubicBezTo>
                  <a:cubicBezTo>
                    <a:pt x="8190" y="6143"/>
                    <a:pt x="8183" y="6137"/>
                    <a:pt x="8177" y="6126"/>
                  </a:cubicBezTo>
                  <a:lnTo>
                    <a:pt x="8177" y="6126"/>
                  </a:lnTo>
                  <a:cubicBezTo>
                    <a:pt x="8278" y="6265"/>
                    <a:pt x="8378" y="6405"/>
                    <a:pt x="8483" y="6544"/>
                  </a:cubicBezTo>
                  <a:cubicBezTo>
                    <a:pt x="8574" y="6662"/>
                    <a:pt x="8667" y="6781"/>
                    <a:pt x="8762" y="6899"/>
                  </a:cubicBezTo>
                  <a:cubicBezTo>
                    <a:pt x="8950" y="7143"/>
                    <a:pt x="9138" y="7387"/>
                    <a:pt x="9318" y="7634"/>
                  </a:cubicBezTo>
                  <a:cubicBezTo>
                    <a:pt x="9395" y="7742"/>
                    <a:pt x="9472" y="7853"/>
                    <a:pt x="9535" y="7968"/>
                  </a:cubicBezTo>
                  <a:cubicBezTo>
                    <a:pt x="9597" y="8083"/>
                    <a:pt x="9649" y="8201"/>
                    <a:pt x="9698" y="8327"/>
                  </a:cubicBezTo>
                  <a:cubicBezTo>
                    <a:pt x="9719" y="8396"/>
                    <a:pt x="9736" y="8462"/>
                    <a:pt x="9747" y="8536"/>
                  </a:cubicBezTo>
                  <a:cubicBezTo>
                    <a:pt x="9750" y="8612"/>
                    <a:pt x="9744" y="8689"/>
                    <a:pt x="9733" y="8762"/>
                  </a:cubicBezTo>
                  <a:cubicBezTo>
                    <a:pt x="9723" y="8821"/>
                    <a:pt x="9708" y="8880"/>
                    <a:pt x="9684" y="8936"/>
                  </a:cubicBezTo>
                  <a:cubicBezTo>
                    <a:pt x="9673" y="8957"/>
                    <a:pt x="9663" y="8978"/>
                    <a:pt x="9652" y="9002"/>
                  </a:cubicBezTo>
                  <a:cubicBezTo>
                    <a:pt x="9639" y="9016"/>
                    <a:pt x="9632" y="9034"/>
                    <a:pt x="9621" y="9055"/>
                  </a:cubicBezTo>
                  <a:cubicBezTo>
                    <a:pt x="9594" y="9103"/>
                    <a:pt x="9559" y="9155"/>
                    <a:pt x="9527" y="9204"/>
                  </a:cubicBezTo>
                  <a:cubicBezTo>
                    <a:pt x="9493" y="9263"/>
                    <a:pt x="9451" y="9322"/>
                    <a:pt x="9406" y="9378"/>
                  </a:cubicBezTo>
                  <a:cubicBezTo>
                    <a:pt x="9343" y="9452"/>
                    <a:pt x="9273" y="9524"/>
                    <a:pt x="9197" y="9584"/>
                  </a:cubicBezTo>
                  <a:cubicBezTo>
                    <a:pt x="9106" y="9656"/>
                    <a:pt x="9012" y="9726"/>
                    <a:pt x="8918" y="9796"/>
                  </a:cubicBezTo>
                  <a:cubicBezTo>
                    <a:pt x="8810" y="9873"/>
                    <a:pt x="8699" y="9945"/>
                    <a:pt x="8587" y="10019"/>
                  </a:cubicBezTo>
                  <a:cubicBezTo>
                    <a:pt x="8462" y="10099"/>
                    <a:pt x="8330" y="10168"/>
                    <a:pt x="8198" y="10234"/>
                  </a:cubicBezTo>
                  <a:cubicBezTo>
                    <a:pt x="8065" y="10304"/>
                    <a:pt x="7933" y="10367"/>
                    <a:pt x="7801" y="10437"/>
                  </a:cubicBezTo>
                  <a:cubicBezTo>
                    <a:pt x="7675" y="10503"/>
                    <a:pt x="7542" y="10562"/>
                    <a:pt x="7410" y="10614"/>
                  </a:cubicBezTo>
                  <a:cubicBezTo>
                    <a:pt x="7320" y="10646"/>
                    <a:pt x="7226" y="10667"/>
                    <a:pt x="7129" y="10677"/>
                  </a:cubicBezTo>
                  <a:cubicBezTo>
                    <a:pt x="7106" y="10677"/>
                    <a:pt x="7083" y="10678"/>
                    <a:pt x="7060" y="10678"/>
                  </a:cubicBezTo>
                  <a:cubicBezTo>
                    <a:pt x="6986" y="10678"/>
                    <a:pt x="6914" y="10673"/>
                    <a:pt x="6840" y="10663"/>
                  </a:cubicBezTo>
                  <a:cubicBezTo>
                    <a:pt x="6714" y="10638"/>
                    <a:pt x="6596" y="10607"/>
                    <a:pt x="6477" y="10559"/>
                  </a:cubicBezTo>
                  <a:cubicBezTo>
                    <a:pt x="6383" y="10513"/>
                    <a:pt x="6297" y="10458"/>
                    <a:pt x="6213" y="10395"/>
                  </a:cubicBezTo>
                  <a:cubicBezTo>
                    <a:pt x="6080" y="10283"/>
                    <a:pt x="5966" y="10151"/>
                    <a:pt x="5850" y="10019"/>
                  </a:cubicBezTo>
                  <a:cubicBezTo>
                    <a:pt x="5732" y="9886"/>
                    <a:pt x="5617" y="9751"/>
                    <a:pt x="5499" y="9619"/>
                  </a:cubicBezTo>
                  <a:cubicBezTo>
                    <a:pt x="5377" y="9479"/>
                    <a:pt x="5252" y="9340"/>
                    <a:pt x="5127" y="9204"/>
                  </a:cubicBezTo>
                  <a:cubicBezTo>
                    <a:pt x="5001" y="9071"/>
                    <a:pt x="4883" y="8939"/>
                    <a:pt x="4764" y="8800"/>
                  </a:cubicBezTo>
                  <a:cubicBezTo>
                    <a:pt x="4531" y="8518"/>
                    <a:pt x="4304" y="8232"/>
                    <a:pt x="4065" y="7954"/>
                  </a:cubicBezTo>
                  <a:cubicBezTo>
                    <a:pt x="3817" y="7676"/>
                    <a:pt x="3594" y="7379"/>
                    <a:pt x="3369" y="7083"/>
                  </a:cubicBezTo>
                  <a:cubicBezTo>
                    <a:pt x="3208" y="6882"/>
                    <a:pt x="3048" y="6676"/>
                    <a:pt x="2895" y="6471"/>
                  </a:cubicBezTo>
                  <a:cubicBezTo>
                    <a:pt x="2745" y="6272"/>
                    <a:pt x="2596" y="6071"/>
                    <a:pt x="2449" y="5868"/>
                  </a:cubicBezTo>
                  <a:cubicBezTo>
                    <a:pt x="2331" y="5701"/>
                    <a:pt x="2215" y="5531"/>
                    <a:pt x="2094" y="5364"/>
                  </a:cubicBezTo>
                  <a:cubicBezTo>
                    <a:pt x="1972" y="5196"/>
                    <a:pt x="1843" y="5029"/>
                    <a:pt x="1721" y="4862"/>
                  </a:cubicBezTo>
                  <a:cubicBezTo>
                    <a:pt x="1519" y="4576"/>
                    <a:pt x="1317" y="4287"/>
                    <a:pt x="1133" y="3985"/>
                  </a:cubicBezTo>
                  <a:cubicBezTo>
                    <a:pt x="1035" y="3828"/>
                    <a:pt x="938" y="3671"/>
                    <a:pt x="841" y="3514"/>
                  </a:cubicBezTo>
                  <a:cubicBezTo>
                    <a:pt x="746" y="3358"/>
                    <a:pt x="653" y="3201"/>
                    <a:pt x="573" y="3038"/>
                  </a:cubicBezTo>
                  <a:cubicBezTo>
                    <a:pt x="544" y="2979"/>
                    <a:pt x="520" y="2916"/>
                    <a:pt x="496" y="2857"/>
                  </a:cubicBezTo>
                  <a:cubicBezTo>
                    <a:pt x="433" y="2675"/>
                    <a:pt x="398" y="2487"/>
                    <a:pt x="377" y="2296"/>
                  </a:cubicBezTo>
                  <a:cubicBezTo>
                    <a:pt x="370" y="2227"/>
                    <a:pt x="374" y="2156"/>
                    <a:pt x="381" y="2087"/>
                  </a:cubicBezTo>
                  <a:cubicBezTo>
                    <a:pt x="391" y="2049"/>
                    <a:pt x="402" y="2010"/>
                    <a:pt x="419" y="1973"/>
                  </a:cubicBezTo>
                  <a:cubicBezTo>
                    <a:pt x="461" y="1885"/>
                    <a:pt x="513" y="1801"/>
                    <a:pt x="573" y="1725"/>
                  </a:cubicBezTo>
                  <a:cubicBezTo>
                    <a:pt x="669" y="1610"/>
                    <a:pt x="778" y="1502"/>
                    <a:pt x="889" y="1401"/>
                  </a:cubicBezTo>
                  <a:cubicBezTo>
                    <a:pt x="955" y="1346"/>
                    <a:pt x="1021" y="1297"/>
                    <a:pt x="1091" y="1248"/>
                  </a:cubicBezTo>
                  <a:cubicBezTo>
                    <a:pt x="1147" y="1203"/>
                    <a:pt x="1203" y="1161"/>
                    <a:pt x="1262" y="1119"/>
                  </a:cubicBezTo>
                  <a:cubicBezTo>
                    <a:pt x="1453" y="983"/>
                    <a:pt x="1648" y="855"/>
                    <a:pt x="1847" y="729"/>
                  </a:cubicBezTo>
                  <a:cubicBezTo>
                    <a:pt x="1937" y="670"/>
                    <a:pt x="2035" y="611"/>
                    <a:pt x="2128" y="552"/>
                  </a:cubicBezTo>
                  <a:cubicBezTo>
                    <a:pt x="2233" y="493"/>
                    <a:pt x="2345" y="443"/>
                    <a:pt x="2453" y="398"/>
                  </a:cubicBezTo>
                  <a:cubicBezTo>
                    <a:pt x="2501" y="385"/>
                    <a:pt x="2546" y="374"/>
                    <a:pt x="2596" y="367"/>
                  </a:cubicBezTo>
                  <a:cubicBezTo>
                    <a:pt x="2607" y="367"/>
                    <a:pt x="2619" y="367"/>
                    <a:pt x="2631" y="367"/>
                  </a:cubicBezTo>
                  <a:close/>
                  <a:moveTo>
                    <a:pt x="2661" y="1"/>
                  </a:moveTo>
                  <a:cubicBezTo>
                    <a:pt x="2647" y="1"/>
                    <a:pt x="2633" y="1"/>
                    <a:pt x="2620" y="1"/>
                  </a:cubicBezTo>
                  <a:cubicBezTo>
                    <a:pt x="2560" y="5"/>
                    <a:pt x="2501" y="12"/>
                    <a:pt x="2445" y="22"/>
                  </a:cubicBezTo>
                  <a:cubicBezTo>
                    <a:pt x="2387" y="36"/>
                    <a:pt x="2327" y="61"/>
                    <a:pt x="2271" y="82"/>
                  </a:cubicBezTo>
                  <a:cubicBezTo>
                    <a:pt x="2184" y="117"/>
                    <a:pt x="2094" y="158"/>
                    <a:pt x="2011" y="204"/>
                  </a:cubicBezTo>
                  <a:cubicBezTo>
                    <a:pt x="1930" y="245"/>
                    <a:pt x="1854" y="297"/>
                    <a:pt x="1777" y="343"/>
                  </a:cubicBezTo>
                  <a:cubicBezTo>
                    <a:pt x="1624" y="440"/>
                    <a:pt x="1474" y="538"/>
                    <a:pt x="1328" y="636"/>
                  </a:cubicBezTo>
                  <a:cubicBezTo>
                    <a:pt x="1161" y="747"/>
                    <a:pt x="1000" y="861"/>
                    <a:pt x="841" y="983"/>
                  </a:cubicBezTo>
                  <a:cubicBezTo>
                    <a:pt x="764" y="1043"/>
                    <a:pt x="684" y="1102"/>
                    <a:pt x="611" y="1165"/>
                  </a:cubicBezTo>
                  <a:cubicBezTo>
                    <a:pt x="544" y="1224"/>
                    <a:pt x="481" y="1287"/>
                    <a:pt x="419" y="1353"/>
                  </a:cubicBezTo>
                  <a:cubicBezTo>
                    <a:pt x="283" y="1499"/>
                    <a:pt x="158" y="1659"/>
                    <a:pt x="78" y="1843"/>
                  </a:cubicBezTo>
                  <a:cubicBezTo>
                    <a:pt x="43" y="1931"/>
                    <a:pt x="26" y="2021"/>
                    <a:pt x="12" y="2111"/>
                  </a:cubicBezTo>
                  <a:cubicBezTo>
                    <a:pt x="1" y="2206"/>
                    <a:pt x="15" y="2303"/>
                    <a:pt x="22" y="2397"/>
                  </a:cubicBezTo>
                  <a:cubicBezTo>
                    <a:pt x="39" y="2571"/>
                    <a:pt x="74" y="2749"/>
                    <a:pt x="134" y="2916"/>
                  </a:cubicBezTo>
                  <a:cubicBezTo>
                    <a:pt x="168" y="3013"/>
                    <a:pt x="206" y="3111"/>
                    <a:pt x="248" y="3205"/>
                  </a:cubicBezTo>
                  <a:cubicBezTo>
                    <a:pt x="283" y="3285"/>
                    <a:pt x="328" y="3358"/>
                    <a:pt x="370" y="3435"/>
                  </a:cubicBezTo>
                  <a:cubicBezTo>
                    <a:pt x="465" y="3595"/>
                    <a:pt x="562" y="3755"/>
                    <a:pt x="663" y="3915"/>
                  </a:cubicBezTo>
                  <a:cubicBezTo>
                    <a:pt x="761" y="4072"/>
                    <a:pt x="854" y="4229"/>
                    <a:pt x="955" y="4382"/>
                  </a:cubicBezTo>
                  <a:cubicBezTo>
                    <a:pt x="1050" y="4531"/>
                    <a:pt x="1154" y="4678"/>
                    <a:pt x="1254" y="4824"/>
                  </a:cubicBezTo>
                  <a:cubicBezTo>
                    <a:pt x="1370" y="4991"/>
                    <a:pt x="1488" y="5155"/>
                    <a:pt x="1610" y="5318"/>
                  </a:cubicBezTo>
                  <a:cubicBezTo>
                    <a:pt x="1686" y="5420"/>
                    <a:pt x="1763" y="5520"/>
                    <a:pt x="1836" y="5624"/>
                  </a:cubicBezTo>
                  <a:cubicBezTo>
                    <a:pt x="1934" y="5761"/>
                    <a:pt x="2032" y="5900"/>
                    <a:pt x="2128" y="6039"/>
                  </a:cubicBezTo>
                  <a:cubicBezTo>
                    <a:pt x="2240" y="6196"/>
                    <a:pt x="2355" y="6349"/>
                    <a:pt x="2470" y="6506"/>
                  </a:cubicBezTo>
                  <a:cubicBezTo>
                    <a:pt x="2682" y="6794"/>
                    <a:pt x="2905" y="7077"/>
                    <a:pt x="3125" y="7362"/>
                  </a:cubicBezTo>
                  <a:cubicBezTo>
                    <a:pt x="3236" y="7509"/>
                    <a:pt x="3351" y="7658"/>
                    <a:pt x="3465" y="7804"/>
                  </a:cubicBezTo>
                  <a:cubicBezTo>
                    <a:pt x="3581" y="7951"/>
                    <a:pt x="3703" y="8094"/>
                    <a:pt x="3824" y="8232"/>
                  </a:cubicBezTo>
                  <a:cubicBezTo>
                    <a:pt x="4065" y="8511"/>
                    <a:pt x="4291" y="8800"/>
                    <a:pt x="4528" y="9079"/>
                  </a:cubicBezTo>
                  <a:cubicBezTo>
                    <a:pt x="4646" y="9222"/>
                    <a:pt x="4768" y="9354"/>
                    <a:pt x="4894" y="9486"/>
                  </a:cubicBezTo>
                  <a:cubicBezTo>
                    <a:pt x="5022" y="9622"/>
                    <a:pt x="5144" y="9765"/>
                    <a:pt x="5265" y="9904"/>
                  </a:cubicBezTo>
                  <a:cubicBezTo>
                    <a:pt x="5381" y="10036"/>
                    <a:pt x="5499" y="10168"/>
                    <a:pt x="5614" y="10301"/>
                  </a:cubicBezTo>
                  <a:cubicBezTo>
                    <a:pt x="5677" y="10367"/>
                    <a:pt x="5736" y="10437"/>
                    <a:pt x="5799" y="10503"/>
                  </a:cubicBezTo>
                  <a:cubicBezTo>
                    <a:pt x="5868" y="10575"/>
                    <a:pt x="5945" y="10642"/>
                    <a:pt x="6025" y="10705"/>
                  </a:cubicBezTo>
                  <a:cubicBezTo>
                    <a:pt x="6098" y="10763"/>
                    <a:pt x="6175" y="10813"/>
                    <a:pt x="6258" y="10855"/>
                  </a:cubicBezTo>
                  <a:cubicBezTo>
                    <a:pt x="6352" y="10903"/>
                    <a:pt x="6449" y="10941"/>
                    <a:pt x="6551" y="10969"/>
                  </a:cubicBezTo>
                  <a:cubicBezTo>
                    <a:pt x="6708" y="11011"/>
                    <a:pt x="6873" y="11042"/>
                    <a:pt x="7036" y="11042"/>
                  </a:cubicBezTo>
                  <a:cubicBezTo>
                    <a:pt x="7065" y="11042"/>
                    <a:pt x="7093" y="11041"/>
                    <a:pt x="7121" y="11039"/>
                  </a:cubicBezTo>
                  <a:cubicBezTo>
                    <a:pt x="7219" y="11032"/>
                    <a:pt x="7317" y="11018"/>
                    <a:pt x="7410" y="10993"/>
                  </a:cubicBezTo>
                  <a:cubicBezTo>
                    <a:pt x="7505" y="10969"/>
                    <a:pt x="7592" y="10931"/>
                    <a:pt x="7679" y="10896"/>
                  </a:cubicBezTo>
                  <a:cubicBezTo>
                    <a:pt x="7756" y="10861"/>
                    <a:pt x="7832" y="10830"/>
                    <a:pt x="7905" y="10792"/>
                  </a:cubicBezTo>
                  <a:cubicBezTo>
                    <a:pt x="7978" y="10757"/>
                    <a:pt x="8051" y="10715"/>
                    <a:pt x="8124" y="10677"/>
                  </a:cubicBezTo>
                  <a:cubicBezTo>
                    <a:pt x="8270" y="10604"/>
                    <a:pt x="8420" y="10534"/>
                    <a:pt x="8563" y="10454"/>
                  </a:cubicBezTo>
                  <a:cubicBezTo>
                    <a:pt x="8709" y="10374"/>
                    <a:pt x="8852" y="10280"/>
                    <a:pt x="8991" y="10186"/>
                  </a:cubicBezTo>
                  <a:cubicBezTo>
                    <a:pt x="9141" y="10085"/>
                    <a:pt x="9287" y="9974"/>
                    <a:pt x="9430" y="9862"/>
                  </a:cubicBezTo>
                  <a:lnTo>
                    <a:pt x="9433" y="9858"/>
                  </a:lnTo>
                  <a:cubicBezTo>
                    <a:pt x="9555" y="9765"/>
                    <a:pt x="9660" y="9646"/>
                    <a:pt x="9750" y="9521"/>
                  </a:cubicBezTo>
                  <a:cubicBezTo>
                    <a:pt x="9789" y="9468"/>
                    <a:pt x="9827" y="9413"/>
                    <a:pt x="9861" y="9354"/>
                  </a:cubicBezTo>
                  <a:cubicBezTo>
                    <a:pt x="9872" y="9336"/>
                    <a:pt x="9882" y="9322"/>
                    <a:pt x="9893" y="9305"/>
                  </a:cubicBezTo>
                  <a:cubicBezTo>
                    <a:pt x="9921" y="9284"/>
                    <a:pt x="9942" y="9253"/>
                    <a:pt x="9952" y="9218"/>
                  </a:cubicBezTo>
                  <a:cubicBezTo>
                    <a:pt x="9952" y="9214"/>
                    <a:pt x="9956" y="9208"/>
                    <a:pt x="9956" y="9204"/>
                  </a:cubicBezTo>
                  <a:cubicBezTo>
                    <a:pt x="9956" y="9201"/>
                    <a:pt x="9959" y="9197"/>
                    <a:pt x="9959" y="9197"/>
                  </a:cubicBezTo>
                  <a:cubicBezTo>
                    <a:pt x="9991" y="9134"/>
                    <a:pt x="10022" y="9075"/>
                    <a:pt x="10046" y="9013"/>
                  </a:cubicBezTo>
                  <a:cubicBezTo>
                    <a:pt x="10064" y="8957"/>
                    <a:pt x="10078" y="8901"/>
                    <a:pt x="10088" y="8842"/>
                  </a:cubicBezTo>
                  <a:cubicBezTo>
                    <a:pt x="10102" y="8751"/>
                    <a:pt x="10112" y="8661"/>
                    <a:pt x="10109" y="8570"/>
                  </a:cubicBezTo>
                  <a:cubicBezTo>
                    <a:pt x="10109" y="8473"/>
                    <a:pt x="10091" y="8379"/>
                    <a:pt x="10064" y="8285"/>
                  </a:cubicBezTo>
                  <a:cubicBezTo>
                    <a:pt x="10046" y="8222"/>
                    <a:pt x="10018" y="8160"/>
                    <a:pt x="9998" y="8097"/>
                  </a:cubicBezTo>
                  <a:cubicBezTo>
                    <a:pt x="9966" y="8013"/>
                    <a:pt x="9924" y="7930"/>
                    <a:pt x="9882" y="7850"/>
                  </a:cubicBezTo>
                  <a:cubicBezTo>
                    <a:pt x="9834" y="7759"/>
                    <a:pt x="9782" y="7672"/>
                    <a:pt x="9726" y="7585"/>
                  </a:cubicBezTo>
                  <a:cubicBezTo>
                    <a:pt x="9615" y="7414"/>
                    <a:pt x="9489" y="7254"/>
                    <a:pt x="9367" y="7094"/>
                  </a:cubicBezTo>
                  <a:cubicBezTo>
                    <a:pt x="9252" y="6940"/>
                    <a:pt x="9134" y="6791"/>
                    <a:pt x="9016" y="6641"/>
                  </a:cubicBezTo>
                  <a:cubicBezTo>
                    <a:pt x="8861" y="6440"/>
                    <a:pt x="8704" y="6242"/>
                    <a:pt x="8553" y="6035"/>
                  </a:cubicBezTo>
                  <a:lnTo>
                    <a:pt x="8553" y="6035"/>
                  </a:lnTo>
                  <a:cubicBezTo>
                    <a:pt x="8553" y="6035"/>
                    <a:pt x="8553" y="6035"/>
                    <a:pt x="8553" y="6035"/>
                  </a:cubicBezTo>
                  <a:cubicBezTo>
                    <a:pt x="8550" y="6032"/>
                    <a:pt x="8548" y="6029"/>
                    <a:pt x="8546" y="6026"/>
                  </a:cubicBezTo>
                  <a:lnTo>
                    <a:pt x="8546" y="6026"/>
                  </a:lnTo>
                  <a:cubicBezTo>
                    <a:pt x="8548" y="6029"/>
                    <a:pt x="8550" y="6032"/>
                    <a:pt x="8553" y="6035"/>
                  </a:cubicBezTo>
                  <a:lnTo>
                    <a:pt x="8553" y="6035"/>
                  </a:lnTo>
                  <a:cubicBezTo>
                    <a:pt x="8549" y="6028"/>
                    <a:pt x="8542" y="6018"/>
                    <a:pt x="8535" y="6011"/>
                  </a:cubicBezTo>
                  <a:lnTo>
                    <a:pt x="8535" y="6011"/>
                  </a:lnTo>
                  <a:cubicBezTo>
                    <a:pt x="8536" y="6012"/>
                    <a:pt x="8537" y="6013"/>
                    <a:pt x="8537" y="6014"/>
                  </a:cubicBezTo>
                  <a:lnTo>
                    <a:pt x="8537" y="6014"/>
                  </a:lnTo>
                  <a:cubicBezTo>
                    <a:pt x="8535" y="6012"/>
                    <a:pt x="8534" y="6010"/>
                    <a:pt x="8532" y="6008"/>
                  </a:cubicBezTo>
                  <a:lnTo>
                    <a:pt x="8532" y="6008"/>
                  </a:lnTo>
                  <a:cubicBezTo>
                    <a:pt x="8535" y="6008"/>
                    <a:pt x="8535" y="6011"/>
                    <a:pt x="8535" y="6011"/>
                  </a:cubicBezTo>
                  <a:lnTo>
                    <a:pt x="8535" y="6011"/>
                  </a:lnTo>
                  <a:cubicBezTo>
                    <a:pt x="8535" y="6008"/>
                    <a:pt x="8532" y="6008"/>
                    <a:pt x="8532" y="6005"/>
                  </a:cubicBezTo>
                  <a:lnTo>
                    <a:pt x="8532" y="6008"/>
                  </a:lnTo>
                  <a:cubicBezTo>
                    <a:pt x="8530" y="6006"/>
                    <a:pt x="8529" y="6003"/>
                    <a:pt x="8528" y="6000"/>
                  </a:cubicBezTo>
                  <a:lnTo>
                    <a:pt x="8528" y="6000"/>
                  </a:lnTo>
                  <a:cubicBezTo>
                    <a:pt x="8529" y="6002"/>
                    <a:pt x="8531" y="6003"/>
                    <a:pt x="8532" y="6005"/>
                  </a:cubicBezTo>
                  <a:cubicBezTo>
                    <a:pt x="8530" y="6003"/>
                    <a:pt x="8529" y="6001"/>
                    <a:pt x="8528" y="5999"/>
                  </a:cubicBezTo>
                  <a:lnTo>
                    <a:pt x="8528" y="5999"/>
                  </a:lnTo>
                  <a:cubicBezTo>
                    <a:pt x="8527" y="5997"/>
                    <a:pt x="8526" y="5995"/>
                    <a:pt x="8524" y="5994"/>
                  </a:cubicBezTo>
                  <a:lnTo>
                    <a:pt x="8524" y="5994"/>
                  </a:lnTo>
                  <a:cubicBezTo>
                    <a:pt x="8524" y="5994"/>
                    <a:pt x="8524" y="5994"/>
                    <a:pt x="8524" y="5994"/>
                  </a:cubicBezTo>
                  <a:lnTo>
                    <a:pt x="8524" y="5994"/>
                  </a:lnTo>
                  <a:cubicBezTo>
                    <a:pt x="8091" y="5392"/>
                    <a:pt x="7634" y="4814"/>
                    <a:pt x="7177" y="4229"/>
                  </a:cubicBezTo>
                  <a:cubicBezTo>
                    <a:pt x="7066" y="4083"/>
                    <a:pt x="6951" y="3936"/>
                    <a:pt x="6836" y="3790"/>
                  </a:cubicBezTo>
                  <a:cubicBezTo>
                    <a:pt x="6718" y="3640"/>
                    <a:pt x="6596" y="3493"/>
                    <a:pt x="6474" y="3347"/>
                  </a:cubicBezTo>
                  <a:cubicBezTo>
                    <a:pt x="6247" y="3066"/>
                    <a:pt x="6017" y="2787"/>
                    <a:pt x="5795" y="2505"/>
                  </a:cubicBezTo>
                  <a:cubicBezTo>
                    <a:pt x="5339" y="1927"/>
                    <a:pt x="4855" y="1373"/>
                    <a:pt x="4354" y="834"/>
                  </a:cubicBezTo>
                  <a:cubicBezTo>
                    <a:pt x="4225" y="698"/>
                    <a:pt x="4089" y="565"/>
                    <a:pt x="3943" y="451"/>
                  </a:cubicBezTo>
                  <a:cubicBezTo>
                    <a:pt x="3796" y="339"/>
                    <a:pt x="3633" y="255"/>
                    <a:pt x="3469" y="179"/>
                  </a:cubicBezTo>
                  <a:cubicBezTo>
                    <a:pt x="3369" y="134"/>
                    <a:pt x="3267" y="99"/>
                    <a:pt x="3160" y="72"/>
                  </a:cubicBezTo>
                  <a:cubicBezTo>
                    <a:pt x="3062" y="47"/>
                    <a:pt x="2957" y="33"/>
                    <a:pt x="2860" y="19"/>
                  </a:cubicBezTo>
                  <a:cubicBezTo>
                    <a:pt x="2793" y="7"/>
                    <a:pt x="2727" y="1"/>
                    <a:pt x="26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8"/>
            <p:cNvSpPr/>
            <p:nvPr/>
          </p:nvSpPr>
          <p:spPr>
            <a:xfrm>
              <a:off x="1667454" y="1425111"/>
              <a:ext cx="220686" cy="214648"/>
            </a:xfrm>
            <a:custGeom>
              <a:rect b="b" l="l" r="r" t="t"/>
              <a:pathLst>
                <a:path extrusionOk="0" h="5297" w="5446">
                  <a:moveTo>
                    <a:pt x="4142" y="4162"/>
                  </a:moveTo>
                  <a:cubicBezTo>
                    <a:pt x="4134" y="4167"/>
                    <a:pt x="4126" y="4173"/>
                    <a:pt x="4119" y="4179"/>
                  </a:cubicBezTo>
                  <a:cubicBezTo>
                    <a:pt x="4127" y="4173"/>
                    <a:pt x="4134" y="4168"/>
                    <a:pt x="4142" y="4162"/>
                  </a:cubicBezTo>
                  <a:close/>
                  <a:moveTo>
                    <a:pt x="2434" y="365"/>
                  </a:moveTo>
                  <a:cubicBezTo>
                    <a:pt x="2491" y="365"/>
                    <a:pt x="2547" y="369"/>
                    <a:pt x="2604" y="377"/>
                  </a:cubicBezTo>
                  <a:cubicBezTo>
                    <a:pt x="2646" y="387"/>
                    <a:pt x="2688" y="401"/>
                    <a:pt x="2729" y="419"/>
                  </a:cubicBezTo>
                  <a:cubicBezTo>
                    <a:pt x="2789" y="446"/>
                    <a:pt x="2845" y="481"/>
                    <a:pt x="2896" y="520"/>
                  </a:cubicBezTo>
                  <a:cubicBezTo>
                    <a:pt x="3022" y="631"/>
                    <a:pt x="3123" y="763"/>
                    <a:pt x="3227" y="892"/>
                  </a:cubicBezTo>
                  <a:cubicBezTo>
                    <a:pt x="3335" y="1024"/>
                    <a:pt x="3450" y="1156"/>
                    <a:pt x="3565" y="1285"/>
                  </a:cubicBezTo>
                  <a:cubicBezTo>
                    <a:pt x="3684" y="1425"/>
                    <a:pt x="3809" y="1557"/>
                    <a:pt x="3931" y="1693"/>
                  </a:cubicBezTo>
                  <a:cubicBezTo>
                    <a:pt x="4060" y="1836"/>
                    <a:pt x="4178" y="1985"/>
                    <a:pt x="4299" y="2135"/>
                  </a:cubicBezTo>
                  <a:cubicBezTo>
                    <a:pt x="4453" y="2320"/>
                    <a:pt x="4603" y="2511"/>
                    <a:pt x="4746" y="2710"/>
                  </a:cubicBezTo>
                  <a:cubicBezTo>
                    <a:pt x="4801" y="2783"/>
                    <a:pt x="4857" y="2859"/>
                    <a:pt x="4902" y="2940"/>
                  </a:cubicBezTo>
                  <a:cubicBezTo>
                    <a:pt x="4958" y="3027"/>
                    <a:pt x="5003" y="3117"/>
                    <a:pt x="5042" y="3207"/>
                  </a:cubicBezTo>
                  <a:cubicBezTo>
                    <a:pt x="5059" y="3256"/>
                    <a:pt x="5069" y="3305"/>
                    <a:pt x="5077" y="3353"/>
                  </a:cubicBezTo>
                  <a:lnTo>
                    <a:pt x="5077" y="3409"/>
                  </a:lnTo>
                  <a:cubicBezTo>
                    <a:pt x="5072" y="3427"/>
                    <a:pt x="5066" y="3441"/>
                    <a:pt x="5062" y="3454"/>
                  </a:cubicBezTo>
                  <a:cubicBezTo>
                    <a:pt x="5056" y="3469"/>
                    <a:pt x="5045" y="3479"/>
                    <a:pt x="5038" y="3493"/>
                  </a:cubicBezTo>
                  <a:cubicBezTo>
                    <a:pt x="5006" y="3528"/>
                    <a:pt x="4972" y="3559"/>
                    <a:pt x="4934" y="3587"/>
                  </a:cubicBezTo>
                  <a:cubicBezTo>
                    <a:pt x="4892" y="3615"/>
                    <a:pt x="4847" y="3642"/>
                    <a:pt x="4801" y="3667"/>
                  </a:cubicBezTo>
                  <a:cubicBezTo>
                    <a:pt x="4780" y="3677"/>
                    <a:pt x="4759" y="3692"/>
                    <a:pt x="4742" y="3708"/>
                  </a:cubicBezTo>
                  <a:cubicBezTo>
                    <a:pt x="4686" y="3768"/>
                    <a:pt x="4624" y="3817"/>
                    <a:pt x="4558" y="3862"/>
                  </a:cubicBezTo>
                  <a:cubicBezTo>
                    <a:pt x="4484" y="3914"/>
                    <a:pt x="4415" y="3963"/>
                    <a:pt x="4341" y="4015"/>
                  </a:cubicBezTo>
                  <a:cubicBezTo>
                    <a:pt x="4276" y="4062"/>
                    <a:pt x="4210" y="4112"/>
                    <a:pt x="4142" y="4162"/>
                  </a:cubicBezTo>
                  <a:lnTo>
                    <a:pt x="4142" y="4162"/>
                  </a:lnTo>
                  <a:cubicBezTo>
                    <a:pt x="4148" y="4158"/>
                    <a:pt x="4154" y="4154"/>
                    <a:pt x="4161" y="4151"/>
                  </a:cubicBezTo>
                  <a:lnTo>
                    <a:pt x="4161" y="4151"/>
                  </a:lnTo>
                  <a:cubicBezTo>
                    <a:pt x="3959" y="4293"/>
                    <a:pt x="3753" y="4444"/>
                    <a:pt x="3537" y="4565"/>
                  </a:cubicBezTo>
                  <a:cubicBezTo>
                    <a:pt x="3430" y="4628"/>
                    <a:pt x="3318" y="4687"/>
                    <a:pt x="3210" y="4743"/>
                  </a:cubicBezTo>
                  <a:cubicBezTo>
                    <a:pt x="3105" y="4802"/>
                    <a:pt x="2998" y="4857"/>
                    <a:pt x="2886" y="4903"/>
                  </a:cubicBezTo>
                  <a:cubicBezTo>
                    <a:pt x="2848" y="4917"/>
                    <a:pt x="2810" y="4928"/>
                    <a:pt x="2771" y="4934"/>
                  </a:cubicBezTo>
                  <a:cubicBezTo>
                    <a:pt x="2733" y="4934"/>
                    <a:pt x="2691" y="4934"/>
                    <a:pt x="2653" y="4931"/>
                  </a:cubicBezTo>
                  <a:cubicBezTo>
                    <a:pt x="2618" y="4920"/>
                    <a:pt x="2586" y="4910"/>
                    <a:pt x="2556" y="4899"/>
                  </a:cubicBezTo>
                  <a:cubicBezTo>
                    <a:pt x="2493" y="4868"/>
                    <a:pt x="2437" y="4826"/>
                    <a:pt x="2382" y="4785"/>
                  </a:cubicBezTo>
                  <a:cubicBezTo>
                    <a:pt x="2252" y="4677"/>
                    <a:pt x="2141" y="4555"/>
                    <a:pt x="2037" y="4426"/>
                  </a:cubicBezTo>
                  <a:cubicBezTo>
                    <a:pt x="1918" y="4283"/>
                    <a:pt x="1807" y="4137"/>
                    <a:pt x="1688" y="3994"/>
                  </a:cubicBezTo>
                  <a:cubicBezTo>
                    <a:pt x="1458" y="3713"/>
                    <a:pt x="1236" y="3423"/>
                    <a:pt x="1013" y="3134"/>
                  </a:cubicBezTo>
                  <a:cubicBezTo>
                    <a:pt x="905" y="2995"/>
                    <a:pt x="801" y="2856"/>
                    <a:pt x="700" y="2717"/>
                  </a:cubicBezTo>
                  <a:cubicBezTo>
                    <a:pt x="644" y="2640"/>
                    <a:pt x="588" y="2559"/>
                    <a:pt x="539" y="2480"/>
                  </a:cubicBezTo>
                  <a:cubicBezTo>
                    <a:pt x="491" y="2396"/>
                    <a:pt x="452" y="2313"/>
                    <a:pt x="418" y="2225"/>
                  </a:cubicBezTo>
                  <a:cubicBezTo>
                    <a:pt x="397" y="2159"/>
                    <a:pt x="376" y="2093"/>
                    <a:pt x="365" y="2027"/>
                  </a:cubicBezTo>
                  <a:cubicBezTo>
                    <a:pt x="365" y="1992"/>
                    <a:pt x="365" y="1958"/>
                    <a:pt x="369" y="1926"/>
                  </a:cubicBezTo>
                  <a:cubicBezTo>
                    <a:pt x="380" y="1888"/>
                    <a:pt x="390" y="1853"/>
                    <a:pt x="404" y="1815"/>
                  </a:cubicBezTo>
                  <a:cubicBezTo>
                    <a:pt x="442" y="1738"/>
                    <a:pt x="487" y="1665"/>
                    <a:pt x="539" y="1595"/>
                  </a:cubicBezTo>
                  <a:cubicBezTo>
                    <a:pt x="598" y="1529"/>
                    <a:pt x="661" y="1463"/>
                    <a:pt x="731" y="1404"/>
                  </a:cubicBezTo>
                  <a:cubicBezTo>
                    <a:pt x="811" y="1334"/>
                    <a:pt x="894" y="1272"/>
                    <a:pt x="978" y="1209"/>
                  </a:cubicBezTo>
                  <a:cubicBezTo>
                    <a:pt x="1066" y="1146"/>
                    <a:pt x="1153" y="1084"/>
                    <a:pt x="1236" y="1021"/>
                  </a:cubicBezTo>
                  <a:cubicBezTo>
                    <a:pt x="1278" y="989"/>
                    <a:pt x="1320" y="958"/>
                    <a:pt x="1361" y="923"/>
                  </a:cubicBezTo>
                  <a:cubicBezTo>
                    <a:pt x="1417" y="878"/>
                    <a:pt x="1463" y="822"/>
                    <a:pt x="1518" y="777"/>
                  </a:cubicBezTo>
                  <a:cubicBezTo>
                    <a:pt x="1622" y="704"/>
                    <a:pt x="1730" y="642"/>
                    <a:pt x="1842" y="579"/>
                  </a:cubicBezTo>
                  <a:cubicBezTo>
                    <a:pt x="1946" y="516"/>
                    <a:pt x="2057" y="460"/>
                    <a:pt x="2169" y="415"/>
                  </a:cubicBezTo>
                  <a:cubicBezTo>
                    <a:pt x="2239" y="394"/>
                    <a:pt x="2308" y="377"/>
                    <a:pt x="2378" y="366"/>
                  </a:cubicBezTo>
                  <a:cubicBezTo>
                    <a:pt x="2396" y="365"/>
                    <a:pt x="2415" y="365"/>
                    <a:pt x="2434" y="365"/>
                  </a:cubicBezTo>
                  <a:close/>
                  <a:moveTo>
                    <a:pt x="2462" y="1"/>
                  </a:moveTo>
                  <a:cubicBezTo>
                    <a:pt x="2375" y="1"/>
                    <a:pt x="2289" y="11"/>
                    <a:pt x="2204" y="28"/>
                  </a:cubicBezTo>
                  <a:cubicBezTo>
                    <a:pt x="2113" y="46"/>
                    <a:pt x="2022" y="84"/>
                    <a:pt x="1935" y="123"/>
                  </a:cubicBezTo>
                  <a:cubicBezTo>
                    <a:pt x="1897" y="140"/>
                    <a:pt x="1855" y="157"/>
                    <a:pt x="1818" y="178"/>
                  </a:cubicBezTo>
                  <a:cubicBezTo>
                    <a:pt x="1734" y="220"/>
                    <a:pt x="1651" y="266"/>
                    <a:pt x="1570" y="314"/>
                  </a:cubicBezTo>
                  <a:cubicBezTo>
                    <a:pt x="1476" y="373"/>
                    <a:pt x="1379" y="433"/>
                    <a:pt x="1285" y="499"/>
                  </a:cubicBezTo>
                  <a:cubicBezTo>
                    <a:pt x="1233" y="537"/>
                    <a:pt x="1187" y="589"/>
                    <a:pt x="1138" y="634"/>
                  </a:cubicBezTo>
                  <a:cubicBezTo>
                    <a:pt x="1100" y="669"/>
                    <a:pt x="1061" y="700"/>
                    <a:pt x="1024" y="732"/>
                  </a:cubicBezTo>
                  <a:cubicBezTo>
                    <a:pt x="954" y="784"/>
                    <a:pt x="881" y="836"/>
                    <a:pt x="807" y="888"/>
                  </a:cubicBezTo>
                  <a:cubicBezTo>
                    <a:pt x="661" y="997"/>
                    <a:pt x="508" y="1101"/>
                    <a:pt x="380" y="1233"/>
                  </a:cubicBezTo>
                  <a:cubicBezTo>
                    <a:pt x="240" y="1376"/>
                    <a:pt x="115" y="1543"/>
                    <a:pt x="49" y="1731"/>
                  </a:cubicBezTo>
                  <a:cubicBezTo>
                    <a:pt x="17" y="1822"/>
                    <a:pt x="0" y="1919"/>
                    <a:pt x="0" y="2013"/>
                  </a:cubicBezTo>
                  <a:cubicBezTo>
                    <a:pt x="4" y="2159"/>
                    <a:pt x="59" y="2295"/>
                    <a:pt x="108" y="2427"/>
                  </a:cubicBezTo>
                  <a:cubicBezTo>
                    <a:pt x="181" y="2615"/>
                    <a:pt x="299" y="2779"/>
                    <a:pt x="418" y="2943"/>
                  </a:cubicBezTo>
                  <a:cubicBezTo>
                    <a:pt x="526" y="3093"/>
                    <a:pt x="637" y="3242"/>
                    <a:pt x="752" y="3388"/>
                  </a:cubicBezTo>
                  <a:cubicBezTo>
                    <a:pt x="982" y="3684"/>
                    <a:pt x="1208" y="3980"/>
                    <a:pt x="1445" y="4269"/>
                  </a:cubicBezTo>
                  <a:cubicBezTo>
                    <a:pt x="1675" y="4552"/>
                    <a:pt x="1887" y="4854"/>
                    <a:pt x="2176" y="5084"/>
                  </a:cubicBezTo>
                  <a:cubicBezTo>
                    <a:pt x="2242" y="5136"/>
                    <a:pt x="2308" y="5182"/>
                    <a:pt x="2385" y="5220"/>
                  </a:cubicBezTo>
                  <a:cubicBezTo>
                    <a:pt x="2434" y="5241"/>
                    <a:pt x="2486" y="5265"/>
                    <a:pt x="2541" y="5275"/>
                  </a:cubicBezTo>
                  <a:cubicBezTo>
                    <a:pt x="2601" y="5289"/>
                    <a:pt x="2660" y="5296"/>
                    <a:pt x="2723" y="5296"/>
                  </a:cubicBezTo>
                  <a:cubicBezTo>
                    <a:pt x="2727" y="5296"/>
                    <a:pt x="2731" y="5296"/>
                    <a:pt x="2736" y="5296"/>
                  </a:cubicBezTo>
                  <a:cubicBezTo>
                    <a:pt x="2936" y="5296"/>
                    <a:pt x="3117" y="5204"/>
                    <a:pt x="3290" y="5116"/>
                  </a:cubicBezTo>
                  <a:cubicBezTo>
                    <a:pt x="3450" y="5032"/>
                    <a:pt x="3610" y="4945"/>
                    <a:pt x="3764" y="4854"/>
                  </a:cubicBezTo>
                  <a:cubicBezTo>
                    <a:pt x="3920" y="4764"/>
                    <a:pt x="4066" y="4656"/>
                    <a:pt x="4213" y="4555"/>
                  </a:cubicBezTo>
                  <a:cubicBezTo>
                    <a:pt x="4338" y="4468"/>
                    <a:pt x="4460" y="4377"/>
                    <a:pt x="4582" y="4287"/>
                  </a:cubicBezTo>
                  <a:cubicBezTo>
                    <a:pt x="4659" y="4231"/>
                    <a:pt x="4738" y="4179"/>
                    <a:pt x="4815" y="4123"/>
                  </a:cubicBezTo>
                  <a:cubicBezTo>
                    <a:pt x="4871" y="4081"/>
                    <a:pt x="4926" y="4036"/>
                    <a:pt x="4979" y="3987"/>
                  </a:cubicBezTo>
                  <a:cubicBezTo>
                    <a:pt x="5048" y="3942"/>
                    <a:pt x="5122" y="3901"/>
                    <a:pt x="5188" y="3848"/>
                  </a:cubicBezTo>
                  <a:cubicBezTo>
                    <a:pt x="5219" y="3824"/>
                    <a:pt x="5247" y="3799"/>
                    <a:pt x="5275" y="3768"/>
                  </a:cubicBezTo>
                  <a:cubicBezTo>
                    <a:pt x="5327" y="3716"/>
                    <a:pt x="5365" y="3660"/>
                    <a:pt x="5397" y="3594"/>
                  </a:cubicBezTo>
                  <a:cubicBezTo>
                    <a:pt x="5424" y="3535"/>
                    <a:pt x="5435" y="3469"/>
                    <a:pt x="5442" y="3399"/>
                  </a:cubicBezTo>
                  <a:cubicBezTo>
                    <a:pt x="5445" y="3350"/>
                    <a:pt x="5438" y="3298"/>
                    <a:pt x="5428" y="3249"/>
                  </a:cubicBezTo>
                  <a:cubicBezTo>
                    <a:pt x="5424" y="3228"/>
                    <a:pt x="5421" y="3207"/>
                    <a:pt x="5414" y="3186"/>
                  </a:cubicBezTo>
                  <a:cubicBezTo>
                    <a:pt x="5400" y="3128"/>
                    <a:pt x="5376" y="3068"/>
                    <a:pt x="5352" y="3009"/>
                  </a:cubicBezTo>
                  <a:cubicBezTo>
                    <a:pt x="5278" y="2831"/>
                    <a:pt x="5167" y="2675"/>
                    <a:pt x="5056" y="2518"/>
                  </a:cubicBezTo>
                  <a:cubicBezTo>
                    <a:pt x="4937" y="2355"/>
                    <a:pt x="4815" y="2191"/>
                    <a:pt x="4686" y="2034"/>
                  </a:cubicBezTo>
                  <a:cubicBezTo>
                    <a:pt x="4568" y="1888"/>
                    <a:pt x="4450" y="1738"/>
                    <a:pt x="4328" y="1595"/>
                  </a:cubicBezTo>
                  <a:cubicBezTo>
                    <a:pt x="4206" y="1452"/>
                    <a:pt x="4077" y="1317"/>
                    <a:pt x="3955" y="1177"/>
                  </a:cubicBezTo>
                  <a:cubicBezTo>
                    <a:pt x="3833" y="1045"/>
                    <a:pt x="3715" y="909"/>
                    <a:pt x="3600" y="770"/>
                  </a:cubicBezTo>
                  <a:cubicBezTo>
                    <a:pt x="3485" y="637"/>
                    <a:pt x="3380" y="499"/>
                    <a:pt x="3262" y="366"/>
                  </a:cubicBezTo>
                  <a:cubicBezTo>
                    <a:pt x="3196" y="297"/>
                    <a:pt x="3120" y="231"/>
                    <a:pt x="3039" y="175"/>
                  </a:cubicBezTo>
                  <a:cubicBezTo>
                    <a:pt x="2998" y="150"/>
                    <a:pt x="2956" y="126"/>
                    <a:pt x="2914" y="105"/>
                  </a:cubicBezTo>
                  <a:cubicBezTo>
                    <a:pt x="2883" y="91"/>
                    <a:pt x="2851" y="78"/>
                    <a:pt x="2820" y="63"/>
                  </a:cubicBezTo>
                  <a:cubicBezTo>
                    <a:pt x="2758" y="36"/>
                    <a:pt x="2695" y="25"/>
                    <a:pt x="2628" y="15"/>
                  </a:cubicBezTo>
                  <a:cubicBezTo>
                    <a:pt x="2573" y="5"/>
                    <a:pt x="2517" y="1"/>
                    <a:pt x="24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8"/>
            <p:cNvSpPr/>
            <p:nvPr/>
          </p:nvSpPr>
          <p:spPr>
            <a:xfrm>
              <a:off x="1886970" y="1592473"/>
              <a:ext cx="14993" cy="14710"/>
            </a:xfrm>
            <a:custGeom>
              <a:rect b="b" l="l" r="r" t="t"/>
              <a:pathLst>
                <a:path extrusionOk="0" h="363" w="370">
                  <a:moveTo>
                    <a:pt x="192" y="0"/>
                  </a:moveTo>
                  <a:cubicBezTo>
                    <a:pt x="140" y="0"/>
                    <a:pt x="102" y="17"/>
                    <a:pt x="60" y="49"/>
                  </a:cubicBezTo>
                  <a:cubicBezTo>
                    <a:pt x="25" y="76"/>
                    <a:pt x="4" y="132"/>
                    <a:pt x="4" y="174"/>
                  </a:cubicBezTo>
                  <a:cubicBezTo>
                    <a:pt x="1" y="223"/>
                    <a:pt x="18" y="272"/>
                    <a:pt x="52" y="306"/>
                  </a:cubicBezTo>
                  <a:cubicBezTo>
                    <a:pt x="84" y="341"/>
                    <a:pt x="129" y="362"/>
                    <a:pt x="178" y="362"/>
                  </a:cubicBezTo>
                  <a:cubicBezTo>
                    <a:pt x="181" y="362"/>
                    <a:pt x="185" y="363"/>
                    <a:pt x="189" y="363"/>
                  </a:cubicBezTo>
                  <a:cubicBezTo>
                    <a:pt x="236" y="363"/>
                    <a:pt x="272" y="342"/>
                    <a:pt x="311" y="314"/>
                  </a:cubicBezTo>
                  <a:cubicBezTo>
                    <a:pt x="345" y="285"/>
                    <a:pt x="366" y="234"/>
                    <a:pt x="366" y="188"/>
                  </a:cubicBezTo>
                  <a:cubicBezTo>
                    <a:pt x="370" y="139"/>
                    <a:pt x="349" y="94"/>
                    <a:pt x="317" y="56"/>
                  </a:cubicBezTo>
                  <a:cubicBezTo>
                    <a:pt x="286" y="25"/>
                    <a:pt x="240" y="4"/>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8"/>
            <p:cNvSpPr/>
            <p:nvPr/>
          </p:nvSpPr>
          <p:spPr>
            <a:xfrm>
              <a:off x="1870315" y="1612897"/>
              <a:ext cx="14872" cy="14750"/>
            </a:xfrm>
            <a:custGeom>
              <a:rect b="b" l="l" r="r" t="t"/>
              <a:pathLst>
                <a:path extrusionOk="0" h="364" w="367">
                  <a:moveTo>
                    <a:pt x="178" y="1"/>
                  </a:moveTo>
                  <a:cubicBezTo>
                    <a:pt x="131" y="1"/>
                    <a:pt x="95" y="21"/>
                    <a:pt x="56" y="50"/>
                  </a:cubicBezTo>
                  <a:cubicBezTo>
                    <a:pt x="21" y="77"/>
                    <a:pt x="4" y="130"/>
                    <a:pt x="0" y="175"/>
                  </a:cubicBezTo>
                  <a:cubicBezTo>
                    <a:pt x="0" y="223"/>
                    <a:pt x="18" y="273"/>
                    <a:pt x="50" y="307"/>
                  </a:cubicBezTo>
                  <a:cubicBezTo>
                    <a:pt x="84" y="342"/>
                    <a:pt x="129" y="360"/>
                    <a:pt x="175" y="363"/>
                  </a:cubicBezTo>
                  <a:cubicBezTo>
                    <a:pt x="179" y="363"/>
                    <a:pt x="182" y="363"/>
                    <a:pt x="186" y="363"/>
                  </a:cubicBezTo>
                  <a:cubicBezTo>
                    <a:pt x="233" y="363"/>
                    <a:pt x="271" y="343"/>
                    <a:pt x="307" y="314"/>
                  </a:cubicBezTo>
                  <a:cubicBezTo>
                    <a:pt x="342" y="286"/>
                    <a:pt x="363" y="231"/>
                    <a:pt x="366" y="189"/>
                  </a:cubicBezTo>
                  <a:cubicBezTo>
                    <a:pt x="366" y="140"/>
                    <a:pt x="349" y="91"/>
                    <a:pt x="314" y="56"/>
                  </a:cubicBezTo>
                  <a:cubicBezTo>
                    <a:pt x="283" y="22"/>
                    <a:pt x="238" y="1"/>
                    <a:pt x="188" y="1"/>
                  </a:cubicBezTo>
                  <a:cubicBezTo>
                    <a:pt x="185" y="1"/>
                    <a:pt x="181" y="1"/>
                    <a:pt x="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8"/>
            <p:cNvSpPr/>
            <p:nvPr/>
          </p:nvSpPr>
          <p:spPr>
            <a:xfrm>
              <a:off x="1841138" y="1631213"/>
              <a:ext cx="14953" cy="14791"/>
            </a:xfrm>
            <a:custGeom>
              <a:rect b="b" l="l" r="r" t="t"/>
              <a:pathLst>
                <a:path extrusionOk="0" h="365" w="369">
                  <a:moveTo>
                    <a:pt x="181" y="1"/>
                  </a:moveTo>
                  <a:cubicBezTo>
                    <a:pt x="134" y="1"/>
                    <a:pt x="98" y="21"/>
                    <a:pt x="59" y="50"/>
                  </a:cubicBezTo>
                  <a:cubicBezTo>
                    <a:pt x="24" y="78"/>
                    <a:pt x="3" y="131"/>
                    <a:pt x="3" y="176"/>
                  </a:cubicBezTo>
                  <a:cubicBezTo>
                    <a:pt x="0" y="224"/>
                    <a:pt x="21" y="273"/>
                    <a:pt x="52" y="308"/>
                  </a:cubicBezTo>
                  <a:cubicBezTo>
                    <a:pt x="87" y="343"/>
                    <a:pt x="132" y="364"/>
                    <a:pt x="177" y="364"/>
                  </a:cubicBezTo>
                  <a:cubicBezTo>
                    <a:pt x="181" y="364"/>
                    <a:pt x="185" y="364"/>
                    <a:pt x="188" y="364"/>
                  </a:cubicBezTo>
                  <a:cubicBezTo>
                    <a:pt x="236" y="364"/>
                    <a:pt x="274" y="344"/>
                    <a:pt x="310" y="315"/>
                  </a:cubicBezTo>
                  <a:cubicBezTo>
                    <a:pt x="344" y="287"/>
                    <a:pt x="365" y="231"/>
                    <a:pt x="365" y="189"/>
                  </a:cubicBezTo>
                  <a:cubicBezTo>
                    <a:pt x="369" y="141"/>
                    <a:pt x="352" y="92"/>
                    <a:pt x="317" y="57"/>
                  </a:cubicBezTo>
                  <a:cubicBezTo>
                    <a:pt x="285" y="22"/>
                    <a:pt x="240" y="1"/>
                    <a:pt x="191" y="1"/>
                  </a:cubicBezTo>
                  <a:cubicBezTo>
                    <a:pt x="188" y="1"/>
                    <a:pt x="184" y="1"/>
                    <a:pt x="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8"/>
            <p:cNvSpPr/>
            <p:nvPr/>
          </p:nvSpPr>
          <p:spPr>
            <a:xfrm>
              <a:off x="1808516" y="1650584"/>
              <a:ext cx="14872" cy="14872"/>
            </a:xfrm>
            <a:custGeom>
              <a:rect b="b" l="l" r="r" t="t"/>
              <a:pathLst>
                <a:path extrusionOk="0" h="367" w="367">
                  <a:moveTo>
                    <a:pt x="188" y="0"/>
                  </a:moveTo>
                  <a:cubicBezTo>
                    <a:pt x="137" y="0"/>
                    <a:pt x="98" y="21"/>
                    <a:pt x="56" y="50"/>
                  </a:cubicBezTo>
                  <a:cubicBezTo>
                    <a:pt x="21" y="77"/>
                    <a:pt x="4" y="133"/>
                    <a:pt x="0" y="175"/>
                  </a:cubicBezTo>
                  <a:cubicBezTo>
                    <a:pt x="0" y="223"/>
                    <a:pt x="18" y="272"/>
                    <a:pt x="50" y="307"/>
                  </a:cubicBezTo>
                  <a:cubicBezTo>
                    <a:pt x="84" y="342"/>
                    <a:pt x="129" y="363"/>
                    <a:pt x="175" y="366"/>
                  </a:cubicBezTo>
                  <a:cubicBezTo>
                    <a:pt x="227" y="366"/>
                    <a:pt x="269" y="345"/>
                    <a:pt x="307" y="314"/>
                  </a:cubicBezTo>
                  <a:cubicBezTo>
                    <a:pt x="342" y="286"/>
                    <a:pt x="363" y="233"/>
                    <a:pt x="366" y="188"/>
                  </a:cubicBezTo>
                  <a:cubicBezTo>
                    <a:pt x="366" y="143"/>
                    <a:pt x="349" y="95"/>
                    <a:pt x="314" y="60"/>
                  </a:cubicBezTo>
                  <a:cubicBezTo>
                    <a:pt x="283" y="25"/>
                    <a:pt x="238" y="4"/>
                    <a:pt x="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8"/>
            <p:cNvSpPr/>
            <p:nvPr/>
          </p:nvSpPr>
          <p:spPr>
            <a:xfrm>
              <a:off x="1911932" y="1616463"/>
              <a:ext cx="14993" cy="14831"/>
            </a:xfrm>
            <a:custGeom>
              <a:rect b="b" l="l" r="r" t="t"/>
              <a:pathLst>
                <a:path extrusionOk="0" h="366" w="370">
                  <a:moveTo>
                    <a:pt x="193" y="0"/>
                  </a:moveTo>
                  <a:cubicBezTo>
                    <a:pt x="140" y="0"/>
                    <a:pt x="98" y="21"/>
                    <a:pt x="60" y="52"/>
                  </a:cubicBezTo>
                  <a:cubicBezTo>
                    <a:pt x="25" y="80"/>
                    <a:pt x="5" y="132"/>
                    <a:pt x="5" y="177"/>
                  </a:cubicBezTo>
                  <a:cubicBezTo>
                    <a:pt x="0" y="226"/>
                    <a:pt x="18" y="272"/>
                    <a:pt x="53" y="310"/>
                  </a:cubicBezTo>
                  <a:cubicBezTo>
                    <a:pt x="84" y="341"/>
                    <a:pt x="130" y="362"/>
                    <a:pt x="178" y="365"/>
                  </a:cubicBezTo>
                  <a:cubicBezTo>
                    <a:pt x="230" y="365"/>
                    <a:pt x="269" y="348"/>
                    <a:pt x="310" y="317"/>
                  </a:cubicBezTo>
                  <a:cubicBezTo>
                    <a:pt x="346" y="289"/>
                    <a:pt x="366" y="233"/>
                    <a:pt x="366" y="191"/>
                  </a:cubicBezTo>
                  <a:cubicBezTo>
                    <a:pt x="370" y="143"/>
                    <a:pt x="349" y="94"/>
                    <a:pt x="318" y="59"/>
                  </a:cubicBezTo>
                  <a:cubicBezTo>
                    <a:pt x="283" y="24"/>
                    <a:pt x="241" y="3"/>
                    <a:pt x="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8"/>
            <p:cNvSpPr/>
            <p:nvPr/>
          </p:nvSpPr>
          <p:spPr>
            <a:xfrm>
              <a:off x="1894021" y="1639278"/>
              <a:ext cx="14872" cy="14710"/>
            </a:xfrm>
            <a:custGeom>
              <a:rect b="b" l="l" r="r" t="t"/>
              <a:pathLst>
                <a:path extrusionOk="0" h="363" w="367">
                  <a:moveTo>
                    <a:pt x="178" y="1"/>
                  </a:moveTo>
                  <a:cubicBezTo>
                    <a:pt x="131" y="1"/>
                    <a:pt x="95" y="21"/>
                    <a:pt x="60" y="50"/>
                  </a:cubicBezTo>
                  <a:cubicBezTo>
                    <a:pt x="21" y="78"/>
                    <a:pt x="4" y="130"/>
                    <a:pt x="0" y="175"/>
                  </a:cubicBezTo>
                  <a:cubicBezTo>
                    <a:pt x="0" y="224"/>
                    <a:pt x="18" y="269"/>
                    <a:pt x="50" y="308"/>
                  </a:cubicBezTo>
                  <a:cubicBezTo>
                    <a:pt x="84" y="339"/>
                    <a:pt x="129" y="360"/>
                    <a:pt x="175" y="363"/>
                  </a:cubicBezTo>
                  <a:cubicBezTo>
                    <a:pt x="227" y="363"/>
                    <a:pt x="269" y="345"/>
                    <a:pt x="307" y="314"/>
                  </a:cubicBezTo>
                  <a:cubicBezTo>
                    <a:pt x="342" y="287"/>
                    <a:pt x="363" y="231"/>
                    <a:pt x="366" y="189"/>
                  </a:cubicBezTo>
                  <a:cubicBezTo>
                    <a:pt x="366" y="141"/>
                    <a:pt x="349" y="91"/>
                    <a:pt x="314" y="57"/>
                  </a:cubicBezTo>
                  <a:cubicBezTo>
                    <a:pt x="283" y="22"/>
                    <a:pt x="238" y="1"/>
                    <a:pt x="188" y="1"/>
                  </a:cubicBezTo>
                  <a:cubicBezTo>
                    <a:pt x="185" y="1"/>
                    <a:pt x="181" y="1"/>
                    <a:pt x="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8"/>
            <p:cNvSpPr/>
            <p:nvPr/>
          </p:nvSpPr>
          <p:spPr>
            <a:xfrm>
              <a:off x="1871733" y="1657756"/>
              <a:ext cx="14831" cy="14750"/>
            </a:xfrm>
            <a:custGeom>
              <a:rect b="b" l="l" r="r" t="t"/>
              <a:pathLst>
                <a:path extrusionOk="0" h="364" w="366">
                  <a:moveTo>
                    <a:pt x="181" y="1"/>
                  </a:moveTo>
                  <a:cubicBezTo>
                    <a:pt x="134" y="1"/>
                    <a:pt x="96" y="21"/>
                    <a:pt x="60" y="50"/>
                  </a:cubicBezTo>
                  <a:cubicBezTo>
                    <a:pt x="25" y="77"/>
                    <a:pt x="4" y="133"/>
                    <a:pt x="4" y="175"/>
                  </a:cubicBezTo>
                  <a:cubicBezTo>
                    <a:pt x="1" y="224"/>
                    <a:pt x="18" y="273"/>
                    <a:pt x="52" y="307"/>
                  </a:cubicBezTo>
                  <a:cubicBezTo>
                    <a:pt x="84" y="342"/>
                    <a:pt x="129" y="363"/>
                    <a:pt x="178" y="363"/>
                  </a:cubicBezTo>
                  <a:cubicBezTo>
                    <a:pt x="181" y="363"/>
                    <a:pt x="185" y="363"/>
                    <a:pt x="189" y="363"/>
                  </a:cubicBezTo>
                  <a:cubicBezTo>
                    <a:pt x="236" y="363"/>
                    <a:pt x="272" y="343"/>
                    <a:pt x="311" y="315"/>
                  </a:cubicBezTo>
                  <a:cubicBezTo>
                    <a:pt x="345" y="286"/>
                    <a:pt x="362" y="234"/>
                    <a:pt x="366" y="189"/>
                  </a:cubicBezTo>
                  <a:cubicBezTo>
                    <a:pt x="366" y="140"/>
                    <a:pt x="349" y="92"/>
                    <a:pt x="317" y="56"/>
                  </a:cubicBezTo>
                  <a:cubicBezTo>
                    <a:pt x="282" y="22"/>
                    <a:pt x="237" y="1"/>
                    <a:pt x="192" y="1"/>
                  </a:cubicBezTo>
                  <a:cubicBezTo>
                    <a:pt x="188" y="1"/>
                    <a:pt x="185" y="1"/>
                    <a:pt x="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8"/>
            <p:cNvSpPr/>
            <p:nvPr/>
          </p:nvSpPr>
          <p:spPr>
            <a:xfrm>
              <a:off x="1841259" y="1677532"/>
              <a:ext cx="14993" cy="14710"/>
            </a:xfrm>
            <a:custGeom>
              <a:rect b="b" l="l" r="r" t="t"/>
              <a:pathLst>
                <a:path extrusionOk="0" h="363" w="370">
                  <a:moveTo>
                    <a:pt x="192" y="0"/>
                  </a:moveTo>
                  <a:cubicBezTo>
                    <a:pt x="140" y="0"/>
                    <a:pt x="98" y="18"/>
                    <a:pt x="60" y="49"/>
                  </a:cubicBezTo>
                  <a:cubicBezTo>
                    <a:pt x="25" y="77"/>
                    <a:pt x="4" y="133"/>
                    <a:pt x="4" y="174"/>
                  </a:cubicBezTo>
                  <a:cubicBezTo>
                    <a:pt x="0" y="224"/>
                    <a:pt x="18" y="272"/>
                    <a:pt x="52" y="307"/>
                  </a:cubicBezTo>
                  <a:cubicBezTo>
                    <a:pt x="84" y="341"/>
                    <a:pt x="129" y="362"/>
                    <a:pt x="178" y="362"/>
                  </a:cubicBezTo>
                  <a:cubicBezTo>
                    <a:pt x="182" y="363"/>
                    <a:pt x="186" y="363"/>
                    <a:pt x="191" y="363"/>
                  </a:cubicBezTo>
                  <a:cubicBezTo>
                    <a:pt x="237" y="363"/>
                    <a:pt x="272" y="343"/>
                    <a:pt x="310" y="314"/>
                  </a:cubicBezTo>
                  <a:cubicBezTo>
                    <a:pt x="345" y="286"/>
                    <a:pt x="362" y="234"/>
                    <a:pt x="366" y="189"/>
                  </a:cubicBezTo>
                  <a:cubicBezTo>
                    <a:pt x="370" y="140"/>
                    <a:pt x="349" y="95"/>
                    <a:pt x="317" y="56"/>
                  </a:cubicBezTo>
                  <a:cubicBezTo>
                    <a:pt x="282" y="25"/>
                    <a:pt x="237" y="4"/>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8"/>
            <p:cNvSpPr/>
            <p:nvPr/>
          </p:nvSpPr>
          <p:spPr>
            <a:xfrm>
              <a:off x="1934099" y="1654393"/>
              <a:ext cx="14993" cy="14831"/>
            </a:xfrm>
            <a:custGeom>
              <a:rect b="b" l="l" r="r" t="t"/>
              <a:pathLst>
                <a:path extrusionOk="0" h="366" w="370">
                  <a:moveTo>
                    <a:pt x="192" y="1"/>
                  </a:moveTo>
                  <a:cubicBezTo>
                    <a:pt x="139" y="1"/>
                    <a:pt x="101" y="22"/>
                    <a:pt x="59" y="53"/>
                  </a:cubicBezTo>
                  <a:cubicBezTo>
                    <a:pt x="25" y="81"/>
                    <a:pt x="4" y="133"/>
                    <a:pt x="4" y="175"/>
                  </a:cubicBezTo>
                  <a:cubicBezTo>
                    <a:pt x="1" y="223"/>
                    <a:pt x="17" y="272"/>
                    <a:pt x="53" y="307"/>
                  </a:cubicBezTo>
                  <a:cubicBezTo>
                    <a:pt x="84" y="342"/>
                    <a:pt x="129" y="363"/>
                    <a:pt x="178" y="366"/>
                  </a:cubicBezTo>
                  <a:cubicBezTo>
                    <a:pt x="231" y="366"/>
                    <a:pt x="268" y="345"/>
                    <a:pt x="310" y="314"/>
                  </a:cubicBezTo>
                  <a:cubicBezTo>
                    <a:pt x="345" y="286"/>
                    <a:pt x="366" y="234"/>
                    <a:pt x="366" y="192"/>
                  </a:cubicBezTo>
                  <a:cubicBezTo>
                    <a:pt x="369" y="144"/>
                    <a:pt x="348" y="94"/>
                    <a:pt x="317" y="60"/>
                  </a:cubicBezTo>
                  <a:cubicBezTo>
                    <a:pt x="286" y="25"/>
                    <a:pt x="241" y="4"/>
                    <a:pt x="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8"/>
            <p:cNvSpPr/>
            <p:nvPr/>
          </p:nvSpPr>
          <p:spPr>
            <a:xfrm>
              <a:off x="1920564" y="1673439"/>
              <a:ext cx="14953" cy="14872"/>
            </a:xfrm>
            <a:custGeom>
              <a:rect b="b" l="l" r="r" t="t"/>
              <a:pathLst>
                <a:path extrusionOk="0" h="367" w="369">
                  <a:moveTo>
                    <a:pt x="192" y="0"/>
                  </a:moveTo>
                  <a:cubicBezTo>
                    <a:pt x="139" y="0"/>
                    <a:pt x="101" y="21"/>
                    <a:pt x="59" y="53"/>
                  </a:cubicBezTo>
                  <a:cubicBezTo>
                    <a:pt x="25" y="81"/>
                    <a:pt x="4" y="133"/>
                    <a:pt x="4" y="178"/>
                  </a:cubicBezTo>
                  <a:cubicBezTo>
                    <a:pt x="0" y="223"/>
                    <a:pt x="21" y="272"/>
                    <a:pt x="52" y="307"/>
                  </a:cubicBezTo>
                  <a:cubicBezTo>
                    <a:pt x="84" y="342"/>
                    <a:pt x="129" y="363"/>
                    <a:pt x="178" y="366"/>
                  </a:cubicBezTo>
                  <a:cubicBezTo>
                    <a:pt x="230" y="366"/>
                    <a:pt x="268" y="345"/>
                    <a:pt x="310" y="317"/>
                  </a:cubicBezTo>
                  <a:cubicBezTo>
                    <a:pt x="345" y="290"/>
                    <a:pt x="366" y="234"/>
                    <a:pt x="366" y="192"/>
                  </a:cubicBezTo>
                  <a:cubicBezTo>
                    <a:pt x="369" y="143"/>
                    <a:pt x="348" y="95"/>
                    <a:pt x="317" y="60"/>
                  </a:cubicBezTo>
                  <a:cubicBezTo>
                    <a:pt x="285" y="25"/>
                    <a:pt x="240" y="4"/>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8"/>
            <p:cNvSpPr/>
            <p:nvPr/>
          </p:nvSpPr>
          <p:spPr>
            <a:xfrm>
              <a:off x="1894993" y="1692363"/>
              <a:ext cx="14872" cy="14831"/>
            </a:xfrm>
            <a:custGeom>
              <a:rect b="b" l="l" r="r" t="t"/>
              <a:pathLst>
                <a:path extrusionOk="0" h="366" w="367">
                  <a:moveTo>
                    <a:pt x="193" y="0"/>
                  </a:moveTo>
                  <a:cubicBezTo>
                    <a:pt x="140" y="0"/>
                    <a:pt x="98" y="21"/>
                    <a:pt x="60" y="52"/>
                  </a:cubicBezTo>
                  <a:cubicBezTo>
                    <a:pt x="21" y="80"/>
                    <a:pt x="5" y="133"/>
                    <a:pt x="1" y="174"/>
                  </a:cubicBezTo>
                  <a:cubicBezTo>
                    <a:pt x="1" y="223"/>
                    <a:pt x="18" y="272"/>
                    <a:pt x="53" y="306"/>
                  </a:cubicBezTo>
                  <a:cubicBezTo>
                    <a:pt x="84" y="341"/>
                    <a:pt x="130" y="362"/>
                    <a:pt x="175" y="366"/>
                  </a:cubicBezTo>
                  <a:cubicBezTo>
                    <a:pt x="230" y="366"/>
                    <a:pt x="269" y="345"/>
                    <a:pt x="307" y="314"/>
                  </a:cubicBezTo>
                  <a:cubicBezTo>
                    <a:pt x="346" y="285"/>
                    <a:pt x="363" y="234"/>
                    <a:pt x="367" y="192"/>
                  </a:cubicBezTo>
                  <a:cubicBezTo>
                    <a:pt x="367" y="143"/>
                    <a:pt x="349" y="94"/>
                    <a:pt x="314" y="59"/>
                  </a:cubicBezTo>
                  <a:cubicBezTo>
                    <a:pt x="283" y="25"/>
                    <a:pt x="238" y="4"/>
                    <a:pt x="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8"/>
            <p:cNvSpPr/>
            <p:nvPr/>
          </p:nvSpPr>
          <p:spPr>
            <a:xfrm>
              <a:off x="1868329" y="1713638"/>
              <a:ext cx="14872" cy="14750"/>
            </a:xfrm>
            <a:custGeom>
              <a:rect b="b" l="l" r="r" t="t"/>
              <a:pathLst>
                <a:path extrusionOk="0" h="364" w="367">
                  <a:moveTo>
                    <a:pt x="182" y="1"/>
                  </a:moveTo>
                  <a:cubicBezTo>
                    <a:pt x="135" y="1"/>
                    <a:pt x="96" y="21"/>
                    <a:pt x="60" y="50"/>
                  </a:cubicBezTo>
                  <a:cubicBezTo>
                    <a:pt x="22" y="77"/>
                    <a:pt x="4" y="130"/>
                    <a:pt x="1" y="175"/>
                  </a:cubicBezTo>
                  <a:cubicBezTo>
                    <a:pt x="1" y="223"/>
                    <a:pt x="18" y="273"/>
                    <a:pt x="53" y="307"/>
                  </a:cubicBezTo>
                  <a:cubicBezTo>
                    <a:pt x="85" y="342"/>
                    <a:pt x="130" y="360"/>
                    <a:pt x="175" y="363"/>
                  </a:cubicBezTo>
                  <a:cubicBezTo>
                    <a:pt x="178" y="363"/>
                    <a:pt x="182" y="363"/>
                    <a:pt x="186" y="363"/>
                  </a:cubicBezTo>
                  <a:cubicBezTo>
                    <a:pt x="233" y="363"/>
                    <a:pt x="272" y="343"/>
                    <a:pt x="308" y="314"/>
                  </a:cubicBezTo>
                  <a:cubicBezTo>
                    <a:pt x="345" y="286"/>
                    <a:pt x="363" y="231"/>
                    <a:pt x="366" y="189"/>
                  </a:cubicBezTo>
                  <a:cubicBezTo>
                    <a:pt x="366" y="140"/>
                    <a:pt x="349" y="91"/>
                    <a:pt x="314" y="56"/>
                  </a:cubicBezTo>
                  <a:cubicBezTo>
                    <a:pt x="283" y="22"/>
                    <a:pt x="237" y="1"/>
                    <a:pt x="192" y="1"/>
                  </a:cubicBezTo>
                  <a:cubicBezTo>
                    <a:pt x="189" y="1"/>
                    <a:pt x="185" y="1"/>
                    <a:pt x="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8"/>
            <p:cNvSpPr/>
            <p:nvPr/>
          </p:nvSpPr>
          <p:spPr>
            <a:xfrm>
              <a:off x="1729496" y="1401689"/>
              <a:ext cx="15034" cy="14872"/>
            </a:xfrm>
            <a:custGeom>
              <a:rect b="b" l="l" r="r" t="t"/>
              <a:pathLst>
                <a:path extrusionOk="0" h="367" w="371">
                  <a:moveTo>
                    <a:pt x="192" y="0"/>
                  </a:moveTo>
                  <a:cubicBezTo>
                    <a:pt x="140" y="0"/>
                    <a:pt x="102" y="21"/>
                    <a:pt x="60" y="53"/>
                  </a:cubicBezTo>
                  <a:cubicBezTo>
                    <a:pt x="25" y="81"/>
                    <a:pt x="8" y="133"/>
                    <a:pt x="4" y="175"/>
                  </a:cubicBezTo>
                  <a:cubicBezTo>
                    <a:pt x="1" y="224"/>
                    <a:pt x="22" y="272"/>
                    <a:pt x="53" y="307"/>
                  </a:cubicBezTo>
                  <a:cubicBezTo>
                    <a:pt x="88" y="342"/>
                    <a:pt x="133" y="363"/>
                    <a:pt x="178" y="366"/>
                  </a:cubicBezTo>
                  <a:cubicBezTo>
                    <a:pt x="231" y="366"/>
                    <a:pt x="272" y="346"/>
                    <a:pt x="311" y="314"/>
                  </a:cubicBezTo>
                  <a:cubicBezTo>
                    <a:pt x="345" y="286"/>
                    <a:pt x="366" y="234"/>
                    <a:pt x="366" y="192"/>
                  </a:cubicBezTo>
                  <a:cubicBezTo>
                    <a:pt x="370" y="143"/>
                    <a:pt x="353" y="95"/>
                    <a:pt x="318" y="60"/>
                  </a:cubicBezTo>
                  <a:cubicBezTo>
                    <a:pt x="287" y="25"/>
                    <a:pt x="241" y="4"/>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8"/>
            <p:cNvSpPr/>
            <p:nvPr/>
          </p:nvSpPr>
          <p:spPr>
            <a:xfrm>
              <a:off x="1707897" y="1421707"/>
              <a:ext cx="15034" cy="14750"/>
            </a:xfrm>
            <a:custGeom>
              <a:rect b="b" l="l" r="r" t="t"/>
              <a:pathLst>
                <a:path extrusionOk="0" h="364" w="371">
                  <a:moveTo>
                    <a:pt x="182" y="1"/>
                  </a:moveTo>
                  <a:cubicBezTo>
                    <a:pt x="134" y="1"/>
                    <a:pt x="96" y="21"/>
                    <a:pt x="60" y="50"/>
                  </a:cubicBezTo>
                  <a:cubicBezTo>
                    <a:pt x="26" y="78"/>
                    <a:pt x="5" y="133"/>
                    <a:pt x="5" y="175"/>
                  </a:cubicBezTo>
                  <a:cubicBezTo>
                    <a:pt x="1" y="224"/>
                    <a:pt x="18" y="273"/>
                    <a:pt x="53" y="308"/>
                  </a:cubicBezTo>
                  <a:cubicBezTo>
                    <a:pt x="84" y="342"/>
                    <a:pt x="130" y="363"/>
                    <a:pt x="179" y="363"/>
                  </a:cubicBezTo>
                  <a:cubicBezTo>
                    <a:pt x="182" y="363"/>
                    <a:pt x="186" y="363"/>
                    <a:pt x="189" y="363"/>
                  </a:cubicBezTo>
                  <a:cubicBezTo>
                    <a:pt x="236" y="363"/>
                    <a:pt x="272" y="343"/>
                    <a:pt x="311" y="315"/>
                  </a:cubicBezTo>
                  <a:cubicBezTo>
                    <a:pt x="346" y="287"/>
                    <a:pt x="363" y="234"/>
                    <a:pt x="367" y="189"/>
                  </a:cubicBezTo>
                  <a:cubicBezTo>
                    <a:pt x="370" y="141"/>
                    <a:pt x="349" y="91"/>
                    <a:pt x="318" y="57"/>
                  </a:cubicBezTo>
                  <a:cubicBezTo>
                    <a:pt x="283" y="22"/>
                    <a:pt x="238" y="4"/>
                    <a:pt x="193" y="1"/>
                  </a:cubicBezTo>
                  <a:cubicBezTo>
                    <a:pt x="189" y="1"/>
                    <a:pt x="186" y="1"/>
                    <a:pt x="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8"/>
            <p:cNvSpPr/>
            <p:nvPr/>
          </p:nvSpPr>
          <p:spPr>
            <a:xfrm>
              <a:off x="1676896" y="1439659"/>
              <a:ext cx="14831" cy="14872"/>
            </a:xfrm>
            <a:custGeom>
              <a:rect b="b" l="l" r="r" t="t"/>
              <a:pathLst>
                <a:path extrusionOk="0" h="367" w="366">
                  <a:moveTo>
                    <a:pt x="188" y="0"/>
                  </a:moveTo>
                  <a:cubicBezTo>
                    <a:pt x="136" y="0"/>
                    <a:pt x="97" y="21"/>
                    <a:pt x="60" y="53"/>
                  </a:cubicBezTo>
                  <a:cubicBezTo>
                    <a:pt x="21" y="80"/>
                    <a:pt x="4" y="132"/>
                    <a:pt x="0" y="174"/>
                  </a:cubicBezTo>
                  <a:cubicBezTo>
                    <a:pt x="0" y="223"/>
                    <a:pt x="18" y="272"/>
                    <a:pt x="49" y="307"/>
                  </a:cubicBezTo>
                  <a:cubicBezTo>
                    <a:pt x="84" y="341"/>
                    <a:pt x="129" y="362"/>
                    <a:pt x="174" y="366"/>
                  </a:cubicBezTo>
                  <a:cubicBezTo>
                    <a:pt x="227" y="366"/>
                    <a:pt x="269" y="345"/>
                    <a:pt x="306" y="314"/>
                  </a:cubicBezTo>
                  <a:cubicBezTo>
                    <a:pt x="345" y="286"/>
                    <a:pt x="362" y="233"/>
                    <a:pt x="365" y="192"/>
                  </a:cubicBezTo>
                  <a:cubicBezTo>
                    <a:pt x="365" y="143"/>
                    <a:pt x="348" y="95"/>
                    <a:pt x="314" y="60"/>
                  </a:cubicBezTo>
                  <a:cubicBezTo>
                    <a:pt x="282" y="24"/>
                    <a:pt x="237" y="4"/>
                    <a:pt x="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8"/>
            <p:cNvSpPr/>
            <p:nvPr/>
          </p:nvSpPr>
          <p:spPr>
            <a:xfrm>
              <a:off x="1650637" y="1469282"/>
              <a:ext cx="14993" cy="14710"/>
            </a:xfrm>
            <a:custGeom>
              <a:rect b="b" l="l" r="r" t="t"/>
              <a:pathLst>
                <a:path extrusionOk="0" h="363" w="370">
                  <a:moveTo>
                    <a:pt x="181" y="0"/>
                  </a:moveTo>
                  <a:cubicBezTo>
                    <a:pt x="134" y="0"/>
                    <a:pt x="99" y="20"/>
                    <a:pt x="60" y="49"/>
                  </a:cubicBezTo>
                  <a:cubicBezTo>
                    <a:pt x="25" y="77"/>
                    <a:pt x="4" y="129"/>
                    <a:pt x="4" y="174"/>
                  </a:cubicBezTo>
                  <a:cubicBezTo>
                    <a:pt x="1" y="223"/>
                    <a:pt x="18" y="272"/>
                    <a:pt x="53" y="307"/>
                  </a:cubicBezTo>
                  <a:cubicBezTo>
                    <a:pt x="84" y="341"/>
                    <a:pt x="129" y="359"/>
                    <a:pt x="178" y="362"/>
                  </a:cubicBezTo>
                  <a:cubicBezTo>
                    <a:pt x="182" y="363"/>
                    <a:pt x="187" y="363"/>
                    <a:pt x="191" y="363"/>
                  </a:cubicBezTo>
                  <a:cubicBezTo>
                    <a:pt x="237" y="363"/>
                    <a:pt x="273" y="343"/>
                    <a:pt x="311" y="314"/>
                  </a:cubicBezTo>
                  <a:cubicBezTo>
                    <a:pt x="345" y="286"/>
                    <a:pt x="366" y="230"/>
                    <a:pt x="366" y="188"/>
                  </a:cubicBezTo>
                  <a:cubicBezTo>
                    <a:pt x="369" y="140"/>
                    <a:pt x="348" y="91"/>
                    <a:pt x="317" y="56"/>
                  </a:cubicBezTo>
                  <a:cubicBezTo>
                    <a:pt x="286" y="21"/>
                    <a:pt x="241" y="0"/>
                    <a:pt x="192" y="0"/>
                  </a:cubicBezTo>
                  <a:cubicBezTo>
                    <a:pt x="188" y="0"/>
                    <a:pt x="185"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8"/>
            <p:cNvSpPr/>
            <p:nvPr/>
          </p:nvSpPr>
          <p:spPr>
            <a:xfrm>
              <a:off x="1708464" y="1381508"/>
              <a:ext cx="14872" cy="14750"/>
            </a:xfrm>
            <a:custGeom>
              <a:rect b="b" l="l" r="r" t="t"/>
              <a:pathLst>
                <a:path extrusionOk="0" h="364" w="367">
                  <a:moveTo>
                    <a:pt x="178" y="0"/>
                  </a:moveTo>
                  <a:cubicBezTo>
                    <a:pt x="132" y="0"/>
                    <a:pt x="96" y="20"/>
                    <a:pt x="57" y="50"/>
                  </a:cubicBezTo>
                  <a:cubicBezTo>
                    <a:pt x="22" y="77"/>
                    <a:pt x="4" y="130"/>
                    <a:pt x="1" y="175"/>
                  </a:cubicBezTo>
                  <a:cubicBezTo>
                    <a:pt x="1" y="224"/>
                    <a:pt x="19" y="272"/>
                    <a:pt x="49" y="307"/>
                  </a:cubicBezTo>
                  <a:cubicBezTo>
                    <a:pt x="85" y="342"/>
                    <a:pt x="130" y="363"/>
                    <a:pt x="175" y="363"/>
                  </a:cubicBezTo>
                  <a:cubicBezTo>
                    <a:pt x="178" y="363"/>
                    <a:pt x="182" y="363"/>
                    <a:pt x="186" y="363"/>
                  </a:cubicBezTo>
                  <a:cubicBezTo>
                    <a:pt x="233" y="363"/>
                    <a:pt x="272" y="343"/>
                    <a:pt x="308" y="314"/>
                  </a:cubicBezTo>
                  <a:cubicBezTo>
                    <a:pt x="342" y="286"/>
                    <a:pt x="363" y="230"/>
                    <a:pt x="363" y="188"/>
                  </a:cubicBezTo>
                  <a:cubicBezTo>
                    <a:pt x="367" y="140"/>
                    <a:pt x="349" y="92"/>
                    <a:pt x="314" y="56"/>
                  </a:cubicBezTo>
                  <a:cubicBezTo>
                    <a:pt x="283" y="21"/>
                    <a:pt x="237" y="0"/>
                    <a:pt x="189" y="0"/>
                  </a:cubicBezTo>
                  <a:cubicBezTo>
                    <a:pt x="185" y="0"/>
                    <a:pt x="182" y="0"/>
                    <a:pt x="1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8"/>
            <p:cNvSpPr/>
            <p:nvPr/>
          </p:nvSpPr>
          <p:spPr>
            <a:xfrm>
              <a:off x="1686743" y="1398852"/>
              <a:ext cx="14872" cy="14750"/>
            </a:xfrm>
            <a:custGeom>
              <a:rect b="b" l="l" r="r" t="t"/>
              <a:pathLst>
                <a:path extrusionOk="0" h="364" w="367">
                  <a:moveTo>
                    <a:pt x="182" y="1"/>
                  </a:moveTo>
                  <a:cubicBezTo>
                    <a:pt x="134" y="1"/>
                    <a:pt x="96" y="21"/>
                    <a:pt x="60" y="50"/>
                  </a:cubicBezTo>
                  <a:cubicBezTo>
                    <a:pt x="26" y="78"/>
                    <a:pt x="5" y="130"/>
                    <a:pt x="5" y="175"/>
                  </a:cubicBezTo>
                  <a:cubicBezTo>
                    <a:pt x="0" y="224"/>
                    <a:pt x="18" y="273"/>
                    <a:pt x="53" y="308"/>
                  </a:cubicBezTo>
                  <a:cubicBezTo>
                    <a:pt x="84" y="342"/>
                    <a:pt x="130" y="360"/>
                    <a:pt x="178" y="363"/>
                  </a:cubicBezTo>
                  <a:cubicBezTo>
                    <a:pt x="182" y="363"/>
                    <a:pt x="186" y="363"/>
                    <a:pt x="189" y="363"/>
                  </a:cubicBezTo>
                  <a:cubicBezTo>
                    <a:pt x="236" y="363"/>
                    <a:pt x="272" y="343"/>
                    <a:pt x="311" y="314"/>
                  </a:cubicBezTo>
                  <a:cubicBezTo>
                    <a:pt x="346" y="287"/>
                    <a:pt x="363" y="231"/>
                    <a:pt x="366" y="189"/>
                  </a:cubicBezTo>
                  <a:cubicBezTo>
                    <a:pt x="366" y="141"/>
                    <a:pt x="349" y="91"/>
                    <a:pt x="318" y="57"/>
                  </a:cubicBezTo>
                  <a:cubicBezTo>
                    <a:pt x="283" y="22"/>
                    <a:pt x="238" y="1"/>
                    <a:pt x="193" y="1"/>
                  </a:cubicBezTo>
                  <a:cubicBezTo>
                    <a:pt x="189" y="1"/>
                    <a:pt x="185" y="1"/>
                    <a:pt x="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8"/>
            <p:cNvSpPr/>
            <p:nvPr/>
          </p:nvSpPr>
          <p:spPr>
            <a:xfrm>
              <a:off x="1656432" y="1421302"/>
              <a:ext cx="14993" cy="14750"/>
            </a:xfrm>
            <a:custGeom>
              <a:rect b="b" l="l" r="r" t="t"/>
              <a:pathLst>
                <a:path extrusionOk="0" h="364" w="370">
                  <a:moveTo>
                    <a:pt x="192" y="0"/>
                  </a:moveTo>
                  <a:cubicBezTo>
                    <a:pt x="139" y="0"/>
                    <a:pt x="101" y="18"/>
                    <a:pt x="59" y="50"/>
                  </a:cubicBezTo>
                  <a:cubicBezTo>
                    <a:pt x="25" y="77"/>
                    <a:pt x="4" y="133"/>
                    <a:pt x="4" y="175"/>
                  </a:cubicBezTo>
                  <a:cubicBezTo>
                    <a:pt x="1" y="223"/>
                    <a:pt x="21" y="272"/>
                    <a:pt x="52" y="307"/>
                  </a:cubicBezTo>
                  <a:cubicBezTo>
                    <a:pt x="88" y="342"/>
                    <a:pt x="133" y="363"/>
                    <a:pt x="178" y="363"/>
                  </a:cubicBezTo>
                  <a:cubicBezTo>
                    <a:pt x="181" y="363"/>
                    <a:pt x="185" y="363"/>
                    <a:pt x="189" y="363"/>
                  </a:cubicBezTo>
                  <a:cubicBezTo>
                    <a:pt x="236" y="363"/>
                    <a:pt x="275" y="343"/>
                    <a:pt x="310" y="314"/>
                  </a:cubicBezTo>
                  <a:cubicBezTo>
                    <a:pt x="345" y="286"/>
                    <a:pt x="366" y="234"/>
                    <a:pt x="366" y="188"/>
                  </a:cubicBezTo>
                  <a:cubicBezTo>
                    <a:pt x="369" y="140"/>
                    <a:pt x="352" y="95"/>
                    <a:pt x="317" y="56"/>
                  </a:cubicBezTo>
                  <a:cubicBezTo>
                    <a:pt x="286" y="25"/>
                    <a:pt x="240" y="4"/>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8"/>
            <p:cNvSpPr/>
            <p:nvPr/>
          </p:nvSpPr>
          <p:spPr>
            <a:xfrm>
              <a:off x="1631024" y="1445819"/>
              <a:ext cx="14993" cy="14791"/>
            </a:xfrm>
            <a:custGeom>
              <a:rect b="b" l="l" r="r" t="t"/>
              <a:pathLst>
                <a:path extrusionOk="0" h="365" w="370">
                  <a:moveTo>
                    <a:pt x="181" y="1"/>
                  </a:moveTo>
                  <a:cubicBezTo>
                    <a:pt x="134" y="1"/>
                    <a:pt x="95" y="21"/>
                    <a:pt x="59" y="50"/>
                  </a:cubicBezTo>
                  <a:cubicBezTo>
                    <a:pt x="25" y="78"/>
                    <a:pt x="4" y="131"/>
                    <a:pt x="4" y="176"/>
                  </a:cubicBezTo>
                  <a:cubicBezTo>
                    <a:pt x="1" y="224"/>
                    <a:pt x="18" y="273"/>
                    <a:pt x="53" y="308"/>
                  </a:cubicBezTo>
                  <a:cubicBezTo>
                    <a:pt x="84" y="343"/>
                    <a:pt x="130" y="364"/>
                    <a:pt x="178" y="364"/>
                  </a:cubicBezTo>
                  <a:cubicBezTo>
                    <a:pt x="182" y="364"/>
                    <a:pt x="185" y="364"/>
                    <a:pt x="189" y="364"/>
                  </a:cubicBezTo>
                  <a:cubicBezTo>
                    <a:pt x="236" y="364"/>
                    <a:pt x="271" y="344"/>
                    <a:pt x="310" y="314"/>
                  </a:cubicBezTo>
                  <a:cubicBezTo>
                    <a:pt x="345" y="287"/>
                    <a:pt x="366" y="235"/>
                    <a:pt x="366" y="189"/>
                  </a:cubicBezTo>
                  <a:cubicBezTo>
                    <a:pt x="369" y="141"/>
                    <a:pt x="348" y="92"/>
                    <a:pt x="318" y="57"/>
                  </a:cubicBezTo>
                  <a:cubicBezTo>
                    <a:pt x="282" y="22"/>
                    <a:pt x="237" y="1"/>
                    <a:pt x="192" y="1"/>
                  </a:cubicBezTo>
                  <a:cubicBezTo>
                    <a:pt x="189" y="1"/>
                    <a:pt x="185" y="1"/>
                    <a:pt x="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8"/>
            <p:cNvSpPr/>
            <p:nvPr/>
          </p:nvSpPr>
          <p:spPr>
            <a:xfrm>
              <a:off x="1681678" y="1353993"/>
              <a:ext cx="14993" cy="14750"/>
            </a:xfrm>
            <a:custGeom>
              <a:rect b="b" l="l" r="r" t="t"/>
              <a:pathLst>
                <a:path extrusionOk="0" h="364" w="370">
                  <a:moveTo>
                    <a:pt x="181" y="1"/>
                  </a:moveTo>
                  <a:cubicBezTo>
                    <a:pt x="134" y="1"/>
                    <a:pt x="98" y="21"/>
                    <a:pt x="59" y="49"/>
                  </a:cubicBezTo>
                  <a:cubicBezTo>
                    <a:pt x="25" y="78"/>
                    <a:pt x="4" y="133"/>
                    <a:pt x="4" y="175"/>
                  </a:cubicBezTo>
                  <a:cubicBezTo>
                    <a:pt x="0" y="224"/>
                    <a:pt x="21" y="272"/>
                    <a:pt x="53" y="308"/>
                  </a:cubicBezTo>
                  <a:cubicBezTo>
                    <a:pt x="84" y="342"/>
                    <a:pt x="130" y="363"/>
                    <a:pt x="178" y="363"/>
                  </a:cubicBezTo>
                  <a:cubicBezTo>
                    <a:pt x="182" y="363"/>
                    <a:pt x="185" y="363"/>
                    <a:pt x="189" y="363"/>
                  </a:cubicBezTo>
                  <a:cubicBezTo>
                    <a:pt x="235" y="363"/>
                    <a:pt x="271" y="343"/>
                    <a:pt x="310" y="314"/>
                  </a:cubicBezTo>
                  <a:cubicBezTo>
                    <a:pt x="345" y="287"/>
                    <a:pt x="366" y="234"/>
                    <a:pt x="366" y="189"/>
                  </a:cubicBezTo>
                  <a:cubicBezTo>
                    <a:pt x="369" y="140"/>
                    <a:pt x="352" y="91"/>
                    <a:pt x="318" y="57"/>
                  </a:cubicBezTo>
                  <a:cubicBezTo>
                    <a:pt x="286" y="22"/>
                    <a:pt x="241" y="4"/>
                    <a:pt x="192" y="1"/>
                  </a:cubicBezTo>
                  <a:cubicBezTo>
                    <a:pt x="189" y="1"/>
                    <a:pt x="185" y="1"/>
                    <a:pt x="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8"/>
            <p:cNvSpPr/>
            <p:nvPr/>
          </p:nvSpPr>
          <p:spPr>
            <a:xfrm>
              <a:off x="1658134" y="1375024"/>
              <a:ext cx="14953" cy="14710"/>
            </a:xfrm>
            <a:custGeom>
              <a:rect b="b" l="l" r="r" t="t"/>
              <a:pathLst>
                <a:path extrusionOk="0" h="363" w="369">
                  <a:moveTo>
                    <a:pt x="181" y="0"/>
                  </a:moveTo>
                  <a:cubicBezTo>
                    <a:pt x="133" y="0"/>
                    <a:pt x="95" y="21"/>
                    <a:pt x="59" y="49"/>
                  </a:cubicBezTo>
                  <a:cubicBezTo>
                    <a:pt x="25" y="77"/>
                    <a:pt x="4" y="129"/>
                    <a:pt x="4" y="175"/>
                  </a:cubicBezTo>
                  <a:cubicBezTo>
                    <a:pt x="0" y="223"/>
                    <a:pt x="17" y="272"/>
                    <a:pt x="52" y="307"/>
                  </a:cubicBezTo>
                  <a:cubicBezTo>
                    <a:pt x="84" y="342"/>
                    <a:pt x="129" y="359"/>
                    <a:pt x="178" y="363"/>
                  </a:cubicBezTo>
                  <a:cubicBezTo>
                    <a:pt x="181" y="363"/>
                    <a:pt x="185" y="363"/>
                    <a:pt x="188" y="363"/>
                  </a:cubicBezTo>
                  <a:cubicBezTo>
                    <a:pt x="235" y="363"/>
                    <a:pt x="271" y="343"/>
                    <a:pt x="310" y="314"/>
                  </a:cubicBezTo>
                  <a:cubicBezTo>
                    <a:pt x="345" y="286"/>
                    <a:pt x="362" y="231"/>
                    <a:pt x="366" y="189"/>
                  </a:cubicBezTo>
                  <a:cubicBezTo>
                    <a:pt x="369" y="140"/>
                    <a:pt x="348" y="91"/>
                    <a:pt x="317" y="56"/>
                  </a:cubicBezTo>
                  <a:cubicBezTo>
                    <a:pt x="282" y="22"/>
                    <a:pt x="237" y="1"/>
                    <a:pt x="192" y="1"/>
                  </a:cubicBezTo>
                  <a:cubicBezTo>
                    <a:pt x="188" y="1"/>
                    <a:pt x="184"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8"/>
            <p:cNvSpPr/>
            <p:nvPr/>
          </p:nvSpPr>
          <p:spPr>
            <a:xfrm>
              <a:off x="1629767" y="1390383"/>
              <a:ext cx="14993" cy="14750"/>
            </a:xfrm>
            <a:custGeom>
              <a:rect b="b" l="l" r="r" t="t"/>
              <a:pathLst>
                <a:path extrusionOk="0" h="364" w="370">
                  <a:moveTo>
                    <a:pt x="181" y="1"/>
                  </a:moveTo>
                  <a:cubicBezTo>
                    <a:pt x="134" y="1"/>
                    <a:pt x="98" y="21"/>
                    <a:pt x="59" y="50"/>
                  </a:cubicBezTo>
                  <a:cubicBezTo>
                    <a:pt x="24" y="78"/>
                    <a:pt x="3" y="130"/>
                    <a:pt x="3" y="175"/>
                  </a:cubicBezTo>
                  <a:cubicBezTo>
                    <a:pt x="0" y="224"/>
                    <a:pt x="21" y="273"/>
                    <a:pt x="53" y="308"/>
                  </a:cubicBezTo>
                  <a:cubicBezTo>
                    <a:pt x="84" y="342"/>
                    <a:pt x="129" y="363"/>
                    <a:pt x="178" y="363"/>
                  </a:cubicBezTo>
                  <a:cubicBezTo>
                    <a:pt x="182" y="363"/>
                    <a:pt x="185" y="363"/>
                    <a:pt x="189" y="363"/>
                  </a:cubicBezTo>
                  <a:cubicBezTo>
                    <a:pt x="235" y="363"/>
                    <a:pt x="271" y="343"/>
                    <a:pt x="310" y="315"/>
                  </a:cubicBezTo>
                  <a:cubicBezTo>
                    <a:pt x="345" y="287"/>
                    <a:pt x="366" y="234"/>
                    <a:pt x="366" y="189"/>
                  </a:cubicBezTo>
                  <a:cubicBezTo>
                    <a:pt x="369" y="141"/>
                    <a:pt x="352" y="91"/>
                    <a:pt x="317" y="57"/>
                  </a:cubicBezTo>
                  <a:cubicBezTo>
                    <a:pt x="286" y="22"/>
                    <a:pt x="241" y="1"/>
                    <a:pt x="191" y="1"/>
                  </a:cubicBezTo>
                  <a:cubicBezTo>
                    <a:pt x="188" y="1"/>
                    <a:pt x="184" y="1"/>
                    <a:pt x="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8"/>
            <p:cNvSpPr/>
            <p:nvPr/>
          </p:nvSpPr>
          <p:spPr>
            <a:xfrm>
              <a:off x="1613274" y="1417776"/>
              <a:ext cx="14831" cy="14872"/>
            </a:xfrm>
            <a:custGeom>
              <a:rect b="b" l="l" r="r" t="t"/>
              <a:pathLst>
                <a:path extrusionOk="0" h="367" w="366">
                  <a:moveTo>
                    <a:pt x="188" y="0"/>
                  </a:moveTo>
                  <a:cubicBezTo>
                    <a:pt x="136" y="0"/>
                    <a:pt x="97" y="21"/>
                    <a:pt x="59" y="53"/>
                  </a:cubicBezTo>
                  <a:cubicBezTo>
                    <a:pt x="21" y="81"/>
                    <a:pt x="4" y="133"/>
                    <a:pt x="0" y="175"/>
                  </a:cubicBezTo>
                  <a:cubicBezTo>
                    <a:pt x="0" y="223"/>
                    <a:pt x="17" y="272"/>
                    <a:pt x="49" y="307"/>
                  </a:cubicBezTo>
                  <a:cubicBezTo>
                    <a:pt x="84" y="342"/>
                    <a:pt x="129" y="363"/>
                    <a:pt x="174" y="366"/>
                  </a:cubicBezTo>
                  <a:cubicBezTo>
                    <a:pt x="226" y="366"/>
                    <a:pt x="268" y="345"/>
                    <a:pt x="306" y="314"/>
                  </a:cubicBezTo>
                  <a:cubicBezTo>
                    <a:pt x="341" y="286"/>
                    <a:pt x="362" y="234"/>
                    <a:pt x="365" y="192"/>
                  </a:cubicBezTo>
                  <a:cubicBezTo>
                    <a:pt x="365" y="143"/>
                    <a:pt x="348" y="95"/>
                    <a:pt x="314" y="60"/>
                  </a:cubicBezTo>
                  <a:cubicBezTo>
                    <a:pt x="282" y="25"/>
                    <a:pt x="237" y="4"/>
                    <a:pt x="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48"/>
          <p:cNvGrpSpPr/>
          <p:nvPr/>
        </p:nvGrpSpPr>
        <p:grpSpPr>
          <a:xfrm>
            <a:off x="4243952" y="1974347"/>
            <a:ext cx="724658" cy="574433"/>
            <a:chOff x="4313963" y="1272113"/>
            <a:chExt cx="516064" cy="409053"/>
          </a:xfrm>
        </p:grpSpPr>
        <p:sp>
          <p:nvSpPr>
            <p:cNvPr id="930" name="Google Shape;930;p48"/>
            <p:cNvSpPr/>
            <p:nvPr/>
          </p:nvSpPr>
          <p:spPr>
            <a:xfrm>
              <a:off x="4410182" y="1411971"/>
              <a:ext cx="246450" cy="256704"/>
            </a:xfrm>
            <a:custGeom>
              <a:rect b="b" l="l" r="r" t="t"/>
              <a:pathLst>
                <a:path extrusionOk="0" h="6659" w="6393">
                  <a:moveTo>
                    <a:pt x="3613" y="1061"/>
                  </a:moveTo>
                  <a:cubicBezTo>
                    <a:pt x="3656" y="1061"/>
                    <a:pt x="3700" y="1062"/>
                    <a:pt x="3743" y="1063"/>
                  </a:cubicBezTo>
                  <a:cubicBezTo>
                    <a:pt x="3934" y="1084"/>
                    <a:pt x="4127" y="1126"/>
                    <a:pt x="4310" y="1178"/>
                  </a:cubicBezTo>
                  <a:cubicBezTo>
                    <a:pt x="4422" y="1227"/>
                    <a:pt x="4527" y="1286"/>
                    <a:pt x="4631" y="1349"/>
                  </a:cubicBezTo>
                  <a:cubicBezTo>
                    <a:pt x="4707" y="1408"/>
                    <a:pt x="4777" y="1471"/>
                    <a:pt x="4844" y="1540"/>
                  </a:cubicBezTo>
                  <a:cubicBezTo>
                    <a:pt x="4879" y="1582"/>
                    <a:pt x="4913" y="1624"/>
                    <a:pt x="4945" y="1669"/>
                  </a:cubicBezTo>
                  <a:cubicBezTo>
                    <a:pt x="4979" y="1725"/>
                    <a:pt x="5014" y="1780"/>
                    <a:pt x="5046" y="1839"/>
                  </a:cubicBezTo>
                  <a:cubicBezTo>
                    <a:pt x="5154" y="2080"/>
                    <a:pt x="5244" y="2327"/>
                    <a:pt x="5303" y="2588"/>
                  </a:cubicBezTo>
                  <a:cubicBezTo>
                    <a:pt x="5331" y="2794"/>
                    <a:pt x="5334" y="2996"/>
                    <a:pt x="5324" y="3205"/>
                  </a:cubicBezTo>
                  <a:cubicBezTo>
                    <a:pt x="5303" y="3379"/>
                    <a:pt x="5276" y="3549"/>
                    <a:pt x="5240" y="3723"/>
                  </a:cubicBezTo>
                  <a:cubicBezTo>
                    <a:pt x="5205" y="3887"/>
                    <a:pt x="5157" y="4051"/>
                    <a:pt x="5101" y="4211"/>
                  </a:cubicBezTo>
                  <a:cubicBezTo>
                    <a:pt x="5032" y="4396"/>
                    <a:pt x="4955" y="4573"/>
                    <a:pt x="4850" y="4740"/>
                  </a:cubicBezTo>
                  <a:cubicBezTo>
                    <a:pt x="4816" y="4785"/>
                    <a:pt x="4784" y="4827"/>
                    <a:pt x="4749" y="4872"/>
                  </a:cubicBezTo>
                  <a:cubicBezTo>
                    <a:pt x="4718" y="4910"/>
                    <a:pt x="4683" y="4945"/>
                    <a:pt x="4645" y="4981"/>
                  </a:cubicBezTo>
                  <a:cubicBezTo>
                    <a:pt x="4436" y="5148"/>
                    <a:pt x="4217" y="5311"/>
                    <a:pt x="3984" y="5440"/>
                  </a:cubicBezTo>
                  <a:cubicBezTo>
                    <a:pt x="3834" y="5503"/>
                    <a:pt x="3680" y="5548"/>
                    <a:pt x="3521" y="5582"/>
                  </a:cubicBezTo>
                  <a:cubicBezTo>
                    <a:pt x="3440" y="5593"/>
                    <a:pt x="3361" y="5598"/>
                    <a:pt x="3282" y="5598"/>
                  </a:cubicBezTo>
                  <a:cubicBezTo>
                    <a:pt x="3213" y="5598"/>
                    <a:pt x="3144" y="5594"/>
                    <a:pt x="3074" y="5590"/>
                  </a:cubicBezTo>
                  <a:cubicBezTo>
                    <a:pt x="2984" y="5579"/>
                    <a:pt x="2897" y="5569"/>
                    <a:pt x="2806" y="5548"/>
                  </a:cubicBezTo>
                  <a:cubicBezTo>
                    <a:pt x="2713" y="5527"/>
                    <a:pt x="2622" y="5499"/>
                    <a:pt x="2531" y="5468"/>
                  </a:cubicBezTo>
                  <a:cubicBezTo>
                    <a:pt x="2309" y="5381"/>
                    <a:pt x="2093" y="5286"/>
                    <a:pt x="1884" y="5169"/>
                  </a:cubicBezTo>
                  <a:cubicBezTo>
                    <a:pt x="1811" y="5113"/>
                    <a:pt x="1737" y="5057"/>
                    <a:pt x="1671" y="4991"/>
                  </a:cubicBezTo>
                  <a:cubicBezTo>
                    <a:pt x="1549" y="4830"/>
                    <a:pt x="1448" y="4650"/>
                    <a:pt x="1358" y="4468"/>
                  </a:cubicBezTo>
                  <a:cubicBezTo>
                    <a:pt x="1302" y="4350"/>
                    <a:pt x="1250" y="4228"/>
                    <a:pt x="1209" y="4106"/>
                  </a:cubicBezTo>
                  <a:cubicBezTo>
                    <a:pt x="1170" y="3991"/>
                    <a:pt x="1139" y="3877"/>
                    <a:pt x="1114" y="3758"/>
                  </a:cubicBezTo>
                  <a:cubicBezTo>
                    <a:pt x="1087" y="3581"/>
                    <a:pt x="1072" y="3403"/>
                    <a:pt x="1077" y="3226"/>
                  </a:cubicBezTo>
                  <a:cubicBezTo>
                    <a:pt x="1118" y="2887"/>
                    <a:pt x="1219" y="2561"/>
                    <a:pt x="1320" y="2240"/>
                  </a:cubicBezTo>
                  <a:cubicBezTo>
                    <a:pt x="1344" y="2174"/>
                    <a:pt x="1372" y="2108"/>
                    <a:pt x="1407" y="2045"/>
                  </a:cubicBezTo>
                  <a:cubicBezTo>
                    <a:pt x="1427" y="2007"/>
                    <a:pt x="1448" y="1972"/>
                    <a:pt x="1473" y="1937"/>
                  </a:cubicBezTo>
                  <a:cubicBezTo>
                    <a:pt x="1620" y="1735"/>
                    <a:pt x="1790" y="1554"/>
                    <a:pt x="1967" y="1380"/>
                  </a:cubicBezTo>
                  <a:cubicBezTo>
                    <a:pt x="2005" y="1391"/>
                    <a:pt x="2044" y="1395"/>
                    <a:pt x="2086" y="1395"/>
                  </a:cubicBezTo>
                  <a:cubicBezTo>
                    <a:pt x="2099" y="1395"/>
                    <a:pt x="2111" y="1395"/>
                    <a:pt x="2124" y="1394"/>
                  </a:cubicBezTo>
                  <a:cubicBezTo>
                    <a:pt x="2176" y="1387"/>
                    <a:pt x="2229" y="1380"/>
                    <a:pt x="2281" y="1366"/>
                  </a:cubicBezTo>
                  <a:cubicBezTo>
                    <a:pt x="2322" y="1356"/>
                    <a:pt x="2364" y="1335"/>
                    <a:pt x="2403" y="1317"/>
                  </a:cubicBezTo>
                  <a:cubicBezTo>
                    <a:pt x="2497" y="1283"/>
                    <a:pt x="2591" y="1251"/>
                    <a:pt x="2685" y="1220"/>
                  </a:cubicBezTo>
                  <a:cubicBezTo>
                    <a:pt x="2852" y="1168"/>
                    <a:pt x="3023" y="1126"/>
                    <a:pt x="3193" y="1091"/>
                  </a:cubicBezTo>
                  <a:cubicBezTo>
                    <a:pt x="3332" y="1070"/>
                    <a:pt x="3472" y="1061"/>
                    <a:pt x="3613" y="1061"/>
                  </a:cubicBezTo>
                  <a:close/>
                  <a:moveTo>
                    <a:pt x="3619" y="1"/>
                  </a:moveTo>
                  <a:cubicBezTo>
                    <a:pt x="3607" y="1"/>
                    <a:pt x="3595" y="1"/>
                    <a:pt x="3583" y="1"/>
                  </a:cubicBezTo>
                  <a:cubicBezTo>
                    <a:pt x="3492" y="1"/>
                    <a:pt x="3402" y="4"/>
                    <a:pt x="3312" y="12"/>
                  </a:cubicBezTo>
                  <a:cubicBezTo>
                    <a:pt x="3172" y="22"/>
                    <a:pt x="3036" y="50"/>
                    <a:pt x="2901" y="75"/>
                  </a:cubicBezTo>
                  <a:cubicBezTo>
                    <a:pt x="2734" y="109"/>
                    <a:pt x="2566" y="147"/>
                    <a:pt x="2403" y="197"/>
                  </a:cubicBezTo>
                  <a:cubicBezTo>
                    <a:pt x="2322" y="224"/>
                    <a:pt x="2246" y="248"/>
                    <a:pt x="2166" y="276"/>
                  </a:cubicBezTo>
                  <a:cubicBezTo>
                    <a:pt x="2138" y="287"/>
                    <a:pt x="2107" y="301"/>
                    <a:pt x="2075" y="311"/>
                  </a:cubicBezTo>
                  <a:cubicBezTo>
                    <a:pt x="1971" y="311"/>
                    <a:pt x="1866" y="339"/>
                    <a:pt x="1776" y="398"/>
                  </a:cubicBezTo>
                  <a:cubicBezTo>
                    <a:pt x="1748" y="393"/>
                    <a:pt x="1718" y="390"/>
                    <a:pt x="1689" y="390"/>
                  </a:cubicBezTo>
                  <a:cubicBezTo>
                    <a:pt x="1678" y="390"/>
                    <a:pt x="1668" y="390"/>
                    <a:pt x="1657" y="391"/>
                  </a:cubicBezTo>
                  <a:cubicBezTo>
                    <a:pt x="1564" y="395"/>
                    <a:pt x="1483" y="422"/>
                    <a:pt x="1414" y="468"/>
                  </a:cubicBezTo>
                  <a:cubicBezTo>
                    <a:pt x="1369" y="496"/>
                    <a:pt x="1327" y="527"/>
                    <a:pt x="1285" y="568"/>
                  </a:cubicBezTo>
                  <a:cubicBezTo>
                    <a:pt x="1156" y="690"/>
                    <a:pt x="1035" y="816"/>
                    <a:pt x="913" y="944"/>
                  </a:cubicBezTo>
                  <a:cubicBezTo>
                    <a:pt x="784" y="1084"/>
                    <a:pt x="672" y="1234"/>
                    <a:pt x="568" y="1391"/>
                  </a:cubicBezTo>
                  <a:cubicBezTo>
                    <a:pt x="526" y="1460"/>
                    <a:pt x="481" y="1529"/>
                    <a:pt x="439" y="1603"/>
                  </a:cubicBezTo>
                  <a:cubicBezTo>
                    <a:pt x="373" y="1728"/>
                    <a:pt x="324" y="1881"/>
                    <a:pt x="283" y="2014"/>
                  </a:cubicBezTo>
                  <a:cubicBezTo>
                    <a:pt x="237" y="2164"/>
                    <a:pt x="195" y="2313"/>
                    <a:pt x="153" y="2466"/>
                  </a:cubicBezTo>
                  <a:cubicBezTo>
                    <a:pt x="63" y="2797"/>
                    <a:pt x="0" y="3135"/>
                    <a:pt x="18" y="3483"/>
                  </a:cubicBezTo>
                  <a:cubicBezTo>
                    <a:pt x="39" y="3832"/>
                    <a:pt x="108" y="4183"/>
                    <a:pt x="230" y="4510"/>
                  </a:cubicBezTo>
                  <a:cubicBezTo>
                    <a:pt x="359" y="4848"/>
                    <a:pt x="522" y="5182"/>
                    <a:pt x="725" y="5485"/>
                  </a:cubicBezTo>
                  <a:cubicBezTo>
                    <a:pt x="829" y="5638"/>
                    <a:pt x="955" y="5781"/>
                    <a:pt x="1097" y="5900"/>
                  </a:cubicBezTo>
                  <a:cubicBezTo>
                    <a:pt x="1198" y="5983"/>
                    <a:pt x="1316" y="6059"/>
                    <a:pt x="1432" y="6125"/>
                  </a:cubicBezTo>
                  <a:cubicBezTo>
                    <a:pt x="1564" y="6206"/>
                    <a:pt x="1703" y="6272"/>
                    <a:pt x="1849" y="6331"/>
                  </a:cubicBezTo>
                  <a:cubicBezTo>
                    <a:pt x="2155" y="6464"/>
                    <a:pt x="2483" y="6582"/>
                    <a:pt x="2817" y="6620"/>
                  </a:cubicBezTo>
                  <a:cubicBezTo>
                    <a:pt x="3005" y="6644"/>
                    <a:pt x="3196" y="6655"/>
                    <a:pt x="3385" y="6659"/>
                  </a:cubicBezTo>
                  <a:cubicBezTo>
                    <a:pt x="3573" y="6659"/>
                    <a:pt x="3764" y="6617"/>
                    <a:pt x="3945" y="6568"/>
                  </a:cubicBezTo>
                  <a:cubicBezTo>
                    <a:pt x="4294" y="6485"/>
                    <a:pt x="4607" y="6321"/>
                    <a:pt x="4899" y="6112"/>
                  </a:cubicBezTo>
                  <a:cubicBezTo>
                    <a:pt x="5171" y="5913"/>
                    <a:pt x="5456" y="5715"/>
                    <a:pt x="5652" y="5433"/>
                  </a:cubicBezTo>
                  <a:cubicBezTo>
                    <a:pt x="5763" y="5269"/>
                    <a:pt x="5867" y="5109"/>
                    <a:pt x="5951" y="4931"/>
                  </a:cubicBezTo>
                  <a:cubicBezTo>
                    <a:pt x="6034" y="4761"/>
                    <a:pt x="6094" y="4573"/>
                    <a:pt x="6153" y="4396"/>
                  </a:cubicBezTo>
                  <a:cubicBezTo>
                    <a:pt x="6247" y="4103"/>
                    <a:pt x="6316" y="3807"/>
                    <a:pt x="6351" y="3504"/>
                  </a:cubicBezTo>
                  <a:cubicBezTo>
                    <a:pt x="6375" y="3305"/>
                    <a:pt x="6393" y="3104"/>
                    <a:pt x="6389" y="2905"/>
                  </a:cubicBezTo>
                  <a:cubicBezTo>
                    <a:pt x="6389" y="2710"/>
                    <a:pt x="6365" y="2522"/>
                    <a:pt x="6323" y="2327"/>
                  </a:cubicBezTo>
                  <a:cubicBezTo>
                    <a:pt x="6264" y="2027"/>
                    <a:pt x="6160" y="1738"/>
                    <a:pt x="6031" y="1460"/>
                  </a:cubicBezTo>
                  <a:cubicBezTo>
                    <a:pt x="5982" y="1359"/>
                    <a:pt x="5933" y="1258"/>
                    <a:pt x="5877" y="1161"/>
                  </a:cubicBezTo>
                  <a:cubicBezTo>
                    <a:pt x="5835" y="1095"/>
                    <a:pt x="5787" y="1032"/>
                    <a:pt x="5738" y="970"/>
                  </a:cubicBezTo>
                  <a:cubicBezTo>
                    <a:pt x="5668" y="878"/>
                    <a:pt x="5592" y="798"/>
                    <a:pt x="5519" y="715"/>
                  </a:cubicBezTo>
                  <a:cubicBezTo>
                    <a:pt x="5414" y="600"/>
                    <a:pt x="5276" y="517"/>
                    <a:pt x="5150" y="430"/>
                  </a:cubicBezTo>
                  <a:cubicBezTo>
                    <a:pt x="4871" y="242"/>
                    <a:pt x="4554" y="137"/>
                    <a:pt x="4227" y="67"/>
                  </a:cubicBezTo>
                  <a:cubicBezTo>
                    <a:pt x="4029" y="28"/>
                    <a:pt x="3823" y="1"/>
                    <a:pt x="3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8"/>
            <p:cNvSpPr/>
            <p:nvPr/>
          </p:nvSpPr>
          <p:spPr>
            <a:xfrm>
              <a:off x="4416620" y="1274734"/>
              <a:ext cx="155087" cy="109019"/>
            </a:xfrm>
            <a:custGeom>
              <a:rect b="b" l="l" r="r" t="t"/>
              <a:pathLst>
                <a:path extrusionOk="0" h="2828" w="4023">
                  <a:moveTo>
                    <a:pt x="3471" y="0"/>
                  </a:moveTo>
                  <a:cubicBezTo>
                    <a:pt x="3416" y="0"/>
                    <a:pt x="3361" y="10"/>
                    <a:pt x="3308" y="31"/>
                  </a:cubicBezTo>
                  <a:cubicBezTo>
                    <a:pt x="3190" y="76"/>
                    <a:pt x="3089" y="138"/>
                    <a:pt x="2984" y="205"/>
                  </a:cubicBezTo>
                  <a:cubicBezTo>
                    <a:pt x="2960" y="222"/>
                    <a:pt x="2936" y="236"/>
                    <a:pt x="2907" y="254"/>
                  </a:cubicBezTo>
                  <a:cubicBezTo>
                    <a:pt x="2790" y="326"/>
                    <a:pt x="2671" y="403"/>
                    <a:pt x="2552" y="477"/>
                  </a:cubicBezTo>
                  <a:cubicBezTo>
                    <a:pt x="2305" y="636"/>
                    <a:pt x="2051" y="783"/>
                    <a:pt x="1794" y="922"/>
                  </a:cubicBezTo>
                  <a:cubicBezTo>
                    <a:pt x="1578" y="1041"/>
                    <a:pt x="1362" y="1162"/>
                    <a:pt x="1153" y="1291"/>
                  </a:cubicBezTo>
                  <a:cubicBezTo>
                    <a:pt x="1101" y="1322"/>
                    <a:pt x="1052" y="1354"/>
                    <a:pt x="1003" y="1385"/>
                  </a:cubicBezTo>
                  <a:cubicBezTo>
                    <a:pt x="884" y="1462"/>
                    <a:pt x="767" y="1542"/>
                    <a:pt x="651" y="1622"/>
                  </a:cubicBezTo>
                  <a:cubicBezTo>
                    <a:pt x="523" y="1709"/>
                    <a:pt x="391" y="1785"/>
                    <a:pt x="254" y="1859"/>
                  </a:cubicBezTo>
                  <a:cubicBezTo>
                    <a:pt x="140" y="1918"/>
                    <a:pt x="56" y="2064"/>
                    <a:pt x="32" y="2190"/>
                  </a:cubicBezTo>
                  <a:cubicBezTo>
                    <a:pt x="0" y="2325"/>
                    <a:pt x="28" y="2475"/>
                    <a:pt x="108" y="2593"/>
                  </a:cubicBezTo>
                  <a:cubicBezTo>
                    <a:pt x="185" y="2708"/>
                    <a:pt x="304" y="2788"/>
                    <a:pt x="439" y="2816"/>
                  </a:cubicBezTo>
                  <a:cubicBezTo>
                    <a:pt x="475" y="2824"/>
                    <a:pt x="509" y="2827"/>
                    <a:pt x="542" y="2827"/>
                  </a:cubicBezTo>
                  <a:cubicBezTo>
                    <a:pt x="649" y="2827"/>
                    <a:pt x="745" y="2792"/>
                    <a:pt x="843" y="2740"/>
                  </a:cubicBezTo>
                  <a:cubicBezTo>
                    <a:pt x="972" y="2670"/>
                    <a:pt x="1098" y="2600"/>
                    <a:pt x="1219" y="2517"/>
                  </a:cubicBezTo>
                  <a:cubicBezTo>
                    <a:pt x="1337" y="2433"/>
                    <a:pt x="1459" y="2353"/>
                    <a:pt x="1581" y="2273"/>
                  </a:cubicBezTo>
                  <a:cubicBezTo>
                    <a:pt x="1839" y="2113"/>
                    <a:pt x="2096" y="1960"/>
                    <a:pt x="2361" y="1817"/>
                  </a:cubicBezTo>
                  <a:cubicBezTo>
                    <a:pt x="2608" y="1681"/>
                    <a:pt x="2852" y="1542"/>
                    <a:pt x="3089" y="1392"/>
                  </a:cubicBezTo>
                  <a:cubicBezTo>
                    <a:pt x="3207" y="1319"/>
                    <a:pt x="3322" y="1242"/>
                    <a:pt x="3441" y="1169"/>
                  </a:cubicBezTo>
                  <a:cubicBezTo>
                    <a:pt x="3472" y="1152"/>
                    <a:pt x="3507" y="1128"/>
                    <a:pt x="3538" y="1107"/>
                  </a:cubicBezTo>
                  <a:cubicBezTo>
                    <a:pt x="3579" y="1078"/>
                    <a:pt x="3621" y="1054"/>
                    <a:pt x="3663" y="1027"/>
                  </a:cubicBezTo>
                  <a:cubicBezTo>
                    <a:pt x="3785" y="974"/>
                    <a:pt x="3886" y="895"/>
                    <a:pt x="3945" y="773"/>
                  </a:cubicBezTo>
                  <a:cubicBezTo>
                    <a:pt x="4008" y="647"/>
                    <a:pt x="4022" y="501"/>
                    <a:pt x="3976" y="368"/>
                  </a:cubicBezTo>
                  <a:cubicBezTo>
                    <a:pt x="3907" y="156"/>
                    <a:pt x="3692" y="0"/>
                    <a:pt x="3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8"/>
            <p:cNvSpPr/>
            <p:nvPr/>
          </p:nvSpPr>
          <p:spPr>
            <a:xfrm>
              <a:off x="4579531" y="1351640"/>
              <a:ext cx="121934" cy="92057"/>
            </a:xfrm>
            <a:custGeom>
              <a:rect b="b" l="l" r="r" t="t"/>
              <a:pathLst>
                <a:path extrusionOk="0" h="2388" w="3163">
                  <a:moveTo>
                    <a:pt x="2574" y="0"/>
                  </a:moveTo>
                  <a:cubicBezTo>
                    <a:pt x="2475" y="0"/>
                    <a:pt x="2376" y="28"/>
                    <a:pt x="2289" y="83"/>
                  </a:cubicBezTo>
                  <a:cubicBezTo>
                    <a:pt x="2247" y="107"/>
                    <a:pt x="2209" y="139"/>
                    <a:pt x="2174" y="177"/>
                  </a:cubicBezTo>
                  <a:cubicBezTo>
                    <a:pt x="2139" y="211"/>
                    <a:pt x="2108" y="247"/>
                    <a:pt x="2073" y="282"/>
                  </a:cubicBezTo>
                  <a:cubicBezTo>
                    <a:pt x="1812" y="491"/>
                    <a:pt x="1519" y="644"/>
                    <a:pt x="1227" y="804"/>
                  </a:cubicBezTo>
                  <a:cubicBezTo>
                    <a:pt x="1066" y="891"/>
                    <a:pt x="910" y="984"/>
                    <a:pt x="753" y="1079"/>
                  </a:cubicBezTo>
                  <a:cubicBezTo>
                    <a:pt x="583" y="1183"/>
                    <a:pt x="419" y="1298"/>
                    <a:pt x="256" y="1416"/>
                  </a:cubicBezTo>
                  <a:cubicBezTo>
                    <a:pt x="140" y="1497"/>
                    <a:pt x="60" y="1608"/>
                    <a:pt x="29" y="1747"/>
                  </a:cubicBezTo>
                  <a:cubicBezTo>
                    <a:pt x="1" y="1883"/>
                    <a:pt x="29" y="2033"/>
                    <a:pt x="110" y="2151"/>
                  </a:cubicBezTo>
                  <a:cubicBezTo>
                    <a:pt x="207" y="2300"/>
                    <a:pt x="382" y="2387"/>
                    <a:pt x="558" y="2387"/>
                  </a:cubicBezTo>
                  <a:cubicBezTo>
                    <a:pt x="658" y="2387"/>
                    <a:pt x="758" y="2359"/>
                    <a:pt x="844" y="2297"/>
                  </a:cubicBezTo>
                  <a:cubicBezTo>
                    <a:pt x="1021" y="2169"/>
                    <a:pt x="1203" y="2043"/>
                    <a:pt x="1394" y="1929"/>
                  </a:cubicBezTo>
                  <a:cubicBezTo>
                    <a:pt x="1575" y="1820"/>
                    <a:pt x="1756" y="1716"/>
                    <a:pt x="1944" y="1615"/>
                  </a:cubicBezTo>
                  <a:cubicBezTo>
                    <a:pt x="2118" y="1521"/>
                    <a:pt x="2292" y="1427"/>
                    <a:pt x="2459" y="1312"/>
                  </a:cubicBezTo>
                  <a:cubicBezTo>
                    <a:pt x="2644" y="1187"/>
                    <a:pt x="2814" y="1044"/>
                    <a:pt x="2967" y="880"/>
                  </a:cubicBezTo>
                  <a:cubicBezTo>
                    <a:pt x="3163" y="668"/>
                    <a:pt x="3135" y="320"/>
                    <a:pt x="2922" y="132"/>
                  </a:cubicBezTo>
                  <a:cubicBezTo>
                    <a:pt x="2820" y="43"/>
                    <a:pt x="2697" y="0"/>
                    <a:pt x="2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8"/>
            <p:cNvSpPr/>
            <p:nvPr/>
          </p:nvSpPr>
          <p:spPr>
            <a:xfrm>
              <a:off x="4763952" y="1447667"/>
              <a:ext cx="59791" cy="67848"/>
            </a:xfrm>
            <a:custGeom>
              <a:rect b="b" l="l" r="r" t="t"/>
              <a:pathLst>
                <a:path extrusionOk="0" h="1760" w="1551">
                  <a:moveTo>
                    <a:pt x="827" y="0"/>
                  </a:moveTo>
                  <a:cubicBezTo>
                    <a:pt x="816" y="0"/>
                    <a:pt x="803" y="1"/>
                    <a:pt x="791" y="2"/>
                  </a:cubicBezTo>
                  <a:cubicBezTo>
                    <a:pt x="642" y="15"/>
                    <a:pt x="510" y="47"/>
                    <a:pt x="384" y="123"/>
                  </a:cubicBezTo>
                  <a:cubicBezTo>
                    <a:pt x="374" y="134"/>
                    <a:pt x="360" y="140"/>
                    <a:pt x="349" y="148"/>
                  </a:cubicBezTo>
                  <a:cubicBezTo>
                    <a:pt x="287" y="190"/>
                    <a:pt x="231" y="242"/>
                    <a:pt x="189" y="301"/>
                  </a:cubicBezTo>
                  <a:cubicBezTo>
                    <a:pt x="105" y="415"/>
                    <a:pt x="89" y="457"/>
                    <a:pt x="43" y="590"/>
                  </a:cubicBezTo>
                  <a:cubicBezTo>
                    <a:pt x="5" y="701"/>
                    <a:pt x="1" y="830"/>
                    <a:pt x="12" y="945"/>
                  </a:cubicBezTo>
                  <a:cubicBezTo>
                    <a:pt x="26" y="1098"/>
                    <a:pt x="74" y="1248"/>
                    <a:pt x="151" y="1381"/>
                  </a:cubicBezTo>
                  <a:cubicBezTo>
                    <a:pt x="196" y="1457"/>
                    <a:pt x="259" y="1530"/>
                    <a:pt x="328" y="1589"/>
                  </a:cubicBezTo>
                  <a:cubicBezTo>
                    <a:pt x="398" y="1648"/>
                    <a:pt x="541" y="1732"/>
                    <a:pt x="635" y="1742"/>
                  </a:cubicBezTo>
                  <a:cubicBezTo>
                    <a:pt x="698" y="1752"/>
                    <a:pt x="757" y="1757"/>
                    <a:pt x="816" y="1760"/>
                  </a:cubicBezTo>
                  <a:cubicBezTo>
                    <a:pt x="872" y="1757"/>
                    <a:pt x="928" y="1746"/>
                    <a:pt x="983" y="1732"/>
                  </a:cubicBezTo>
                  <a:cubicBezTo>
                    <a:pt x="1008" y="1728"/>
                    <a:pt x="1029" y="1718"/>
                    <a:pt x="1050" y="1704"/>
                  </a:cubicBezTo>
                  <a:cubicBezTo>
                    <a:pt x="1112" y="1686"/>
                    <a:pt x="1167" y="1655"/>
                    <a:pt x="1217" y="1614"/>
                  </a:cubicBezTo>
                  <a:cubicBezTo>
                    <a:pt x="1317" y="1530"/>
                    <a:pt x="1380" y="1450"/>
                    <a:pt x="1447" y="1339"/>
                  </a:cubicBezTo>
                  <a:cubicBezTo>
                    <a:pt x="1457" y="1318"/>
                    <a:pt x="1467" y="1297"/>
                    <a:pt x="1474" y="1272"/>
                  </a:cubicBezTo>
                  <a:cubicBezTo>
                    <a:pt x="1495" y="1223"/>
                    <a:pt x="1513" y="1172"/>
                    <a:pt x="1526" y="1116"/>
                  </a:cubicBezTo>
                  <a:cubicBezTo>
                    <a:pt x="1547" y="1021"/>
                    <a:pt x="1533" y="931"/>
                    <a:pt x="1540" y="837"/>
                  </a:cubicBezTo>
                  <a:cubicBezTo>
                    <a:pt x="1551" y="701"/>
                    <a:pt x="1457" y="552"/>
                    <a:pt x="1363" y="465"/>
                  </a:cubicBezTo>
                  <a:cubicBezTo>
                    <a:pt x="1355" y="457"/>
                    <a:pt x="1345" y="450"/>
                    <a:pt x="1338" y="447"/>
                  </a:cubicBezTo>
                  <a:cubicBezTo>
                    <a:pt x="1295" y="205"/>
                    <a:pt x="1077"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8"/>
            <p:cNvSpPr/>
            <p:nvPr/>
          </p:nvSpPr>
          <p:spPr>
            <a:xfrm>
              <a:off x="4425911" y="1417637"/>
              <a:ext cx="88202" cy="237699"/>
            </a:xfrm>
            <a:custGeom>
              <a:rect b="b" l="l" r="r" t="t"/>
              <a:pathLst>
                <a:path extrusionOk="0" h="6166" w="2288">
                  <a:moveTo>
                    <a:pt x="1826" y="1"/>
                  </a:moveTo>
                  <a:cubicBezTo>
                    <a:pt x="1750" y="1"/>
                    <a:pt x="1673" y="21"/>
                    <a:pt x="1604" y="63"/>
                  </a:cubicBezTo>
                  <a:cubicBezTo>
                    <a:pt x="1604" y="66"/>
                    <a:pt x="1601" y="66"/>
                    <a:pt x="1601" y="66"/>
                  </a:cubicBezTo>
                  <a:cubicBezTo>
                    <a:pt x="1455" y="161"/>
                    <a:pt x="1312" y="262"/>
                    <a:pt x="1180" y="373"/>
                  </a:cubicBezTo>
                  <a:cubicBezTo>
                    <a:pt x="1096" y="450"/>
                    <a:pt x="1009" y="523"/>
                    <a:pt x="929" y="599"/>
                  </a:cubicBezTo>
                  <a:cubicBezTo>
                    <a:pt x="870" y="651"/>
                    <a:pt x="821" y="714"/>
                    <a:pt x="769" y="773"/>
                  </a:cubicBezTo>
                  <a:cubicBezTo>
                    <a:pt x="724" y="829"/>
                    <a:pt x="682" y="892"/>
                    <a:pt x="643" y="951"/>
                  </a:cubicBezTo>
                  <a:cubicBezTo>
                    <a:pt x="585" y="1038"/>
                    <a:pt x="526" y="1128"/>
                    <a:pt x="473" y="1219"/>
                  </a:cubicBezTo>
                  <a:cubicBezTo>
                    <a:pt x="393" y="1355"/>
                    <a:pt x="323" y="1494"/>
                    <a:pt x="261" y="1637"/>
                  </a:cubicBezTo>
                  <a:cubicBezTo>
                    <a:pt x="191" y="1797"/>
                    <a:pt x="132" y="1961"/>
                    <a:pt x="90" y="2131"/>
                  </a:cubicBezTo>
                  <a:cubicBezTo>
                    <a:pt x="45" y="2302"/>
                    <a:pt x="31" y="2473"/>
                    <a:pt x="21" y="2650"/>
                  </a:cubicBezTo>
                  <a:cubicBezTo>
                    <a:pt x="0" y="2949"/>
                    <a:pt x="17" y="3259"/>
                    <a:pt x="55" y="3559"/>
                  </a:cubicBezTo>
                  <a:cubicBezTo>
                    <a:pt x="90" y="3820"/>
                    <a:pt x="139" y="4074"/>
                    <a:pt x="219" y="4325"/>
                  </a:cubicBezTo>
                  <a:cubicBezTo>
                    <a:pt x="288" y="4537"/>
                    <a:pt x="369" y="4746"/>
                    <a:pt x="463" y="4948"/>
                  </a:cubicBezTo>
                  <a:cubicBezTo>
                    <a:pt x="518" y="5067"/>
                    <a:pt x="577" y="5185"/>
                    <a:pt x="637" y="5303"/>
                  </a:cubicBezTo>
                  <a:cubicBezTo>
                    <a:pt x="685" y="5393"/>
                    <a:pt x="738" y="5491"/>
                    <a:pt x="804" y="5575"/>
                  </a:cubicBezTo>
                  <a:cubicBezTo>
                    <a:pt x="887" y="5686"/>
                    <a:pt x="974" y="5795"/>
                    <a:pt x="1075" y="5891"/>
                  </a:cubicBezTo>
                  <a:cubicBezTo>
                    <a:pt x="1111" y="5930"/>
                    <a:pt x="1149" y="5965"/>
                    <a:pt x="1187" y="5999"/>
                  </a:cubicBezTo>
                  <a:cubicBezTo>
                    <a:pt x="1233" y="6041"/>
                    <a:pt x="1278" y="6087"/>
                    <a:pt x="1337" y="6115"/>
                  </a:cubicBezTo>
                  <a:cubicBezTo>
                    <a:pt x="1403" y="6149"/>
                    <a:pt x="1473" y="6166"/>
                    <a:pt x="1544" y="6166"/>
                  </a:cubicBezTo>
                  <a:cubicBezTo>
                    <a:pt x="1596" y="6166"/>
                    <a:pt x="1649" y="6157"/>
                    <a:pt x="1702" y="6139"/>
                  </a:cubicBezTo>
                  <a:cubicBezTo>
                    <a:pt x="1911" y="6069"/>
                    <a:pt x="2030" y="5836"/>
                    <a:pt x="1960" y="5623"/>
                  </a:cubicBezTo>
                  <a:cubicBezTo>
                    <a:pt x="1922" y="5498"/>
                    <a:pt x="1821" y="5404"/>
                    <a:pt x="1702" y="5366"/>
                  </a:cubicBezTo>
                  <a:cubicBezTo>
                    <a:pt x="1657" y="5321"/>
                    <a:pt x="1612" y="5276"/>
                    <a:pt x="1570" y="5230"/>
                  </a:cubicBezTo>
                  <a:cubicBezTo>
                    <a:pt x="1504" y="5150"/>
                    <a:pt x="1445" y="5070"/>
                    <a:pt x="1392" y="4980"/>
                  </a:cubicBezTo>
                  <a:cubicBezTo>
                    <a:pt x="1340" y="4892"/>
                    <a:pt x="1295" y="4802"/>
                    <a:pt x="1249" y="4712"/>
                  </a:cubicBezTo>
                  <a:cubicBezTo>
                    <a:pt x="1103" y="4405"/>
                    <a:pt x="982" y="4081"/>
                    <a:pt x="908" y="3747"/>
                  </a:cubicBezTo>
                  <a:cubicBezTo>
                    <a:pt x="842" y="3360"/>
                    <a:pt x="818" y="2970"/>
                    <a:pt x="839" y="2577"/>
                  </a:cubicBezTo>
                  <a:cubicBezTo>
                    <a:pt x="857" y="2431"/>
                    <a:pt x="891" y="2288"/>
                    <a:pt x="933" y="2149"/>
                  </a:cubicBezTo>
                  <a:cubicBezTo>
                    <a:pt x="1030" y="1895"/>
                    <a:pt x="1156" y="1658"/>
                    <a:pt x="1299" y="1428"/>
                  </a:cubicBezTo>
                  <a:cubicBezTo>
                    <a:pt x="1337" y="1376"/>
                    <a:pt x="1379" y="1320"/>
                    <a:pt x="1421" y="1271"/>
                  </a:cubicBezTo>
                  <a:cubicBezTo>
                    <a:pt x="1476" y="1205"/>
                    <a:pt x="1535" y="1146"/>
                    <a:pt x="1598" y="1087"/>
                  </a:cubicBezTo>
                  <a:cubicBezTo>
                    <a:pt x="1744" y="965"/>
                    <a:pt x="1894" y="850"/>
                    <a:pt x="2054" y="749"/>
                  </a:cubicBezTo>
                  <a:cubicBezTo>
                    <a:pt x="2242" y="627"/>
                    <a:pt x="2287" y="363"/>
                    <a:pt x="2165" y="182"/>
                  </a:cubicBezTo>
                  <a:cubicBezTo>
                    <a:pt x="2088" y="62"/>
                    <a:pt x="1959" y="1"/>
                    <a:pt x="18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8"/>
            <p:cNvSpPr/>
            <p:nvPr/>
          </p:nvSpPr>
          <p:spPr>
            <a:xfrm>
              <a:off x="4423174" y="1300254"/>
              <a:ext cx="107285" cy="74286"/>
            </a:xfrm>
            <a:custGeom>
              <a:rect b="b" l="l" r="r" t="t"/>
              <a:pathLst>
                <a:path extrusionOk="0" h="1927" w="2783">
                  <a:moveTo>
                    <a:pt x="2363" y="1"/>
                  </a:moveTo>
                  <a:cubicBezTo>
                    <a:pt x="2282" y="1"/>
                    <a:pt x="2208" y="27"/>
                    <a:pt x="2132" y="69"/>
                  </a:cubicBezTo>
                  <a:cubicBezTo>
                    <a:pt x="1982" y="152"/>
                    <a:pt x="1836" y="239"/>
                    <a:pt x="1690" y="323"/>
                  </a:cubicBezTo>
                  <a:cubicBezTo>
                    <a:pt x="1529" y="410"/>
                    <a:pt x="1373" y="500"/>
                    <a:pt x="1220" y="601"/>
                  </a:cubicBezTo>
                  <a:cubicBezTo>
                    <a:pt x="1066" y="699"/>
                    <a:pt x="910" y="786"/>
                    <a:pt x="753" y="876"/>
                  </a:cubicBezTo>
                  <a:cubicBezTo>
                    <a:pt x="579" y="974"/>
                    <a:pt x="405" y="1075"/>
                    <a:pt x="231" y="1176"/>
                  </a:cubicBezTo>
                  <a:cubicBezTo>
                    <a:pt x="227" y="1179"/>
                    <a:pt x="227" y="1179"/>
                    <a:pt x="224" y="1183"/>
                  </a:cubicBezTo>
                  <a:cubicBezTo>
                    <a:pt x="36" y="1298"/>
                    <a:pt x="1" y="1570"/>
                    <a:pt x="116" y="1743"/>
                  </a:cubicBezTo>
                  <a:cubicBezTo>
                    <a:pt x="175" y="1830"/>
                    <a:pt x="269" y="1893"/>
                    <a:pt x="370" y="1917"/>
                  </a:cubicBezTo>
                  <a:cubicBezTo>
                    <a:pt x="399" y="1923"/>
                    <a:pt x="426" y="1926"/>
                    <a:pt x="453" y="1926"/>
                  </a:cubicBezTo>
                  <a:cubicBezTo>
                    <a:pt x="535" y="1926"/>
                    <a:pt x="610" y="1900"/>
                    <a:pt x="684" y="1858"/>
                  </a:cubicBezTo>
                  <a:cubicBezTo>
                    <a:pt x="851" y="1761"/>
                    <a:pt x="1018" y="1663"/>
                    <a:pt x="1185" y="1570"/>
                  </a:cubicBezTo>
                  <a:cubicBezTo>
                    <a:pt x="1349" y="1475"/>
                    <a:pt x="1512" y="1382"/>
                    <a:pt x="1672" y="1280"/>
                  </a:cubicBezTo>
                  <a:cubicBezTo>
                    <a:pt x="1822" y="1183"/>
                    <a:pt x="1975" y="1092"/>
                    <a:pt x="2132" y="1009"/>
                  </a:cubicBezTo>
                  <a:cubicBezTo>
                    <a:pt x="2285" y="925"/>
                    <a:pt x="2435" y="834"/>
                    <a:pt x="2585" y="747"/>
                  </a:cubicBezTo>
                  <a:cubicBezTo>
                    <a:pt x="2675" y="699"/>
                    <a:pt x="2737" y="591"/>
                    <a:pt x="2758" y="493"/>
                  </a:cubicBezTo>
                  <a:cubicBezTo>
                    <a:pt x="2783" y="389"/>
                    <a:pt x="2758" y="274"/>
                    <a:pt x="2699" y="183"/>
                  </a:cubicBezTo>
                  <a:cubicBezTo>
                    <a:pt x="2641" y="93"/>
                    <a:pt x="2549" y="30"/>
                    <a:pt x="2445" y="9"/>
                  </a:cubicBezTo>
                  <a:cubicBezTo>
                    <a:pt x="2417" y="3"/>
                    <a:pt x="2389" y="1"/>
                    <a:pt x="23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8"/>
            <p:cNvSpPr/>
            <p:nvPr/>
          </p:nvSpPr>
          <p:spPr>
            <a:xfrm>
              <a:off x="4593100" y="1371879"/>
              <a:ext cx="71472" cy="58866"/>
            </a:xfrm>
            <a:custGeom>
              <a:rect b="b" l="l" r="r" t="t"/>
              <a:pathLst>
                <a:path extrusionOk="0" h="1527" w="1854">
                  <a:moveTo>
                    <a:pt x="1425" y="1"/>
                  </a:moveTo>
                  <a:cubicBezTo>
                    <a:pt x="1357" y="1"/>
                    <a:pt x="1285" y="17"/>
                    <a:pt x="1230" y="52"/>
                  </a:cubicBezTo>
                  <a:cubicBezTo>
                    <a:pt x="1220" y="56"/>
                    <a:pt x="1212" y="63"/>
                    <a:pt x="1206" y="70"/>
                  </a:cubicBezTo>
                  <a:cubicBezTo>
                    <a:pt x="1045" y="195"/>
                    <a:pt x="889" y="324"/>
                    <a:pt x="729" y="449"/>
                  </a:cubicBezTo>
                  <a:cubicBezTo>
                    <a:pt x="652" y="509"/>
                    <a:pt x="576" y="564"/>
                    <a:pt x="492" y="613"/>
                  </a:cubicBezTo>
                  <a:cubicBezTo>
                    <a:pt x="394" y="673"/>
                    <a:pt x="293" y="724"/>
                    <a:pt x="196" y="777"/>
                  </a:cubicBezTo>
                  <a:cubicBezTo>
                    <a:pt x="105" y="825"/>
                    <a:pt x="43" y="937"/>
                    <a:pt x="22" y="1031"/>
                  </a:cubicBezTo>
                  <a:cubicBezTo>
                    <a:pt x="1" y="1139"/>
                    <a:pt x="22" y="1253"/>
                    <a:pt x="81" y="1344"/>
                  </a:cubicBezTo>
                  <a:cubicBezTo>
                    <a:pt x="140" y="1431"/>
                    <a:pt x="234" y="1494"/>
                    <a:pt x="335" y="1518"/>
                  </a:cubicBezTo>
                  <a:cubicBezTo>
                    <a:pt x="362" y="1524"/>
                    <a:pt x="389" y="1527"/>
                    <a:pt x="414" y="1527"/>
                  </a:cubicBezTo>
                  <a:cubicBezTo>
                    <a:pt x="496" y="1527"/>
                    <a:pt x="571" y="1499"/>
                    <a:pt x="648" y="1459"/>
                  </a:cubicBezTo>
                  <a:cubicBezTo>
                    <a:pt x="746" y="1404"/>
                    <a:pt x="847" y="1351"/>
                    <a:pt x="944" y="1295"/>
                  </a:cubicBezTo>
                  <a:cubicBezTo>
                    <a:pt x="1028" y="1247"/>
                    <a:pt x="1105" y="1191"/>
                    <a:pt x="1181" y="1132"/>
                  </a:cubicBezTo>
                  <a:cubicBezTo>
                    <a:pt x="1341" y="1007"/>
                    <a:pt x="1498" y="877"/>
                    <a:pt x="1659" y="749"/>
                  </a:cubicBezTo>
                  <a:cubicBezTo>
                    <a:pt x="1746" y="683"/>
                    <a:pt x="1808" y="606"/>
                    <a:pt x="1832" y="495"/>
                  </a:cubicBezTo>
                  <a:cubicBezTo>
                    <a:pt x="1853" y="387"/>
                    <a:pt x="1832" y="276"/>
                    <a:pt x="1773" y="185"/>
                  </a:cubicBezTo>
                  <a:cubicBezTo>
                    <a:pt x="1714" y="94"/>
                    <a:pt x="1620" y="32"/>
                    <a:pt x="1516" y="11"/>
                  </a:cubicBezTo>
                  <a:cubicBezTo>
                    <a:pt x="1488" y="4"/>
                    <a:pt x="1457" y="1"/>
                    <a:pt x="1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8"/>
            <p:cNvSpPr/>
            <p:nvPr/>
          </p:nvSpPr>
          <p:spPr>
            <a:xfrm>
              <a:off x="4406404" y="1403644"/>
              <a:ext cx="262872" cy="277521"/>
            </a:xfrm>
            <a:custGeom>
              <a:rect b="b" l="l" r="r" t="t"/>
              <a:pathLst>
                <a:path extrusionOk="0" h="7199" w="6819">
                  <a:moveTo>
                    <a:pt x="3674" y="360"/>
                  </a:moveTo>
                  <a:cubicBezTo>
                    <a:pt x="3817" y="367"/>
                    <a:pt x="3960" y="377"/>
                    <a:pt x="4103" y="402"/>
                  </a:cubicBezTo>
                  <a:cubicBezTo>
                    <a:pt x="4245" y="426"/>
                    <a:pt x="4384" y="464"/>
                    <a:pt x="4527" y="503"/>
                  </a:cubicBezTo>
                  <a:cubicBezTo>
                    <a:pt x="4694" y="551"/>
                    <a:pt x="4855" y="614"/>
                    <a:pt x="5008" y="698"/>
                  </a:cubicBezTo>
                  <a:cubicBezTo>
                    <a:pt x="5241" y="840"/>
                    <a:pt x="5450" y="1011"/>
                    <a:pt x="5645" y="1199"/>
                  </a:cubicBezTo>
                  <a:cubicBezTo>
                    <a:pt x="5718" y="1279"/>
                    <a:pt x="5787" y="1359"/>
                    <a:pt x="5850" y="1446"/>
                  </a:cubicBezTo>
                  <a:cubicBezTo>
                    <a:pt x="5906" y="1530"/>
                    <a:pt x="5958" y="1617"/>
                    <a:pt x="6007" y="1704"/>
                  </a:cubicBezTo>
                  <a:cubicBezTo>
                    <a:pt x="6070" y="1819"/>
                    <a:pt x="6129" y="1933"/>
                    <a:pt x="6177" y="2055"/>
                  </a:cubicBezTo>
                  <a:cubicBezTo>
                    <a:pt x="6226" y="2181"/>
                    <a:pt x="6268" y="2303"/>
                    <a:pt x="6303" y="2431"/>
                  </a:cubicBezTo>
                  <a:cubicBezTo>
                    <a:pt x="6341" y="2592"/>
                    <a:pt x="6369" y="2759"/>
                    <a:pt x="6401" y="2923"/>
                  </a:cubicBezTo>
                  <a:cubicBezTo>
                    <a:pt x="6431" y="3097"/>
                    <a:pt x="6449" y="3275"/>
                    <a:pt x="6449" y="3452"/>
                  </a:cubicBezTo>
                  <a:cubicBezTo>
                    <a:pt x="6442" y="3616"/>
                    <a:pt x="6431" y="3779"/>
                    <a:pt x="6407" y="3943"/>
                  </a:cubicBezTo>
                  <a:cubicBezTo>
                    <a:pt x="6380" y="4117"/>
                    <a:pt x="6345" y="4294"/>
                    <a:pt x="6299" y="4465"/>
                  </a:cubicBezTo>
                  <a:cubicBezTo>
                    <a:pt x="6279" y="4531"/>
                    <a:pt x="6258" y="4597"/>
                    <a:pt x="6233" y="4660"/>
                  </a:cubicBezTo>
                  <a:cubicBezTo>
                    <a:pt x="6209" y="4729"/>
                    <a:pt x="6177" y="4795"/>
                    <a:pt x="6150" y="4862"/>
                  </a:cubicBezTo>
                  <a:cubicBezTo>
                    <a:pt x="6094" y="4991"/>
                    <a:pt x="6035" y="5120"/>
                    <a:pt x="5965" y="5242"/>
                  </a:cubicBezTo>
                  <a:cubicBezTo>
                    <a:pt x="5888" y="5364"/>
                    <a:pt x="5805" y="5478"/>
                    <a:pt x="5718" y="5593"/>
                  </a:cubicBezTo>
                  <a:cubicBezTo>
                    <a:pt x="5634" y="5705"/>
                    <a:pt x="5547" y="5812"/>
                    <a:pt x="5453" y="5917"/>
                  </a:cubicBezTo>
                  <a:cubicBezTo>
                    <a:pt x="5363" y="6000"/>
                    <a:pt x="5265" y="6074"/>
                    <a:pt x="5165" y="6147"/>
                  </a:cubicBezTo>
                  <a:cubicBezTo>
                    <a:pt x="5067" y="6213"/>
                    <a:pt x="4969" y="6275"/>
                    <a:pt x="4865" y="6335"/>
                  </a:cubicBezTo>
                  <a:cubicBezTo>
                    <a:pt x="4705" y="6422"/>
                    <a:pt x="4538" y="6502"/>
                    <a:pt x="4371" y="6582"/>
                  </a:cubicBezTo>
                  <a:cubicBezTo>
                    <a:pt x="4210" y="6659"/>
                    <a:pt x="4037" y="6722"/>
                    <a:pt x="3865" y="6770"/>
                  </a:cubicBezTo>
                  <a:cubicBezTo>
                    <a:pt x="3778" y="6791"/>
                    <a:pt x="3691" y="6808"/>
                    <a:pt x="3601" y="6819"/>
                  </a:cubicBezTo>
                  <a:cubicBezTo>
                    <a:pt x="3503" y="6829"/>
                    <a:pt x="3406" y="6836"/>
                    <a:pt x="3309" y="6836"/>
                  </a:cubicBezTo>
                  <a:cubicBezTo>
                    <a:pt x="3246" y="6836"/>
                    <a:pt x="3180" y="6833"/>
                    <a:pt x="3117" y="6826"/>
                  </a:cubicBezTo>
                  <a:cubicBezTo>
                    <a:pt x="3044" y="6815"/>
                    <a:pt x="2974" y="6801"/>
                    <a:pt x="2901" y="6784"/>
                  </a:cubicBezTo>
                  <a:cubicBezTo>
                    <a:pt x="2796" y="6753"/>
                    <a:pt x="2695" y="6714"/>
                    <a:pt x="2598" y="6672"/>
                  </a:cubicBezTo>
                  <a:cubicBezTo>
                    <a:pt x="2501" y="6634"/>
                    <a:pt x="2410" y="6585"/>
                    <a:pt x="2323" y="6537"/>
                  </a:cubicBezTo>
                  <a:cubicBezTo>
                    <a:pt x="2166" y="6439"/>
                    <a:pt x="2017" y="6335"/>
                    <a:pt x="1871" y="6224"/>
                  </a:cubicBezTo>
                  <a:cubicBezTo>
                    <a:pt x="1724" y="6116"/>
                    <a:pt x="1592" y="5983"/>
                    <a:pt x="1463" y="5858"/>
                  </a:cubicBezTo>
                  <a:cubicBezTo>
                    <a:pt x="1342" y="5729"/>
                    <a:pt x="1226" y="5597"/>
                    <a:pt x="1119" y="5457"/>
                  </a:cubicBezTo>
                  <a:cubicBezTo>
                    <a:pt x="1000" y="5304"/>
                    <a:pt x="892" y="5147"/>
                    <a:pt x="794" y="4980"/>
                  </a:cubicBezTo>
                  <a:cubicBezTo>
                    <a:pt x="718" y="4845"/>
                    <a:pt x="648" y="4705"/>
                    <a:pt x="590" y="4556"/>
                  </a:cubicBezTo>
                  <a:cubicBezTo>
                    <a:pt x="527" y="4403"/>
                    <a:pt x="478" y="4242"/>
                    <a:pt x="436" y="4082"/>
                  </a:cubicBezTo>
                  <a:cubicBezTo>
                    <a:pt x="405" y="3953"/>
                    <a:pt x="381" y="3824"/>
                    <a:pt x="370" y="3696"/>
                  </a:cubicBezTo>
                  <a:cubicBezTo>
                    <a:pt x="366" y="3657"/>
                    <a:pt x="363" y="3619"/>
                    <a:pt x="363" y="3580"/>
                  </a:cubicBezTo>
                  <a:lnTo>
                    <a:pt x="363" y="3529"/>
                  </a:lnTo>
                  <a:lnTo>
                    <a:pt x="363" y="3525"/>
                  </a:lnTo>
                  <a:lnTo>
                    <a:pt x="363" y="3508"/>
                  </a:lnTo>
                  <a:lnTo>
                    <a:pt x="363" y="3504"/>
                  </a:lnTo>
                  <a:lnTo>
                    <a:pt x="363" y="3484"/>
                  </a:lnTo>
                  <a:cubicBezTo>
                    <a:pt x="366" y="3455"/>
                    <a:pt x="366" y="3428"/>
                    <a:pt x="366" y="3400"/>
                  </a:cubicBezTo>
                  <a:cubicBezTo>
                    <a:pt x="376" y="3260"/>
                    <a:pt x="412" y="3121"/>
                    <a:pt x="450" y="2985"/>
                  </a:cubicBezTo>
                  <a:cubicBezTo>
                    <a:pt x="495" y="2836"/>
                    <a:pt x="544" y="2690"/>
                    <a:pt x="610" y="2547"/>
                  </a:cubicBezTo>
                  <a:cubicBezTo>
                    <a:pt x="686" y="2383"/>
                    <a:pt x="778" y="2226"/>
                    <a:pt x="868" y="2070"/>
                  </a:cubicBezTo>
                  <a:cubicBezTo>
                    <a:pt x="885" y="2042"/>
                    <a:pt x="885" y="2004"/>
                    <a:pt x="882" y="1969"/>
                  </a:cubicBezTo>
                  <a:cubicBezTo>
                    <a:pt x="913" y="1917"/>
                    <a:pt x="948" y="1864"/>
                    <a:pt x="986" y="1816"/>
                  </a:cubicBezTo>
                  <a:cubicBezTo>
                    <a:pt x="1049" y="1735"/>
                    <a:pt x="1115" y="1659"/>
                    <a:pt x="1188" y="1589"/>
                  </a:cubicBezTo>
                  <a:cubicBezTo>
                    <a:pt x="1369" y="1415"/>
                    <a:pt x="1557" y="1244"/>
                    <a:pt x="1755" y="1088"/>
                  </a:cubicBezTo>
                  <a:cubicBezTo>
                    <a:pt x="1957" y="927"/>
                    <a:pt x="2177" y="789"/>
                    <a:pt x="2400" y="659"/>
                  </a:cubicBezTo>
                  <a:cubicBezTo>
                    <a:pt x="2486" y="614"/>
                    <a:pt x="2574" y="572"/>
                    <a:pt x="2664" y="534"/>
                  </a:cubicBezTo>
                  <a:cubicBezTo>
                    <a:pt x="2758" y="496"/>
                    <a:pt x="2856" y="468"/>
                    <a:pt x="2954" y="440"/>
                  </a:cubicBezTo>
                  <a:cubicBezTo>
                    <a:pt x="3068" y="413"/>
                    <a:pt x="3187" y="392"/>
                    <a:pt x="3305" y="377"/>
                  </a:cubicBezTo>
                  <a:cubicBezTo>
                    <a:pt x="3427" y="363"/>
                    <a:pt x="3549" y="360"/>
                    <a:pt x="3674" y="360"/>
                  </a:cubicBezTo>
                  <a:close/>
                  <a:moveTo>
                    <a:pt x="3578" y="1"/>
                  </a:moveTo>
                  <a:cubicBezTo>
                    <a:pt x="3409" y="1"/>
                    <a:pt x="3241" y="12"/>
                    <a:pt x="3071" y="43"/>
                  </a:cubicBezTo>
                  <a:cubicBezTo>
                    <a:pt x="2967" y="64"/>
                    <a:pt x="2862" y="92"/>
                    <a:pt x="2758" y="120"/>
                  </a:cubicBezTo>
                  <a:cubicBezTo>
                    <a:pt x="2671" y="141"/>
                    <a:pt x="2584" y="172"/>
                    <a:pt x="2501" y="207"/>
                  </a:cubicBezTo>
                  <a:cubicBezTo>
                    <a:pt x="2323" y="283"/>
                    <a:pt x="2156" y="381"/>
                    <a:pt x="1993" y="482"/>
                  </a:cubicBezTo>
                  <a:cubicBezTo>
                    <a:pt x="1985" y="489"/>
                    <a:pt x="1975" y="492"/>
                    <a:pt x="1964" y="499"/>
                  </a:cubicBezTo>
                  <a:cubicBezTo>
                    <a:pt x="1811" y="593"/>
                    <a:pt x="1662" y="698"/>
                    <a:pt x="1522" y="810"/>
                  </a:cubicBezTo>
                  <a:cubicBezTo>
                    <a:pt x="1379" y="924"/>
                    <a:pt x="1241" y="1046"/>
                    <a:pt x="1108" y="1171"/>
                  </a:cubicBezTo>
                  <a:cubicBezTo>
                    <a:pt x="948" y="1314"/>
                    <a:pt x="788" y="1467"/>
                    <a:pt x="662" y="1645"/>
                  </a:cubicBezTo>
                  <a:cubicBezTo>
                    <a:pt x="600" y="1732"/>
                    <a:pt x="540" y="1826"/>
                    <a:pt x="488" y="1923"/>
                  </a:cubicBezTo>
                  <a:cubicBezTo>
                    <a:pt x="460" y="1969"/>
                    <a:pt x="439" y="2017"/>
                    <a:pt x="418" y="2066"/>
                  </a:cubicBezTo>
                  <a:cubicBezTo>
                    <a:pt x="412" y="2080"/>
                    <a:pt x="405" y="2094"/>
                    <a:pt x="397" y="2111"/>
                  </a:cubicBezTo>
                  <a:cubicBezTo>
                    <a:pt x="391" y="2139"/>
                    <a:pt x="381" y="2167"/>
                    <a:pt x="381" y="2198"/>
                  </a:cubicBezTo>
                  <a:cubicBezTo>
                    <a:pt x="335" y="2282"/>
                    <a:pt x="293" y="2365"/>
                    <a:pt x="251" y="2456"/>
                  </a:cubicBezTo>
                  <a:cubicBezTo>
                    <a:pt x="172" y="2637"/>
                    <a:pt x="112" y="2828"/>
                    <a:pt x="67" y="3024"/>
                  </a:cubicBezTo>
                  <a:cubicBezTo>
                    <a:pt x="42" y="3114"/>
                    <a:pt x="21" y="3208"/>
                    <a:pt x="15" y="3302"/>
                  </a:cubicBezTo>
                  <a:cubicBezTo>
                    <a:pt x="8" y="3347"/>
                    <a:pt x="5" y="3392"/>
                    <a:pt x="5" y="3438"/>
                  </a:cubicBezTo>
                  <a:lnTo>
                    <a:pt x="5" y="3448"/>
                  </a:lnTo>
                  <a:cubicBezTo>
                    <a:pt x="0" y="3455"/>
                    <a:pt x="0" y="3466"/>
                    <a:pt x="0" y="3476"/>
                  </a:cubicBezTo>
                  <a:lnTo>
                    <a:pt x="0" y="3521"/>
                  </a:lnTo>
                  <a:lnTo>
                    <a:pt x="0" y="3556"/>
                  </a:lnTo>
                  <a:lnTo>
                    <a:pt x="0" y="3636"/>
                  </a:lnTo>
                  <a:cubicBezTo>
                    <a:pt x="5" y="3734"/>
                    <a:pt x="18" y="3834"/>
                    <a:pt x="36" y="3929"/>
                  </a:cubicBezTo>
                  <a:cubicBezTo>
                    <a:pt x="50" y="4030"/>
                    <a:pt x="74" y="4127"/>
                    <a:pt x="98" y="4221"/>
                  </a:cubicBezTo>
                  <a:cubicBezTo>
                    <a:pt x="126" y="4322"/>
                    <a:pt x="154" y="4419"/>
                    <a:pt x="185" y="4517"/>
                  </a:cubicBezTo>
                  <a:cubicBezTo>
                    <a:pt x="244" y="4699"/>
                    <a:pt x="328" y="4872"/>
                    <a:pt x="415" y="5039"/>
                  </a:cubicBezTo>
                  <a:cubicBezTo>
                    <a:pt x="596" y="5388"/>
                    <a:pt x="833" y="5708"/>
                    <a:pt x="1098" y="5997"/>
                  </a:cubicBezTo>
                  <a:cubicBezTo>
                    <a:pt x="1233" y="6147"/>
                    <a:pt x="1387" y="6286"/>
                    <a:pt x="1536" y="6422"/>
                  </a:cubicBezTo>
                  <a:cubicBezTo>
                    <a:pt x="1686" y="6550"/>
                    <a:pt x="1850" y="6662"/>
                    <a:pt x="2010" y="6767"/>
                  </a:cubicBezTo>
                  <a:cubicBezTo>
                    <a:pt x="2173" y="6871"/>
                    <a:pt x="2344" y="6968"/>
                    <a:pt x="2525" y="7035"/>
                  </a:cubicBezTo>
                  <a:cubicBezTo>
                    <a:pt x="2623" y="7073"/>
                    <a:pt x="2724" y="7111"/>
                    <a:pt x="2825" y="7139"/>
                  </a:cubicBezTo>
                  <a:cubicBezTo>
                    <a:pt x="2870" y="7149"/>
                    <a:pt x="2915" y="7160"/>
                    <a:pt x="2964" y="7170"/>
                  </a:cubicBezTo>
                  <a:cubicBezTo>
                    <a:pt x="3009" y="7177"/>
                    <a:pt x="3058" y="7185"/>
                    <a:pt x="3106" y="7191"/>
                  </a:cubicBezTo>
                  <a:cubicBezTo>
                    <a:pt x="3166" y="7197"/>
                    <a:pt x="3225" y="7199"/>
                    <a:pt x="3284" y="7199"/>
                  </a:cubicBezTo>
                  <a:cubicBezTo>
                    <a:pt x="3329" y="7199"/>
                    <a:pt x="3374" y="7198"/>
                    <a:pt x="3420" y="7198"/>
                  </a:cubicBezTo>
                  <a:cubicBezTo>
                    <a:pt x="3507" y="7195"/>
                    <a:pt x="3598" y="7185"/>
                    <a:pt x="3685" y="7174"/>
                  </a:cubicBezTo>
                  <a:cubicBezTo>
                    <a:pt x="3786" y="7164"/>
                    <a:pt x="3890" y="7139"/>
                    <a:pt x="3991" y="7111"/>
                  </a:cubicBezTo>
                  <a:cubicBezTo>
                    <a:pt x="4082" y="7083"/>
                    <a:pt x="4172" y="7056"/>
                    <a:pt x="4259" y="7024"/>
                  </a:cubicBezTo>
                  <a:cubicBezTo>
                    <a:pt x="4433" y="6955"/>
                    <a:pt x="4604" y="6875"/>
                    <a:pt x="4771" y="6791"/>
                  </a:cubicBezTo>
                  <a:cubicBezTo>
                    <a:pt x="4868" y="6746"/>
                    <a:pt x="4962" y="6697"/>
                    <a:pt x="5053" y="6641"/>
                  </a:cubicBezTo>
                  <a:cubicBezTo>
                    <a:pt x="5133" y="6600"/>
                    <a:pt x="5213" y="6554"/>
                    <a:pt x="5286" y="6502"/>
                  </a:cubicBezTo>
                  <a:cubicBezTo>
                    <a:pt x="5369" y="6446"/>
                    <a:pt x="5446" y="6391"/>
                    <a:pt x="5526" y="6331"/>
                  </a:cubicBezTo>
                  <a:cubicBezTo>
                    <a:pt x="5610" y="6265"/>
                    <a:pt x="5690" y="6192"/>
                    <a:pt x="5763" y="6116"/>
                  </a:cubicBezTo>
                  <a:cubicBezTo>
                    <a:pt x="5892" y="5980"/>
                    <a:pt x="6004" y="5827"/>
                    <a:pt x="6111" y="5673"/>
                  </a:cubicBezTo>
                  <a:cubicBezTo>
                    <a:pt x="6174" y="5586"/>
                    <a:pt x="6237" y="5496"/>
                    <a:pt x="6293" y="5401"/>
                  </a:cubicBezTo>
                  <a:cubicBezTo>
                    <a:pt x="6341" y="5318"/>
                    <a:pt x="6383" y="5231"/>
                    <a:pt x="6421" y="5141"/>
                  </a:cubicBezTo>
                  <a:cubicBezTo>
                    <a:pt x="6497" y="4977"/>
                    <a:pt x="6574" y="4806"/>
                    <a:pt x="6627" y="4633"/>
                  </a:cubicBezTo>
                  <a:cubicBezTo>
                    <a:pt x="6741" y="4260"/>
                    <a:pt x="6797" y="3870"/>
                    <a:pt x="6811" y="3484"/>
                  </a:cubicBezTo>
                  <a:cubicBezTo>
                    <a:pt x="6818" y="3281"/>
                    <a:pt x="6797" y="3082"/>
                    <a:pt x="6762" y="2888"/>
                  </a:cubicBezTo>
                  <a:cubicBezTo>
                    <a:pt x="6727" y="2693"/>
                    <a:pt x="6693" y="2497"/>
                    <a:pt x="6644" y="2309"/>
                  </a:cubicBezTo>
                  <a:cubicBezTo>
                    <a:pt x="6619" y="2219"/>
                    <a:pt x="6592" y="2129"/>
                    <a:pt x="6560" y="2038"/>
                  </a:cubicBezTo>
                  <a:cubicBezTo>
                    <a:pt x="6529" y="1954"/>
                    <a:pt x="6497" y="1875"/>
                    <a:pt x="6460" y="1795"/>
                  </a:cubicBezTo>
                  <a:cubicBezTo>
                    <a:pt x="6380" y="1613"/>
                    <a:pt x="6279" y="1443"/>
                    <a:pt x="6174" y="1279"/>
                  </a:cubicBezTo>
                  <a:cubicBezTo>
                    <a:pt x="6066" y="1109"/>
                    <a:pt x="5927" y="969"/>
                    <a:pt x="5780" y="834"/>
                  </a:cubicBezTo>
                  <a:cubicBezTo>
                    <a:pt x="5645" y="705"/>
                    <a:pt x="5495" y="586"/>
                    <a:pt x="5338" y="479"/>
                  </a:cubicBezTo>
                  <a:cubicBezTo>
                    <a:pt x="5258" y="423"/>
                    <a:pt x="5171" y="367"/>
                    <a:pt x="5081" y="325"/>
                  </a:cubicBezTo>
                  <a:cubicBezTo>
                    <a:pt x="4990" y="283"/>
                    <a:pt x="4896" y="245"/>
                    <a:pt x="4802" y="210"/>
                  </a:cubicBezTo>
                  <a:cubicBezTo>
                    <a:pt x="4708" y="175"/>
                    <a:pt x="4607" y="151"/>
                    <a:pt x="4509" y="123"/>
                  </a:cubicBezTo>
                  <a:cubicBezTo>
                    <a:pt x="4423" y="99"/>
                    <a:pt x="4336" y="78"/>
                    <a:pt x="4249" y="61"/>
                  </a:cubicBezTo>
                  <a:cubicBezTo>
                    <a:pt x="4050" y="22"/>
                    <a:pt x="3849" y="5"/>
                    <a:pt x="3646" y="1"/>
                  </a:cubicBezTo>
                  <a:cubicBezTo>
                    <a:pt x="3624" y="1"/>
                    <a:pt x="3601" y="1"/>
                    <a:pt x="35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8"/>
            <p:cNvSpPr/>
            <p:nvPr/>
          </p:nvSpPr>
          <p:spPr>
            <a:xfrm>
              <a:off x="4313963" y="1332597"/>
              <a:ext cx="164570" cy="112412"/>
            </a:xfrm>
            <a:custGeom>
              <a:rect b="b" l="l" r="r" t="t"/>
              <a:pathLst>
                <a:path extrusionOk="0" h="2916" w="4269">
                  <a:moveTo>
                    <a:pt x="1438" y="1"/>
                  </a:moveTo>
                  <a:cubicBezTo>
                    <a:pt x="1407" y="1"/>
                    <a:pt x="1376" y="3"/>
                    <a:pt x="1344" y="9"/>
                  </a:cubicBezTo>
                  <a:cubicBezTo>
                    <a:pt x="1243" y="30"/>
                    <a:pt x="1142" y="69"/>
                    <a:pt x="1045" y="107"/>
                  </a:cubicBezTo>
                  <a:cubicBezTo>
                    <a:pt x="961" y="138"/>
                    <a:pt x="878" y="180"/>
                    <a:pt x="797" y="225"/>
                  </a:cubicBezTo>
                  <a:cubicBezTo>
                    <a:pt x="727" y="263"/>
                    <a:pt x="658" y="305"/>
                    <a:pt x="592" y="347"/>
                  </a:cubicBezTo>
                  <a:cubicBezTo>
                    <a:pt x="571" y="358"/>
                    <a:pt x="550" y="371"/>
                    <a:pt x="529" y="385"/>
                  </a:cubicBezTo>
                  <a:cubicBezTo>
                    <a:pt x="446" y="438"/>
                    <a:pt x="365" y="497"/>
                    <a:pt x="285" y="553"/>
                  </a:cubicBezTo>
                  <a:cubicBezTo>
                    <a:pt x="216" y="605"/>
                    <a:pt x="142" y="654"/>
                    <a:pt x="76" y="713"/>
                  </a:cubicBezTo>
                  <a:cubicBezTo>
                    <a:pt x="42" y="744"/>
                    <a:pt x="14" y="779"/>
                    <a:pt x="7" y="827"/>
                  </a:cubicBezTo>
                  <a:cubicBezTo>
                    <a:pt x="0" y="877"/>
                    <a:pt x="14" y="929"/>
                    <a:pt x="42" y="967"/>
                  </a:cubicBezTo>
                  <a:cubicBezTo>
                    <a:pt x="76" y="1011"/>
                    <a:pt x="135" y="1039"/>
                    <a:pt x="194" y="1039"/>
                  </a:cubicBezTo>
                  <a:cubicBezTo>
                    <a:pt x="231" y="1039"/>
                    <a:pt x="267" y="1028"/>
                    <a:pt x="296" y="1002"/>
                  </a:cubicBezTo>
                  <a:cubicBezTo>
                    <a:pt x="390" y="919"/>
                    <a:pt x="494" y="848"/>
                    <a:pt x="599" y="776"/>
                  </a:cubicBezTo>
                  <a:cubicBezTo>
                    <a:pt x="710" y="699"/>
                    <a:pt x="822" y="626"/>
                    <a:pt x="940" y="559"/>
                  </a:cubicBezTo>
                  <a:cubicBezTo>
                    <a:pt x="1082" y="483"/>
                    <a:pt x="1229" y="421"/>
                    <a:pt x="1386" y="371"/>
                  </a:cubicBezTo>
                  <a:cubicBezTo>
                    <a:pt x="1407" y="368"/>
                    <a:pt x="1427" y="365"/>
                    <a:pt x="1452" y="361"/>
                  </a:cubicBezTo>
                  <a:cubicBezTo>
                    <a:pt x="1487" y="368"/>
                    <a:pt x="1521" y="375"/>
                    <a:pt x="1553" y="382"/>
                  </a:cubicBezTo>
                  <a:cubicBezTo>
                    <a:pt x="1646" y="413"/>
                    <a:pt x="1737" y="445"/>
                    <a:pt x="1831" y="476"/>
                  </a:cubicBezTo>
                  <a:cubicBezTo>
                    <a:pt x="1922" y="504"/>
                    <a:pt x="2012" y="532"/>
                    <a:pt x="2103" y="559"/>
                  </a:cubicBezTo>
                  <a:cubicBezTo>
                    <a:pt x="2207" y="591"/>
                    <a:pt x="2312" y="622"/>
                    <a:pt x="2413" y="657"/>
                  </a:cubicBezTo>
                  <a:cubicBezTo>
                    <a:pt x="2493" y="685"/>
                    <a:pt x="2570" y="716"/>
                    <a:pt x="2646" y="755"/>
                  </a:cubicBezTo>
                  <a:cubicBezTo>
                    <a:pt x="2657" y="768"/>
                    <a:pt x="2667" y="782"/>
                    <a:pt x="2674" y="800"/>
                  </a:cubicBezTo>
                  <a:cubicBezTo>
                    <a:pt x="2698" y="835"/>
                    <a:pt x="2719" y="869"/>
                    <a:pt x="2740" y="901"/>
                  </a:cubicBezTo>
                  <a:cubicBezTo>
                    <a:pt x="2785" y="977"/>
                    <a:pt x="2834" y="1054"/>
                    <a:pt x="2879" y="1131"/>
                  </a:cubicBezTo>
                  <a:cubicBezTo>
                    <a:pt x="2977" y="1287"/>
                    <a:pt x="3071" y="1444"/>
                    <a:pt x="3168" y="1600"/>
                  </a:cubicBezTo>
                  <a:cubicBezTo>
                    <a:pt x="3364" y="1914"/>
                    <a:pt x="3558" y="2231"/>
                    <a:pt x="3753" y="2548"/>
                  </a:cubicBezTo>
                  <a:cubicBezTo>
                    <a:pt x="3816" y="2645"/>
                    <a:pt x="3875" y="2746"/>
                    <a:pt x="3938" y="2844"/>
                  </a:cubicBezTo>
                  <a:cubicBezTo>
                    <a:pt x="3959" y="2882"/>
                    <a:pt x="4011" y="2907"/>
                    <a:pt x="4053" y="2913"/>
                  </a:cubicBezTo>
                  <a:cubicBezTo>
                    <a:pt x="4062" y="2915"/>
                    <a:pt x="4072" y="2915"/>
                    <a:pt x="4081" y="2915"/>
                  </a:cubicBezTo>
                  <a:cubicBezTo>
                    <a:pt x="4121" y="2915"/>
                    <a:pt x="4161" y="2904"/>
                    <a:pt x="4192" y="2878"/>
                  </a:cubicBezTo>
                  <a:cubicBezTo>
                    <a:pt x="4227" y="2851"/>
                    <a:pt x="4254" y="2809"/>
                    <a:pt x="4262" y="2760"/>
                  </a:cubicBezTo>
                  <a:cubicBezTo>
                    <a:pt x="4269" y="2708"/>
                    <a:pt x="4251" y="2666"/>
                    <a:pt x="4227" y="2624"/>
                  </a:cubicBezTo>
                  <a:cubicBezTo>
                    <a:pt x="3827" y="1980"/>
                    <a:pt x="3430" y="1336"/>
                    <a:pt x="3033" y="689"/>
                  </a:cubicBezTo>
                  <a:cubicBezTo>
                    <a:pt x="3015" y="657"/>
                    <a:pt x="2994" y="626"/>
                    <a:pt x="2977" y="598"/>
                  </a:cubicBezTo>
                  <a:cubicBezTo>
                    <a:pt x="2959" y="570"/>
                    <a:pt x="2946" y="543"/>
                    <a:pt x="2925" y="517"/>
                  </a:cubicBezTo>
                  <a:cubicBezTo>
                    <a:pt x="2907" y="501"/>
                    <a:pt x="2890" y="483"/>
                    <a:pt x="2872" y="469"/>
                  </a:cubicBezTo>
                  <a:cubicBezTo>
                    <a:pt x="2848" y="448"/>
                    <a:pt x="2820" y="434"/>
                    <a:pt x="2792" y="421"/>
                  </a:cubicBezTo>
                  <a:cubicBezTo>
                    <a:pt x="2754" y="403"/>
                    <a:pt x="2712" y="385"/>
                    <a:pt x="2674" y="368"/>
                  </a:cubicBezTo>
                  <a:cubicBezTo>
                    <a:pt x="2500" y="302"/>
                    <a:pt x="2319" y="246"/>
                    <a:pt x="2138" y="194"/>
                  </a:cubicBezTo>
                  <a:cubicBezTo>
                    <a:pt x="1964" y="141"/>
                    <a:pt x="1793" y="75"/>
                    <a:pt x="1619" y="27"/>
                  </a:cubicBezTo>
                  <a:cubicBezTo>
                    <a:pt x="1559" y="11"/>
                    <a:pt x="1499" y="1"/>
                    <a:pt x="1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8"/>
            <p:cNvSpPr/>
            <p:nvPr/>
          </p:nvSpPr>
          <p:spPr>
            <a:xfrm>
              <a:off x="4418355" y="1272113"/>
              <a:ext cx="162334" cy="115997"/>
            </a:xfrm>
            <a:custGeom>
              <a:rect b="b" l="l" r="r" t="t"/>
              <a:pathLst>
                <a:path extrusionOk="0" h="3009" w="4211">
                  <a:moveTo>
                    <a:pt x="3386" y="0"/>
                  </a:moveTo>
                  <a:cubicBezTo>
                    <a:pt x="3266" y="0"/>
                    <a:pt x="3148" y="32"/>
                    <a:pt x="3040" y="81"/>
                  </a:cubicBezTo>
                  <a:cubicBezTo>
                    <a:pt x="2946" y="119"/>
                    <a:pt x="2859" y="169"/>
                    <a:pt x="2772" y="224"/>
                  </a:cubicBezTo>
                  <a:cubicBezTo>
                    <a:pt x="2699" y="269"/>
                    <a:pt x="2626" y="318"/>
                    <a:pt x="2549" y="367"/>
                  </a:cubicBezTo>
                  <a:cubicBezTo>
                    <a:pt x="2247" y="572"/>
                    <a:pt x="1951" y="788"/>
                    <a:pt x="1644" y="993"/>
                  </a:cubicBezTo>
                  <a:cubicBezTo>
                    <a:pt x="1515" y="1077"/>
                    <a:pt x="1387" y="1157"/>
                    <a:pt x="1254" y="1244"/>
                  </a:cubicBezTo>
                  <a:cubicBezTo>
                    <a:pt x="1132" y="1321"/>
                    <a:pt x="1011" y="1405"/>
                    <a:pt x="889" y="1485"/>
                  </a:cubicBezTo>
                  <a:cubicBezTo>
                    <a:pt x="763" y="1564"/>
                    <a:pt x="638" y="1644"/>
                    <a:pt x="516" y="1728"/>
                  </a:cubicBezTo>
                  <a:cubicBezTo>
                    <a:pt x="376" y="1826"/>
                    <a:pt x="234" y="1924"/>
                    <a:pt x="95" y="2020"/>
                  </a:cubicBezTo>
                  <a:cubicBezTo>
                    <a:pt x="15" y="2076"/>
                    <a:pt x="0" y="2198"/>
                    <a:pt x="60" y="2274"/>
                  </a:cubicBezTo>
                  <a:cubicBezTo>
                    <a:pt x="96" y="2321"/>
                    <a:pt x="150" y="2345"/>
                    <a:pt x="204" y="2345"/>
                  </a:cubicBezTo>
                  <a:cubicBezTo>
                    <a:pt x="242" y="2345"/>
                    <a:pt x="280" y="2333"/>
                    <a:pt x="314" y="2310"/>
                  </a:cubicBezTo>
                  <a:cubicBezTo>
                    <a:pt x="481" y="2195"/>
                    <a:pt x="648" y="2076"/>
                    <a:pt x="819" y="1961"/>
                  </a:cubicBezTo>
                  <a:cubicBezTo>
                    <a:pt x="976" y="1857"/>
                    <a:pt x="1136" y="1756"/>
                    <a:pt x="1296" y="1652"/>
                  </a:cubicBezTo>
                  <a:cubicBezTo>
                    <a:pt x="1449" y="1551"/>
                    <a:pt x="1602" y="1450"/>
                    <a:pt x="1759" y="1352"/>
                  </a:cubicBezTo>
                  <a:cubicBezTo>
                    <a:pt x="1916" y="1251"/>
                    <a:pt x="2065" y="1143"/>
                    <a:pt x="2215" y="1039"/>
                  </a:cubicBezTo>
                  <a:cubicBezTo>
                    <a:pt x="2358" y="942"/>
                    <a:pt x="2504" y="841"/>
                    <a:pt x="2647" y="743"/>
                  </a:cubicBezTo>
                  <a:cubicBezTo>
                    <a:pt x="2782" y="649"/>
                    <a:pt x="2922" y="555"/>
                    <a:pt x="3065" y="471"/>
                  </a:cubicBezTo>
                  <a:cubicBezTo>
                    <a:pt x="3096" y="454"/>
                    <a:pt x="3127" y="436"/>
                    <a:pt x="3162" y="423"/>
                  </a:cubicBezTo>
                  <a:cubicBezTo>
                    <a:pt x="3204" y="405"/>
                    <a:pt x="3249" y="388"/>
                    <a:pt x="3295" y="373"/>
                  </a:cubicBezTo>
                  <a:cubicBezTo>
                    <a:pt x="3325" y="367"/>
                    <a:pt x="3357" y="363"/>
                    <a:pt x="3388" y="363"/>
                  </a:cubicBezTo>
                  <a:cubicBezTo>
                    <a:pt x="3423" y="367"/>
                    <a:pt x="3458" y="373"/>
                    <a:pt x="3489" y="381"/>
                  </a:cubicBezTo>
                  <a:cubicBezTo>
                    <a:pt x="3524" y="391"/>
                    <a:pt x="3559" y="405"/>
                    <a:pt x="3594" y="423"/>
                  </a:cubicBezTo>
                  <a:cubicBezTo>
                    <a:pt x="3646" y="461"/>
                    <a:pt x="3698" y="503"/>
                    <a:pt x="3747" y="548"/>
                  </a:cubicBezTo>
                  <a:cubicBezTo>
                    <a:pt x="3775" y="576"/>
                    <a:pt x="3799" y="603"/>
                    <a:pt x="3820" y="635"/>
                  </a:cubicBezTo>
                  <a:cubicBezTo>
                    <a:pt x="3789" y="663"/>
                    <a:pt x="3757" y="687"/>
                    <a:pt x="3722" y="712"/>
                  </a:cubicBezTo>
                  <a:cubicBezTo>
                    <a:pt x="3674" y="746"/>
                    <a:pt x="3625" y="781"/>
                    <a:pt x="3576" y="816"/>
                  </a:cubicBezTo>
                  <a:cubicBezTo>
                    <a:pt x="3486" y="882"/>
                    <a:pt x="3392" y="945"/>
                    <a:pt x="3295" y="1000"/>
                  </a:cubicBezTo>
                  <a:cubicBezTo>
                    <a:pt x="3137" y="1088"/>
                    <a:pt x="2974" y="1164"/>
                    <a:pt x="2814" y="1241"/>
                  </a:cubicBezTo>
                  <a:cubicBezTo>
                    <a:pt x="2720" y="1286"/>
                    <a:pt x="2629" y="1331"/>
                    <a:pt x="2539" y="1384"/>
                  </a:cubicBezTo>
                  <a:cubicBezTo>
                    <a:pt x="2441" y="1436"/>
                    <a:pt x="2340" y="1495"/>
                    <a:pt x="2243" y="1551"/>
                  </a:cubicBezTo>
                  <a:cubicBezTo>
                    <a:pt x="2093" y="1634"/>
                    <a:pt x="1943" y="1710"/>
                    <a:pt x="1797" y="1798"/>
                  </a:cubicBezTo>
                  <a:cubicBezTo>
                    <a:pt x="1647" y="1888"/>
                    <a:pt x="1498" y="1979"/>
                    <a:pt x="1358" y="2080"/>
                  </a:cubicBezTo>
                  <a:cubicBezTo>
                    <a:pt x="1220" y="2181"/>
                    <a:pt x="1077" y="2274"/>
                    <a:pt x="941" y="2376"/>
                  </a:cubicBezTo>
                  <a:cubicBezTo>
                    <a:pt x="812" y="2473"/>
                    <a:pt x="687" y="2578"/>
                    <a:pt x="561" y="2682"/>
                  </a:cubicBezTo>
                  <a:cubicBezTo>
                    <a:pt x="484" y="2745"/>
                    <a:pt x="463" y="2856"/>
                    <a:pt x="526" y="2936"/>
                  </a:cubicBezTo>
                  <a:cubicBezTo>
                    <a:pt x="562" y="2982"/>
                    <a:pt x="618" y="3008"/>
                    <a:pt x="675" y="3008"/>
                  </a:cubicBezTo>
                  <a:cubicBezTo>
                    <a:pt x="712" y="3008"/>
                    <a:pt x="750" y="2997"/>
                    <a:pt x="781" y="2971"/>
                  </a:cubicBezTo>
                  <a:cubicBezTo>
                    <a:pt x="881" y="2888"/>
                    <a:pt x="986" y="2804"/>
                    <a:pt x="1090" y="2721"/>
                  </a:cubicBezTo>
                  <a:cubicBezTo>
                    <a:pt x="1202" y="2634"/>
                    <a:pt x="1320" y="2554"/>
                    <a:pt x="1435" y="2473"/>
                  </a:cubicBezTo>
                  <a:cubicBezTo>
                    <a:pt x="1554" y="2390"/>
                    <a:pt x="1665" y="2306"/>
                    <a:pt x="1784" y="2229"/>
                  </a:cubicBezTo>
                  <a:cubicBezTo>
                    <a:pt x="1898" y="2157"/>
                    <a:pt x="2017" y="2086"/>
                    <a:pt x="2135" y="2020"/>
                  </a:cubicBezTo>
                  <a:cubicBezTo>
                    <a:pt x="2208" y="1979"/>
                    <a:pt x="2288" y="1937"/>
                    <a:pt x="2361" y="1895"/>
                  </a:cubicBezTo>
                  <a:cubicBezTo>
                    <a:pt x="2456" y="1847"/>
                    <a:pt x="2546" y="1794"/>
                    <a:pt x="2636" y="1739"/>
                  </a:cubicBezTo>
                  <a:cubicBezTo>
                    <a:pt x="2796" y="1652"/>
                    <a:pt x="2960" y="1575"/>
                    <a:pt x="3124" y="1495"/>
                  </a:cubicBezTo>
                  <a:cubicBezTo>
                    <a:pt x="3298" y="1411"/>
                    <a:pt x="3468" y="1321"/>
                    <a:pt x="3632" y="1220"/>
                  </a:cubicBezTo>
                  <a:cubicBezTo>
                    <a:pt x="3712" y="1167"/>
                    <a:pt x="3789" y="1115"/>
                    <a:pt x="3865" y="1059"/>
                  </a:cubicBezTo>
                  <a:cubicBezTo>
                    <a:pt x="3931" y="1008"/>
                    <a:pt x="4005" y="958"/>
                    <a:pt x="4064" y="903"/>
                  </a:cubicBezTo>
                  <a:cubicBezTo>
                    <a:pt x="4088" y="882"/>
                    <a:pt x="4109" y="858"/>
                    <a:pt x="4133" y="833"/>
                  </a:cubicBezTo>
                  <a:cubicBezTo>
                    <a:pt x="4169" y="791"/>
                    <a:pt x="4186" y="743"/>
                    <a:pt x="4199" y="687"/>
                  </a:cubicBezTo>
                  <a:cubicBezTo>
                    <a:pt x="4210" y="642"/>
                    <a:pt x="4196" y="590"/>
                    <a:pt x="4186" y="545"/>
                  </a:cubicBezTo>
                  <a:cubicBezTo>
                    <a:pt x="4175" y="516"/>
                    <a:pt x="4154" y="485"/>
                    <a:pt x="4140" y="461"/>
                  </a:cubicBezTo>
                  <a:cubicBezTo>
                    <a:pt x="4092" y="384"/>
                    <a:pt x="4029" y="318"/>
                    <a:pt x="3966" y="256"/>
                  </a:cubicBezTo>
                  <a:cubicBezTo>
                    <a:pt x="3935" y="224"/>
                    <a:pt x="3900" y="200"/>
                    <a:pt x="3865" y="172"/>
                  </a:cubicBezTo>
                  <a:cubicBezTo>
                    <a:pt x="3823" y="140"/>
                    <a:pt x="3775" y="113"/>
                    <a:pt x="3730" y="85"/>
                  </a:cubicBezTo>
                  <a:cubicBezTo>
                    <a:pt x="3671" y="53"/>
                    <a:pt x="3601" y="36"/>
                    <a:pt x="3539" y="18"/>
                  </a:cubicBezTo>
                  <a:cubicBezTo>
                    <a:pt x="3488" y="6"/>
                    <a:pt x="3437" y="0"/>
                    <a:pt x="33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8"/>
            <p:cNvSpPr/>
            <p:nvPr/>
          </p:nvSpPr>
          <p:spPr>
            <a:xfrm>
              <a:off x="4442795" y="1438878"/>
              <a:ext cx="194253" cy="209442"/>
            </a:xfrm>
            <a:custGeom>
              <a:rect b="b" l="l" r="r" t="t"/>
              <a:pathLst>
                <a:path extrusionOk="0" h="5433" w="5039">
                  <a:moveTo>
                    <a:pt x="3109" y="445"/>
                  </a:moveTo>
                  <a:lnTo>
                    <a:pt x="3109" y="445"/>
                  </a:lnTo>
                  <a:cubicBezTo>
                    <a:pt x="3111" y="446"/>
                    <a:pt x="3113" y="446"/>
                    <a:pt x="3115" y="447"/>
                  </a:cubicBezTo>
                  <a:lnTo>
                    <a:pt x="3115" y="447"/>
                  </a:lnTo>
                  <a:cubicBezTo>
                    <a:pt x="3113" y="447"/>
                    <a:pt x="3111" y="446"/>
                    <a:pt x="3109" y="445"/>
                  </a:cubicBezTo>
                  <a:close/>
                  <a:moveTo>
                    <a:pt x="3116" y="448"/>
                  </a:moveTo>
                  <a:cubicBezTo>
                    <a:pt x="3117" y="448"/>
                    <a:pt x="3117" y="449"/>
                    <a:pt x="3117" y="449"/>
                  </a:cubicBezTo>
                  <a:lnTo>
                    <a:pt x="3120" y="449"/>
                  </a:lnTo>
                  <a:cubicBezTo>
                    <a:pt x="3119" y="449"/>
                    <a:pt x="3118" y="449"/>
                    <a:pt x="3116" y="448"/>
                  </a:cubicBezTo>
                  <a:close/>
                  <a:moveTo>
                    <a:pt x="2667" y="365"/>
                  </a:moveTo>
                  <a:cubicBezTo>
                    <a:pt x="2817" y="372"/>
                    <a:pt x="2966" y="405"/>
                    <a:pt x="3109" y="445"/>
                  </a:cubicBezTo>
                  <a:lnTo>
                    <a:pt x="3109" y="445"/>
                  </a:lnTo>
                  <a:cubicBezTo>
                    <a:pt x="3108" y="445"/>
                    <a:pt x="3107" y="445"/>
                    <a:pt x="3106" y="445"/>
                  </a:cubicBezTo>
                  <a:cubicBezTo>
                    <a:pt x="3109" y="445"/>
                    <a:pt x="3112" y="447"/>
                    <a:pt x="3116" y="448"/>
                  </a:cubicBezTo>
                  <a:lnTo>
                    <a:pt x="3116" y="448"/>
                  </a:lnTo>
                  <a:cubicBezTo>
                    <a:pt x="3116" y="448"/>
                    <a:pt x="3115" y="448"/>
                    <a:pt x="3115" y="447"/>
                  </a:cubicBezTo>
                  <a:lnTo>
                    <a:pt x="3115" y="447"/>
                  </a:lnTo>
                  <a:cubicBezTo>
                    <a:pt x="3117" y="448"/>
                    <a:pt x="3118" y="448"/>
                    <a:pt x="3120" y="449"/>
                  </a:cubicBezTo>
                  <a:cubicBezTo>
                    <a:pt x="3130" y="452"/>
                    <a:pt x="3144" y="455"/>
                    <a:pt x="3155" y="460"/>
                  </a:cubicBezTo>
                  <a:cubicBezTo>
                    <a:pt x="3367" y="522"/>
                    <a:pt x="3580" y="592"/>
                    <a:pt x="3771" y="699"/>
                  </a:cubicBezTo>
                  <a:cubicBezTo>
                    <a:pt x="3858" y="752"/>
                    <a:pt x="3938" y="811"/>
                    <a:pt x="4018" y="873"/>
                  </a:cubicBezTo>
                  <a:cubicBezTo>
                    <a:pt x="4099" y="936"/>
                    <a:pt x="4186" y="995"/>
                    <a:pt x="4262" y="1061"/>
                  </a:cubicBezTo>
                  <a:cubicBezTo>
                    <a:pt x="4304" y="1111"/>
                    <a:pt x="4342" y="1162"/>
                    <a:pt x="4374" y="1218"/>
                  </a:cubicBezTo>
                  <a:cubicBezTo>
                    <a:pt x="4481" y="1416"/>
                    <a:pt x="4558" y="1625"/>
                    <a:pt x="4618" y="1845"/>
                  </a:cubicBezTo>
                  <a:cubicBezTo>
                    <a:pt x="4659" y="2040"/>
                    <a:pt x="4673" y="2235"/>
                    <a:pt x="4676" y="2433"/>
                  </a:cubicBezTo>
                  <a:cubicBezTo>
                    <a:pt x="4666" y="2708"/>
                    <a:pt x="4621" y="2983"/>
                    <a:pt x="4547" y="3248"/>
                  </a:cubicBezTo>
                  <a:cubicBezTo>
                    <a:pt x="4509" y="3377"/>
                    <a:pt x="4467" y="3510"/>
                    <a:pt x="4415" y="3635"/>
                  </a:cubicBezTo>
                  <a:cubicBezTo>
                    <a:pt x="4367" y="3756"/>
                    <a:pt x="4308" y="3875"/>
                    <a:pt x="4242" y="3990"/>
                  </a:cubicBezTo>
                  <a:cubicBezTo>
                    <a:pt x="4182" y="4087"/>
                    <a:pt x="4120" y="4185"/>
                    <a:pt x="4049" y="4275"/>
                  </a:cubicBezTo>
                  <a:cubicBezTo>
                    <a:pt x="3977" y="4366"/>
                    <a:pt x="3900" y="4453"/>
                    <a:pt x="3820" y="4540"/>
                  </a:cubicBezTo>
                  <a:cubicBezTo>
                    <a:pt x="3778" y="4582"/>
                    <a:pt x="3733" y="4620"/>
                    <a:pt x="3684" y="4654"/>
                  </a:cubicBezTo>
                  <a:cubicBezTo>
                    <a:pt x="3636" y="4693"/>
                    <a:pt x="3583" y="4728"/>
                    <a:pt x="3531" y="4759"/>
                  </a:cubicBezTo>
                  <a:cubicBezTo>
                    <a:pt x="3437" y="4808"/>
                    <a:pt x="3347" y="4857"/>
                    <a:pt x="3249" y="4898"/>
                  </a:cubicBezTo>
                  <a:cubicBezTo>
                    <a:pt x="3144" y="4940"/>
                    <a:pt x="3040" y="4975"/>
                    <a:pt x="2935" y="5006"/>
                  </a:cubicBezTo>
                  <a:cubicBezTo>
                    <a:pt x="2852" y="5027"/>
                    <a:pt x="2772" y="5041"/>
                    <a:pt x="2688" y="5056"/>
                  </a:cubicBezTo>
                  <a:cubicBezTo>
                    <a:pt x="2594" y="5069"/>
                    <a:pt x="2500" y="5069"/>
                    <a:pt x="2406" y="5072"/>
                  </a:cubicBezTo>
                  <a:cubicBezTo>
                    <a:pt x="2357" y="5069"/>
                    <a:pt x="2312" y="5066"/>
                    <a:pt x="2267" y="5059"/>
                  </a:cubicBezTo>
                  <a:cubicBezTo>
                    <a:pt x="2218" y="5051"/>
                    <a:pt x="2169" y="5041"/>
                    <a:pt x="2124" y="5030"/>
                  </a:cubicBezTo>
                  <a:cubicBezTo>
                    <a:pt x="1964" y="4979"/>
                    <a:pt x="1811" y="4909"/>
                    <a:pt x="1664" y="4826"/>
                  </a:cubicBezTo>
                  <a:cubicBezTo>
                    <a:pt x="1588" y="4780"/>
                    <a:pt x="1515" y="4728"/>
                    <a:pt x="1442" y="4672"/>
                  </a:cubicBezTo>
                  <a:cubicBezTo>
                    <a:pt x="1369" y="4617"/>
                    <a:pt x="1299" y="4547"/>
                    <a:pt x="1229" y="4481"/>
                  </a:cubicBezTo>
                  <a:cubicBezTo>
                    <a:pt x="1139" y="4387"/>
                    <a:pt x="1049" y="4293"/>
                    <a:pt x="965" y="4195"/>
                  </a:cubicBezTo>
                  <a:cubicBezTo>
                    <a:pt x="878" y="4095"/>
                    <a:pt x="808" y="3983"/>
                    <a:pt x="742" y="3868"/>
                  </a:cubicBezTo>
                  <a:cubicBezTo>
                    <a:pt x="613" y="3627"/>
                    <a:pt x="509" y="3373"/>
                    <a:pt x="435" y="3113"/>
                  </a:cubicBezTo>
                  <a:cubicBezTo>
                    <a:pt x="414" y="3018"/>
                    <a:pt x="393" y="2925"/>
                    <a:pt x="383" y="2830"/>
                  </a:cubicBezTo>
                  <a:cubicBezTo>
                    <a:pt x="373" y="2729"/>
                    <a:pt x="366" y="2628"/>
                    <a:pt x="366" y="2524"/>
                  </a:cubicBezTo>
                  <a:cubicBezTo>
                    <a:pt x="369" y="2440"/>
                    <a:pt x="377" y="2361"/>
                    <a:pt x="387" y="2277"/>
                  </a:cubicBezTo>
                  <a:cubicBezTo>
                    <a:pt x="401" y="2197"/>
                    <a:pt x="422" y="2117"/>
                    <a:pt x="443" y="2040"/>
                  </a:cubicBezTo>
                  <a:cubicBezTo>
                    <a:pt x="491" y="1873"/>
                    <a:pt x="554" y="1716"/>
                    <a:pt x="637" y="1567"/>
                  </a:cubicBezTo>
                  <a:cubicBezTo>
                    <a:pt x="700" y="1462"/>
                    <a:pt x="769" y="1361"/>
                    <a:pt x="843" y="1263"/>
                  </a:cubicBezTo>
                  <a:cubicBezTo>
                    <a:pt x="916" y="1166"/>
                    <a:pt x="989" y="1069"/>
                    <a:pt x="1073" y="982"/>
                  </a:cubicBezTo>
                  <a:cubicBezTo>
                    <a:pt x="1177" y="887"/>
                    <a:pt x="1288" y="804"/>
                    <a:pt x="1400" y="717"/>
                  </a:cubicBezTo>
                  <a:cubicBezTo>
                    <a:pt x="1410" y="714"/>
                    <a:pt x="1425" y="710"/>
                    <a:pt x="1435" y="706"/>
                  </a:cubicBezTo>
                  <a:cubicBezTo>
                    <a:pt x="1491" y="678"/>
                    <a:pt x="1547" y="648"/>
                    <a:pt x="1602" y="623"/>
                  </a:cubicBezTo>
                  <a:cubicBezTo>
                    <a:pt x="1672" y="592"/>
                    <a:pt x="1741" y="567"/>
                    <a:pt x="1811" y="543"/>
                  </a:cubicBezTo>
                  <a:cubicBezTo>
                    <a:pt x="1881" y="518"/>
                    <a:pt x="1950" y="501"/>
                    <a:pt x="2023" y="484"/>
                  </a:cubicBezTo>
                  <a:cubicBezTo>
                    <a:pt x="2090" y="466"/>
                    <a:pt x="2159" y="445"/>
                    <a:pt x="2228" y="428"/>
                  </a:cubicBezTo>
                  <a:cubicBezTo>
                    <a:pt x="2371" y="393"/>
                    <a:pt x="2521" y="368"/>
                    <a:pt x="2667" y="365"/>
                  </a:cubicBezTo>
                  <a:close/>
                  <a:moveTo>
                    <a:pt x="2653" y="1"/>
                  </a:moveTo>
                  <a:cubicBezTo>
                    <a:pt x="2512" y="1"/>
                    <a:pt x="2369" y="24"/>
                    <a:pt x="2232" y="55"/>
                  </a:cubicBezTo>
                  <a:cubicBezTo>
                    <a:pt x="2135" y="79"/>
                    <a:pt x="2037" y="104"/>
                    <a:pt x="1944" y="132"/>
                  </a:cubicBezTo>
                  <a:cubicBezTo>
                    <a:pt x="1867" y="150"/>
                    <a:pt x="1790" y="170"/>
                    <a:pt x="1717" y="191"/>
                  </a:cubicBezTo>
                  <a:cubicBezTo>
                    <a:pt x="1640" y="216"/>
                    <a:pt x="1568" y="243"/>
                    <a:pt x="1494" y="275"/>
                  </a:cubicBezTo>
                  <a:cubicBezTo>
                    <a:pt x="1428" y="302"/>
                    <a:pt x="1365" y="338"/>
                    <a:pt x="1299" y="368"/>
                  </a:cubicBezTo>
                  <a:cubicBezTo>
                    <a:pt x="1285" y="376"/>
                    <a:pt x="1275" y="383"/>
                    <a:pt x="1261" y="389"/>
                  </a:cubicBezTo>
                  <a:cubicBezTo>
                    <a:pt x="1240" y="393"/>
                    <a:pt x="1219" y="400"/>
                    <a:pt x="1201" y="414"/>
                  </a:cubicBezTo>
                  <a:cubicBezTo>
                    <a:pt x="1195" y="418"/>
                    <a:pt x="1191" y="418"/>
                    <a:pt x="1187" y="424"/>
                  </a:cubicBezTo>
                  <a:cubicBezTo>
                    <a:pt x="1031" y="543"/>
                    <a:pt x="878" y="661"/>
                    <a:pt x="742" y="804"/>
                  </a:cubicBezTo>
                  <a:cubicBezTo>
                    <a:pt x="679" y="873"/>
                    <a:pt x="623" y="950"/>
                    <a:pt x="568" y="1024"/>
                  </a:cubicBezTo>
                  <a:cubicBezTo>
                    <a:pt x="512" y="1100"/>
                    <a:pt x="460" y="1173"/>
                    <a:pt x="408" y="1249"/>
                  </a:cubicBezTo>
                  <a:cubicBezTo>
                    <a:pt x="303" y="1410"/>
                    <a:pt x="213" y="1580"/>
                    <a:pt x="150" y="1761"/>
                  </a:cubicBezTo>
                  <a:cubicBezTo>
                    <a:pt x="84" y="1953"/>
                    <a:pt x="35" y="2144"/>
                    <a:pt x="14" y="2346"/>
                  </a:cubicBezTo>
                  <a:cubicBezTo>
                    <a:pt x="1" y="2448"/>
                    <a:pt x="1" y="2552"/>
                    <a:pt x="4" y="2656"/>
                  </a:cubicBezTo>
                  <a:cubicBezTo>
                    <a:pt x="7" y="2750"/>
                    <a:pt x="17" y="2844"/>
                    <a:pt x="32" y="2935"/>
                  </a:cubicBezTo>
                  <a:cubicBezTo>
                    <a:pt x="59" y="3129"/>
                    <a:pt x="115" y="3322"/>
                    <a:pt x="181" y="3505"/>
                  </a:cubicBezTo>
                  <a:cubicBezTo>
                    <a:pt x="244" y="3683"/>
                    <a:pt x="324" y="3854"/>
                    <a:pt x="414" y="4021"/>
                  </a:cubicBezTo>
                  <a:cubicBezTo>
                    <a:pt x="467" y="4115"/>
                    <a:pt x="519" y="4206"/>
                    <a:pt x="578" y="4293"/>
                  </a:cubicBezTo>
                  <a:cubicBezTo>
                    <a:pt x="631" y="4369"/>
                    <a:pt x="693" y="4439"/>
                    <a:pt x="756" y="4505"/>
                  </a:cubicBezTo>
                  <a:cubicBezTo>
                    <a:pt x="891" y="4651"/>
                    <a:pt x="1028" y="4801"/>
                    <a:pt x="1181" y="4926"/>
                  </a:cubicBezTo>
                  <a:cubicBezTo>
                    <a:pt x="1334" y="5056"/>
                    <a:pt x="1505" y="5160"/>
                    <a:pt x="1685" y="5247"/>
                  </a:cubicBezTo>
                  <a:cubicBezTo>
                    <a:pt x="1867" y="5334"/>
                    <a:pt x="2065" y="5406"/>
                    <a:pt x="2267" y="5424"/>
                  </a:cubicBezTo>
                  <a:cubicBezTo>
                    <a:pt x="2330" y="5430"/>
                    <a:pt x="2393" y="5432"/>
                    <a:pt x="2456" y="5432"/>
                  </a:cubicBezTo>
                  <a:cubicBezTo>
                    <a:pt x="2593" y="5432"/>
                    <a:pt x="2729" y="5419"/>
                    <a:pt x="2863" y="5393"/>
                  </a:cubicBezTo>
                  <a:cubicBezTo>
                    <a:pt x="3054" y="5358"/>
                    <a:pt x="3239" y="5295"/>
                    <a:pt x="3416" y="5223"/>
                  </a:cubicBezTo>
                  <a:cubicBezTo>
                    <a:pt x="3503" y="5184"/>
                    <a:pt x="3590" y="5135"/>
                    <a:pt x="3677" y="5090"/>
                  </a:cubicBezTo>
                  <a:cubicBezTo>
                    <a:pt x="3768" y="5041"/>
                    <a:pt x="3855" y="4982"/>
                    <a:pt x="3938" y="4919"/>
                  </a:cubicBezTo>
                  <a:cubicBezTo>
                    <a:pt x="4018" y="4857"/>
                    <a:pt x="4091" y="4784"/>
                    <a:pt x="4158" y="4707"/>
                  </a:cubicBezTo>
                  <a:cubicBezTo>
                    <a:pt x="4221" y="4638"/>
                    <a:pt x="4279" y="4568"/>
                    <a:pt x="4338" y="4495"/>
                  </a:cubicBezTo>
                  <a:cubicBezTo>
                    <a:pt x="4394" y="4421"/>
                    <a:pt x="4446" y="4341"/>
                    <a:pt x="4496" y="4265"/>
                  </a:cubicBezTo>
                  <a:cubicBezTo>
                    <a:pt x="4555" y="4174"/>
                    <a:pt x="4607" y="4084"/>
                    <a:pt x="4652" y="3990"/>
                  </a:cubicBezTo>
                  <a:cubicBezTo>
                    <a:pt x="4735" y="3823"/>
                    <a:pt x="4798" y="3652"/>
                    <a:pt x="4854" y="3478"/>
                  </a:cubicBezTo>
                  <a:cubicBezTo>
                    <a:pt x="4913" y="3297"/>
                    <a:pt x="4962" y="3109"/>
                    <a:pt x="4989" y="2920"/>
                  </a:cubicBezTo>
                  <a:cubicBezTo>
                    <a:pt x="5007" y="2827"/>
                    <a:pt x="5018" y="2732"/>
                    <a:pt x="5028" y="2639"/>
                  </a:cubicBezTo>
                  <a:cubicBezTo>
                    <a:pt x="5039" y="2538"/>
                    <a:pt x="5039" y="2433"/>
                    <a:pt x="5035" y="2332"/>
                  </a:cubicBezTo>
                  <a:cubicBezTo>
                    <a:pt x="5035" y="2152"/>
                    <a:pt x="5014" y="1967"/>
                    <a:pt x="4976" y="1789"/>
                  </a:cubicBezTo>
                  <a:cubicBezTo>
                    <a:pt x="4955" y="1685"/>
                    <a:pt x="4920" y="1583"/>
                    <a:pt x="4885" y="1487"/>
                  </a:cubicBezTo>
                  <a:cubicBezTo>
                    <a:pt x="4857" y="1403"/>
                    <a:pt x="4826" y="1319"/>
                    <a:pt x="4788" y="1239"/>
                  </a:cubicBezTo>
                  <a:cubicBezTo>
                    <a:pt x="4708" y="1061"/>
                    <a:pt x="4610" y="884"/>
                    <a:pt x="4460" y="755"/>
                  </a:cubicBezTo>
                  <a:cubicBezTo>
                    <a:pt x="4398" y="699"/>
                    <a:pt x="4328" y="654"/>
                    <a:pt x="4262" y="606"/>
                  </a:cubicBezTo>
                  <a:cubicBezTo>
                    <a:pt x="4196" y="553"/>
                    <a:pt x="4130" y="501"/>
                    <a:pt x="4060" y="452"/>
                  </a:cubicBezTo>
                  <a:cubicBezTo>
                    <a:pt x="3980" y="404"/>
                    <a:pt x="3900" y="355"/>
                    <a:pt x="3816" y="313"/>
                  </a:cubicBezTo>
                  <a:cubicBezTo>
                    <a:pt x="3736" y="275"/>
                    <a:pt x="3649" y="240"/>
                    <a:pt x="3565" y="212"/>
                  </a:cubicBezTo>
                  <a:cubicBezTo>
                    <a:pt x="3485" y="184"/>
                    <a:pt x="3406" y="156"/>
                    <a:pt x="3322" y="132"/>
                  </a:cubicBezTo>
                  <a:cubicBezTo>
                    <a:pt x="3305" y="129"/>
                    <a:pt x="3287" y="121"/>
                    <a:pt x="3266" y="118"/>
                  </a:cubicBezTo>
                  <a:cubicBezTo>
                    <a:pt x="3249" y="111"/>
                    <a:pt x="3235" y="108"/>
                    <a:pt x="3221" y="104"/>
                  </a:cubicBezTo>
                  <a:cubicBezTo>
                    <a:pt x="3204" y="97"/>
                    <a:pt x="3186" y="94"/>
                    <a:pt x="3165" y="87"/>
                  </a:cubicBezTo>
                  <a:cubicBezTo>
                    <a:pt x="3123" y="76"/>
                    <a:pt x="3085" y="66"/>
                    <a:pt x="3043" y="55"/>
                  </a:cubicBezTo>
                  <a:cubicBezTo>
                    <a:pt x="2963" y="38"/>
                    <a:pt x="2879" y="24"/>
                    <a:pt x="2800" y="10"/>
                  </a:cubicBezTo>
                  <a:cubicBezTo>
                    <a:pt x="2752" y="4"/>
                    <a:pt x="2703" y="1"/>
                    <a:pt x="26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8"/>
            <p:cNvSpPr/>
            <p:nvPr/>
          </p:nvSpPr>
          <p:spPr>
            <a:xfrm>
              <a:off x="4449773" y="1515438"/>
              <a:ext cx="27949" cy="17116"/>
            </a:xfrm>
            <a:custGeom>
              <a:rect b="b" l="l" r="r" t="t"/>
              <a:pathLst>
                <a:path extrusionOk="0" h="444" w="725">
                  <a:moveTo>
                    <a:pt x="179" y="1"/>
                  </a:moveTo>
                  <a:cubicBezTo>
                    <a:pt x="149" y="1"/>
                    <a:pt x="120" y="11"/>
                    <a:pt x="95" y="26"/>
                  </a:cubicBezTo>
                  <a:cubicBezTo>
                    <a:pt x="50" y="54"/>
                    <a:pt x="14" y="103"/>
                    <a:pt x="8" y="155"/>
                  </a:cubicBezTo>
                  <a:cubicBezTo>
                    <a:pt x="0" y="203"/>
                    <a:pt x="14" y="256"/>
                    <a:pt x="42" y="294"/>
                  </a:cubicBezTo>
                  <a:cubicBezTo>
                    <a:pt x="74" y="333"/>
                    <a:pt x="112" y="354"/>
                    <a:pt x="161" y="364"/>
                  </a:cubicBezTo>
                  <a:cubicBezTo>
                    <a:pt x="279" y="388"/>
                    <a:pt x="394" y="412"/>
                    <a:pt x="509" y="441"/>
                  </a:cubicBezTo>
                  <a:cubicBezTo>
                    <a:pt x="518" y="443"/>
                    <a:pt x="527" y="443"/>
                    <a:pt x="537" y="443"/>
                  </a:cubicBezTo>
                  <a:cubicBezTo>
                    <a:pt x="576" y="443"/>
                    <a:pt x="620" y="428"/>
                    <a:pt x="648" y="406"/>
                  </a:cubicBezTo>
                  <a:cubicBezTo>
                    <a:pt x="686" y="378"/>
                    <a:pt x="710" y="336"/>
                    <a:pt x="718" y="287"/>
                  </a:cubicBezTo>
                  <a:cubicBezTo>
                    <a:pt x="725" y="238"/>
                    <a:pt x="710" y="190"/>
                    <a:pt x="683" y="152"/>
                  </a:cubicBezTo>
                  <a:cubicBezTo>
                    <a:pt x="651" y="110"/>
                    <a:pt x="614" y="92"/>
                    <a:pt x="564" y="82"/>
                  </a:cubicBezTo>
                  <a:cubicBezTo>
                    <a:pt x="450" y="50"/>
                    <a:pt x="331" y="29"/>
                    <a:pt x="212" y="5"/>
                  </a:cubicBezTo>
                  <a:cubicBezTo>
                    <a:pt x="201" y="2"/>
                    <a:pt x="190"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8"/>
            <p:cNvSpPr/>
            <p:nvPr/>
          </p:nvSpPr>
          <p:spPr>
            <a:xfrm>
              <a:off x="4519316" y="1612159"/>
              <a:ext cx="18812" cy="28026"/>
            </a:xfrm>
            <a:custGeom>
              <a:rect b="b" l="l" r="r" t="t"/>
              <a:pathLst>
                <a:path extrusionOk="0" h="727" w="488">
                  <a:moveTo>
                    <a:pt x="299" y="1"/>
                  </a:moveTo>
                  <a:cubicBezTo>
                    <a:pt x="276" y="1"/>
                    <a:pt x="253" y="5"/>
                    <a:pt x="230" y="13"/>
                  </a:cubicBezTo>
                  <a:cubicBezTo>
                    <a:pt x="219" y="17"/>
                    <a:pt x="213" y="21"/>
                    <a:pt x="202" y="27"/>
                  </a:cubicBezTo>
                  <a:cubicBezTo>
                    <a:pt x="171" y="48"/>
                    <a:pt x="142" y="76"/>
                    <a:pt x="132" y="111"/>
                  </a:cubicBezTo>
                  <a:cubicBezTo>
                    <a:pt x="91" y="230"/>
                    <a:pt x="55" y="352"/>
                    <a:pt x="21" y="473"/>
                  </a:cubicBezTo>
                  <a:cubicBezTo>
                    <a:pt x="7" y="522"/>
                    <a:pt x="0" y="561"/>
                    <a:pt x="17" y="612"/>
                  </a:cubicBezTo>
                  <a:cubicBezTo>
                    <a:pt x="35" y="654"/>
                    <a:pt x="70" y="693"/>
                    <a:pt x="115" y="710"/>
                  </a:cubicBezTo>
                  <a:cubicBezTo>
                    <a:pt x="138" y="721"/>
                    <a:pt x="163" y="726"/>
                    <a:pt x="188" y="726"/>
                  </a:cubicBezTo>
                  <a:cubicBezTo>
                    <a:pt x="210" y="726"/>
                    <a:pt x="233" y="722"/>
                    <a:pt x="254" y="713"/>
                  </a:cubicBezTo>
                  <a:cubicBezTo>
                    <a:pt x="296" y="696"/>
                    <a:pt x="341" y="657"/>
                    <a:pt x="355" y="616"/>
                  </a:cubicBezTo>
                  <a:cubicBezTo>
                    <a:pt x="390" y="494"/>
                    <a:pt x="425" y="373"/>
                    <a:pt x="463" y="254"/>
                  </a:cubicBezTo>
                  <a:cubicBezTo>
                    <a:pt x="481" y="205"/>
                    <a:pt x="487" y="164"/>
                    <a:pt x="467" y="114"/>
                  </a:cubicBezTo>
                  <a:cubicBezTo>
                    <a:pt x="449" y="69"/>
                    <a:pt x="414" y="34"/>
                    <a:pt x="369" y="13"/>
                  </a:cubicBezTo>
                  <a:cubicBezTo>
                    <a:pt x="346" y="5"/>
                    <a:pt x="323" y="1"/>
                    <a:pt x="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8"/>
            <p:cNvSpPr/>
            <p:nvPr/>
          </p:nvSpPr>
          <p:spPr>
            <a:xfrm>
              <a:off x="4595953" y="1553371"/>
              <a:ext cx="27795" cy="15034"/>
            </a:xfrm>
            <a:custGeom>
              <a:rect b="b" l="l" r="r" t="t"/>
              <a:pathLst>
                <a:path extrusionOk="0" h="390" w="721">
                  <a:moveTo>
                    <a:pt x="540" y="1"/>
                  </a:moveTo>
                  <a:cubicBezTo>
                    <a:pt x="532" y="1"/>
                    <a:pt x="524" y="2"/>
                    <a:pt x="515" y="3"/>
                  </a:cubicBezTo>
                  <a:cubicBezTo>
                    <a:pt x="460" y="13"/>
                    <a:pt x="407" y="17"/>
                    <a:pt x="355" y="21"/>
                  </a:cubicBezTo>
                  <a:cubicBezTo>
                    <a:pt x="293" y="24"/>
                    <a:pt x="230" y="27"/>
                    <a:pt x="164" y="27"/>
                  </a:cubicBezTo>
                  <a:cubicBezTo>
                    <a:pt x="139" y="27"/>
                    <a:pt x="115" y="38"/>
                    <a:pt x="94" y="52"/>
                  </a:cubicBezTo>
                  <a:cubicBezTo>
                    <a:pt x="73" y="66"/>
                    <a:pt x="55" y="80"/>
                    <a:pt x="42" y="97"/>
                  </a:cubicBezTo>
                  <a:cubicBezTo>
                    <a:pt x="14" y="135"/>
                    <a:pt x="0" y="180"/>
                    <a:pt x="4" y="230"/>
                  </a:cubicBezTo>
                  <a:cubicBezTo>
                    <a:pt x="10" y="278"/>
                    <a:pt x="35" y="323"/>
                    <a:pt x="73" y="352"/>
                  </a:cubicBezTo>
                  <a:cubicBezTo>
                    <a:pt x="115" y="383"/>
                    <a:pt x="157" y="389"/>
                    <a:pt x="206" y="389"/>
                  </a:cubicBezTo>
                  <a:cubicBezTo>
                    <a:pt x="264" y="389"/>
                    <a:pt x="324" y="386"/>
                    <a:pt x="383" y="383"/>
                  </a:cubicBezTo>
                  <a:cubicBezTo>
                    <a:pt x="439" y="379"/>
                    <a:pt x="498" y="376"/>
                    <a:pt x="553" y="365"/>
                  </a:cubicBezTo>
                  <a:cubicBezTo>
                    <a:pt x="603" y="358"/>
                    <a:pt x="645" y="337"/>
                    <a:pt x="675" y="296"/>
                  </a:cubicBezTo>
                  <a:cubicBezTo>
                    <a:pt x="707" y="261"/>
                    <a:pt x="721" y="212"/>
                    <a:pt x="714" y="167"/>
                  </a:cubicBezTo>
                  <a:cubicBezTo>
                    <a:pt x="704" y="81"/>
                    <a:pt x="628" y="1"/>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8"/>
            <p:cNvSpPr/>
            <p:nvPr/>
          </p:nvSpPr>
          <p:spPr>
            <a:xfrm>
              <a:off x="4558213" y="1446588"/>
              <a:ext cx="19121" cy="32074"/>
            </a:xfrm>
            <a:custGeom>
              <a:rect b="b" l="l" r="r" t="t"/>
              <a:pathLst>
                <a:path extrusionOk="0" h="832" w="496">
                  <a:moveTo>
                    <a:pt x="314" y="1"/>
                  </a:moveTo>
                  <a:cubicBezTo>
                    <a:pt x="277" y="1"/>
                    <a:pt x="242" y="9"/>
                    <a:pt x="210" y="30"/>
                  </a:cubicBezTo>
                  <a:cubicBezTo>
                    <a:pt x="206" y="30"/>
                    <a:pt x="203" y="33"/>
                    <a:pt x="195" y="36"/>
                  </a:cubicBezTo>
                  <a:cubicBezTo>
                    <a:pt x="157" y="67"/>
                    <a:pt x="136" y="109"/>
                    <a:pt x="126" y="155"/>
                  </a:cubicBezTo>
                  <a:cubicBezTo>
                    <a:pt x="91" y="311"/>
                    <a:pt x="53" y="468"/>
                    <a:pt x="15" y="621"/>
                  </a:cubicBezTo>
                  <a:cubicBezTo>
                    <a:pt x="1" y="667"/>
                    <a:pt x="22" y="726"/>
                    <a:pt x="49" y="761"/>
                  </a:cubicBezTo>
                  <a:cubicBezTo>
                    <a:pt x="78" y="799"/>
                    <a:pt x="119" y="824"/>
                    <a:pt x="165" y="830"/>
                  </a:cubicBezTo>
                  <a:cubicBezTo>
                    <a:pt x="173" y="831"/>
                    <a:pt x="181" y="832"/>
                    <a:pt x="190" y="832"/>
                  </a:cubicBezTo>
                  <a:cubicBezTo>
                    <a:pt x="230" y="832"/>
                    <a:pt x="272" y="819"/>
                    <a:pt x="303" y="795"/>
                  </a:cubicBezTo>
                  <a:cubicBezTo>
                    <a:pt x="342" y="764"/>
                    <a:pt x="359" y="726"/>
                    <a:pt x="373" y="677"/>
                  </a:cubicBezTo>
                  <a:cubicBezTo>
                    <a:pt x="412" y="520"/>
                    <a:pt x="449" y="367"/>
                    <a:pt x="485" y="210"/>
                  </a:cubicBezTo>
                  <a:cubicBezTo>
                    <a:pt x="495" y="165"/>
                    <a:pt x="478" y="109"/>
                    <a:pt x="449" y="72"/>
                  </a:cubicBezTo>
                  <a:cubicBezTo>
                    <a:pt x="422" y="36"/>
                    <a:pt x="380" y="9"/>
                    <a:pt x="335" y="1"/>
                  </a:cubicBezTo>
                  <a:cubicBezTo>
                    <a:pt x="328" y="1"/>
                    <a:pt x="321" y="1"/>
                    <a:pt x="3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8"/>
            <p:cNvSpPr/>
            <p:nvPr/>
          </p:nvSpPr>
          <p:spPr>
            <a:xfrm>
              <a:off x="4506017" y="1510696"/>
              <a:ext cx="61487" cy="71664"/>
            </a:xfrm>
            <a:custGeom>
              <a:rect b="b" l="l" r="r" t="t"/>
              <a:pathLst>
                <a:path extrusionOk="0" h="1859" w="1595">
                  <a:moveTo>
                    <a:pt x="735" y="368"/>
                  </a:moveTo>
                  <a:cubicBezTo>
                    <a:pt x="773" y="368"/>
                    <a:pt x="812" y="376"/>
                    <a:pt x="850" y="382"/>
                  </a:cubicBezTo>
                  <a:cubicBezTo>
                    <a:pt x="895" y="397"/>
                    <a:pt x="940" y="421"/>
                    <a:pt x="985" y="442"/>
                  </a:cubicBezTo>
                  <a:cubicBezTo>
                    <a:pt x="1006" y="459"/>
                    <a:pt x="1031" y="477"/>
                    <a:pt x="1051" y="493"/>
                  </a:cubicBezTo>
                  <a:cubicBezTo>
                    <a:pt x="1072" y="519"/>
                    <a:pt x="1093" y="546"/>
                    <a:pt x="1114" y="577"/>
                  </a:cubicBezTo>
                  <a:cubicBezTo>
                    <a:pt x="1153" y="654"/>
                    <a:pt x="1188" y="737"/>
                    <a:pt x="1212" y="821"/>
                  </a:cubicBezTo>
                  <a:cubicBezTo>
                    <a:pt x="1226" y="895"/>
                    <a:pt x="1229" y="967"/>
                    <a:pt x="1229" y="1041"/>
                  </a:cubicBezTo>
                  <a:cubicBezTo>
                    <a:pt x="1226" y="1113"/>
                    <a:pt x="1219" y="1183"/>
                    <a:pt x="1205" y="1256"/>
                  </a:cubicBezTo>
                  <a:cubicBezTo>
                    <a:pt x="1191" y="1298"/>
                    <a:pt x="1173" y="1337"/>
                    <a:pt x="1153" y="1375"/>
                  </a:cubicBezTo>
                  <a:cubicBezTo>
                    <a:pt x="1143" y="1392"/>
                    <a:pt x="1128" y="1409"/>
                    <a:pt x="1114" y="1427"/>
                  </a:cubicBezTo>
                  <a:cubicBezTo>
                    <a:pt x="1101" y="1441"/>
                    <a:pt x="1083" y="1451"/>
                    <a:pt x="1066" y="1462"/>
                  </a:cubicBezTo>
                  <a:cubicBezTo>
                    <a:pt x="1045" y="1472"/>
                    <a:pt x="1024" y="1479"/>
                    <a:pt x="1003" y="1486"/>
                  </a:cubicBezTo>
                  <a:cubicBezTo>
                    <a:pt x="972" y="1493"/>
                    <a:pt x="940" y="1496"/>
                    <a:pt x="905" y="1496"/>
                  </a:cubicBezTo>
                  <a:cubicBezTo>
                    <a:pt x="853" y="1493"/>
                    <a:pt x="801" y="1486"/>
                    <a:pt x="749" y="1475"/>
                  </a:cubicBezTo>
                  <a:cubicBezTo>
                    <a:pt x="707" y="1462"/>
                    <a:pt x="669" y="1444"/>
                    <a:pt x="627" y="1423"/>
                  </a:cubicBezTo>
                  <a:cubicBezTo>
                    <a:pt x="599" y="1403"/>
                    <a:pt x="571" y="1382"/>
                    <a:pt x="543" y="1357"/>
                  </a:cubicBezTo>
                  <a:cubicBezTo>
                    <a:pt x="512" y="1326"/>
                    <a:pt x="487" y="1291"/>
                    <a:pt x="463" y="1253"/>
                  </a:cubicBezTo>
                  <a:cubicBezTo>
                    <a:pt x="436" y="1197"/>
                    <a:pt x="415" y="1141"/>
                    <a:pt x="397" y="1083"/>
                  </a:cubicBezTo>
                  <a:cubicBezTo>
                    <a:pt x="387" y="1041"/>
                    <a:pt x="380" y="999"/>
                    <a:pt x="376" y="953"/>
                  </a:cubicBezTo>
                  <a:cubicBezTo>
                    <a:pt x="373" y="911"/>
                    <a:pt x="370" y="869"/>
                    <a:pt x="370" y="824"/>
                  </a:cubicBezTo>
                  <a:cubicBezTo>
                    <a:pt x="373" y="762"/>
                    <a:pt x="380" y="702"/>
                    <a:pt x="394" y="644"/>
                  </a:cubicBezTo>
                  <a:cubicBezTo>
                    <a:pt x="404" y="615"/>
                    <a:pt x="415" y="591"/>
                    <a:pt x="429" y="564"/>
                  </a:cubicBezTo>
                  <a:cubicBezTo>
                    <a:pt x="450" y="529"/>
                    <a:pt x="477" y="498"/>
                    <a:pt x="505" y="469"/>
                  </a:cubicBezTo>
                  <a:cubicBezTo>
                    <a:pt x="540" y="435"/>
                    <a:pt x="578" y="407"/>
                    <a:pt x="617" y="376"/>
                  </a:cubicBezTo>
                  <a:cubicBezTo>
                    <a:pt x="638" y="376"/>
                    <a:pt x="659" y="372"/>
                    <a:pt x="683" y="372"/>
                  </a:cubicBezTo>
                  <a:cubicBezTo>
                    <a:pt x="700" y="368"/>
                    <a:pt x="717" y="368"/>
                    <a:pt x="735" y="368"/>
                  </a:cubicBezTo>
                  <a:close/>
                  <a:moveTo>
                    <a:pt x="580" y="0"/>
                  </a:moveTo>
                  <a:cubicBezTo>
                    <a:pt x="544" y="0"/>
                    <a:pt x="509" y="11"/>
                    <a:pt x="477" y="30"/>
                  </a:cubicBezTo>
                  <a:cubicBezTo>
                    <a:pt x="474" y="30"/>
                    <a:pt x="471" y="34"/>
                    <a:pt x="466" y="38"/>
                  </a:cubicBezTo>
                  <a:cubicBezTo>
                    <a:pt x="362" y="111"/>
                    <a:pt x="265" y="188"/>
                    <a:pt x="182" y="289"/>
                  </a:cubicBezTo>
                  <a:cubicBezTo>
                    <a:pt x="77" y="410"/>
                    <a:pt x="32" y="564"/>
                    <a:pt x="14" y="720"/>
                  </a:cubicBezTo>
                  <a:cubicBezTo>
                    <a:pt x="0" y="821"/>
                    <a:pt x="7" y="922"/>
                    <a:pt x="18" y="1023"/>
                  </a:cubicBezTo>
                  <a:cubicBezTo>
                    <a:pt x="28" y="1120"/>
                    <a:pt x="56" y="1218"/>
                    <a:pt x="90" y="1308"/>
                  </a:cubicBezTo>
                  <a:cubicBezTo>
                    <a:pt x="136" y="1434"/>
                    <a:pt x="212" y="1549"/>
                    <a:pt x="310" y="1636"/>
                  </a:cubicBezTo>
                  <a:cubicBezTo>
                    <a:pt x="362" y="1684"/>
                    <a:pt x="421" y="1723"/>
                    <a:pt x="484" y="1758"/>
                  </a:cubicBezTo>
                  <a:cubicBezTo>
                    <a:pt x="550" y="1796"/>
                    <a:pt x="627" y="1817"/>
                    <a:pt x="704" y="1838"/>
                  </a:cubicBezTo>
                  <a:cubicBezTo>
                    <a:pt x="787" y="1859"/>
                    <a:pt x="881" y="1859"/>
                    <a:pt x="968" y="1859"/>
                  </a:cubicBezTo>
                  <a:cubicBezTo>
                    <a:pt x="1027" y="1856"/>
                    <a:pt x="1087" y="1841"/>
                    <a:pt x="1143" y="1824"/>
                  </a:cubicBezTo>
                  <a:cubicBezTo>
                    <a:pt x="1205" y="1806"/>
                    <a:pt x="1268" y="1768"/>
                    <a:pt x="1320" y="1730"/>
                  </a:cubicBezTo>
                  <a:cubicBezTo>
                    <a:pt x="1445" y="1632"/>
                    <a:pt x="1522" y="1479"/>
                    <a:pt x="1560" y="1329"/>
                  </a:cubicBezTo>
                  <a:cubicBezTo>
                    <a:pt x="1581" y="1246"/>
                    <a:pt x="1588" y="1159"/>
                    <a:pt x="1591" y="1072"/>
                  </a:cubicBezTo>
                  <a:cubicBezTo>
                    <a:pt x="1595" y="1002"/>
                    <a:pt x="1595" y="932"/>
                    <a:pt x="1585" y="863"/>
                  </a:cubicBezTo>
                  <a:cubicBezTo>
                    <a:pt x="1578" y="783"/>
                    <a:pt x="1560" y="710"/>
                    <a:pt x="1536" y="636"/>
                  </a:cubicBezTo>
                  <a:cubicBezTo>
                    <a:pt x="1490" y="504"/>
                    <a:pt x="1427" y="376"/>
                    <a:pt x="1337" y="271"/>
                  </a:cubicBezTo>
                  <a:cubicBezTo>
                    <a:pt x="1285" y="208"/>
                    <a:pt x="1223" y="159"/>
                    <a:pt x="1149" y="122"/>
                  </a:cubicBezTo>
                  <a:cubicBezTo>
                    <a:pt x="1090" y="86"/>
                    <a:pt x="1031" y="59"/>
                    <a:pt x="965" y="38"/>
                  </a:cubicBezTo>
                  <a:cubicBezTo>
                    <a:pt x="919" y="27"/>
                    <a:pt x="881" y="17"/>
                    <a:pt x="836" y="13"/>
                  </a:cubicBezTo>
                  <a:cubicBezTo>
                    <a:pt x="794" y="6"/>
                    <a:pt x="752" y="6"/>
                    <a:pt x="710" y="6"/>
                  </a:cubicBezTo>
                  <a:cubicBezTo>
                    <a:pt x="686" y="6"/>
                    <a:pt x="662" y="6"/>
                    <a:pt x="638" y="10"/>
                  </a:cubicBezTo>
                  <a:cubicBezTo>
                    <a:pt x="619" y="3"/>
                    <a:pt x="600" y="0"/>
                    <a:pt x="5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8"/>
            <p:cNvSpPr/>
            <p:nvPr/>
          </p:nvSpPr>
          <p:spPr>
            <a:xfrm>
              <a:off x="4529224" y="1540264"/>
              <a:ext cx="14418" cy="14109"/>
            </a:xfrm>
            <a:custGeom>
              <a:rect b="b" l="l" r="r" t="t"/>
              <a:pathLst>
                <a:path extrusionOk="0" h="366" w="374">
                  <a:moveTo>
                    <a:pt x="189" y="0"/>
                  </a:moveTo>
                  <a:cubicBezTo>
                    <a:pt x="148" y="0"/>
                    <a:pt x="113" y="16"/>
                    <a:pt x="78" y="36"/>
                  </a:cubicBezTo>
                  <a:cubicBezTo>
                    <a:pt x="39" y="61"/>
                    <a:pt x="15" y="113"/>
                    <a:pt x="7" y="155"/>
                  </a:cubicBezTo>
                  <a:cubicBezTo>
                    <a:pt x="1" y="204"/>
                    <a:pt x="11" y="253"/>
                    <a:pt x="42" y="290"/>
                  </a:cubicBezTo>
                  <a:cubicBezTo>
                    <a:pt x="70" y="329"/>
                    <a:pt x="112" y="357"/>
                    <a:pt x="161" y="364"/>
                  </a:cubicBezTo>
                  <a:cubicBezTo>
                    <a:pt x="168" y="365"/>
                    <a:pt x="175" y="365"/>
                    <a:pt x="182" y="365"/>
                  </a:cubicBezTo>
                  <a:cubicBezTo>
                    <a:pt x="222" y="365"/>
                    <a:pt x="258" y="350"/>
                    <a:pt x="297" y="329"/>
                  </a:cubicBezTo>
                  <a:cubicBezTo>
                    <a:pt x="335" y="305"/>
                    <a:pt x="359" y="253"/>
                    <a:pt x="366" y="211"/>
                  </a:cubicBezTo>
                  <a:cubicBezTo>
                    <a:pt x="373" y="162"/>
                    <a:pt x="359" y="113"/>
                    <a:pt x="332" y="72"/>
                  </a:cubicBezTo>
                  <a:cubicBezTo>
                    <a:pt x="303" y="36"/>
                    <a:pt x="258" y="9"/>
                    <a:pt x="213" y="2"/>
                  </a:cubicBezTo>
                  <a:cubicBezTo>
                    <a:pt x="205" y="1"/>
                    <a:pt x="197" y="0"/>
                    <a:pt x="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8"/>
            <p:cNvSpPr/>
            <p:nvPr/>
          </p:nvSpPr>
          <p:spPr>
            <a:xfrm>
              <a:off x="4575830" y="1344200"/>
              <a:ext cx="206705" cy="118387"/>
            </a:xfrm>
            <a:custGeom>
              <a:rect b="b" l="l" r="r" t="t"/>
              <a:pathLst>
                <a:path extrusionOk="0" h="3071" w="5362">
                  <a:moveTo>
                    <a:pt x="2562" y="1"/>
                  </a:moveTo>
                  <a:cubicBezTo>
                    <a:pt x="2441" y="1"/>
                    <a:pt x="2319" y="18"/>
                    <a:pt x="2204" y="57"/>
                  </a:cubicBezTo>
                  <a:cubicBezTo>
                    <a:pt x="2110" y="88"/>
                    <a:pt x="2019" y="137"/>
                    <a:pt x="1935" y="189"/>
                  </a:cubicBezTo>
                  <a:cubicBezTo>
                    <a:pt x="1932" y="189"/>
                    <a:pt x="1932" y="192"/>
                    <a:pt x="1929" y="192"/>
                  </a:cubicBezTo>
                  <a:cubicBezTo>
                    <a:pt x="1768" y="290"/>
                    <a:pt x="1612" y="398"/>
                    <a:pt x="1466" y="513"/>
                  </a:cubicBezTo>
                  <a:cubicBezTo>
                    <a:pt x="1319" y="628"/>
                    <a:pt x="1173" y="746"/>
                    <a:pt x="1030" y="864"/>
                  </a:cubicBezTo>
                  <a:cubicBezTo>
                    <a:pt x="884" y="979"/>
                    <a:pt x="738" y="1091"/>
                    <a:pt x="595" y="1209"/>
                  </a:cubicBezTo>
                  <a:cubicBezTo>
                    <a:pt x="522" y="1269"/>
                    <a:pt x="456" y="1331"/>
                    <a:pt x="383" y="1391"/>
                  </a:cubicBezTo>
                  <a:cubicBezTo>
                    <a:pt x="313" y="1453"/>
                    <a:pt x="240" y="1508"/>
                    <a:pt x="167" y="1564"/>
                  </a:cubicBezTo>
                  <a:cubicBezTo>
                    <a:pt x="143" y="1582"/>
                    <a:pt x="118" y="1603"/>
                    <a:pt x="94" y="1620"/>
                  </a:cubicBezTo>
                  <a:cubicBezTo>
                    <a:pt x="13" y="1679"/>
                    <a:pt x="0" y="1797"/>
                    <a:pt x="59" y="1874"/>
                  </a:cubicBezTo>
                  <a:cubicBezTo>
                    <a:pt x="94" y="1921"/>
                    <a:pt x="147" y="1945"/>
                    <a:pt x="202" y="1945"/>
                  </a:cubicBezTo>
                  <a:cubicBezTo>
                    <a:pt x="241" y="1945"/>
                    <a:pt x="280" y="1933"/>
                    <a:pt x="313" y="1909"/>
                  </a:cubicBezTo>
                  <a:cubicBezTo>
                    <a:pt x="389" y="1853"/>
                    <a:pt x="470" y="1794"/>
                    <a:pt x="543" y="1731"/>
                  </a:cubicBezTo>
                  <a:lnTo>
                    <a:pt x="762" y="1543"/>
                  </a:lnTo>
                  <a:cubicBezTo>
                    <a:pt x="898" y="1425"/>
                    <a:pt x="1045" y="1314"/>
                    <a:pt x="1187" y="1203"/>
                  </a:cubicBezTo>
                  <a:cubicBezTo>
                    <a:pt x="1337" y="1087"/>
                    <a:pt x="1480" y="965"/>
                    <a:pt x="1626" y="851"/>
                  </a:cubicBezTo>
                  <a:cubicBezTo>
                    <a:pt x="1772" y="735"/>
                    <a:pt x="1922" y="628"/>
                    <a:pt x="2078" y="526"/>
                  </a:cubicBezTo>
                  <a:cubicBezTo>
                    <a:pt x="2110" y="506"/>
                    <a:pt x="2141" y="488"/>
                    <a:pt x="2173" y="467"/>
                  </a:cubicBezTo>
                  <a:cubicBezTo>
                    <a:pt x="2235" y="436"/>
                    <a:pt x="2298" y="409"/>
                    <a:pt x="2364" y="388"/>
                  </a:cubicBezTo>
                  <a:cubicBezTo>
                    <a:pt x="2433" y="370"/>
                    <a:pt x="2504" y="363"/>
                    <a:pt x="2576" y="363"/>
                  </a:cubicBezTo>
                  <a:cubicBezTo>
                    <a:pt x="2650" y="367"/>
                    <a:pt x="2719" y="377"/>
                    <a:pt x="2788" y="394"/>
                  </a:cubicBezTo>
                  <a:cubicBezTo>
                    <a:pt x="2844" y="412"/>
                    <a:pt x="2896" y="436"/>
                    <a:pt x="2949" y="464"/>
                  </a:cubicBezTo>
                  <a:cubicBezTo>
                    <a:pt x="3022" y="509"/>
                    <a:pt x="3095" y="558"/>
                    <a:pt x="3165" y="613"/>
                  </a:cubicBezTo>
                  <a:cubicBezTo>
                    <a:pt x="3245" y="676"/>
                    <a:pt x="3318" y="743"/>
                    <a:pt x="3391" y="812"/>
                  </a:cubicBezTo>
                  <a:cubicBezTo>
                    <a:pt x="3510" y="938"/>
                    <a:pt x="3621" y="1070"/>
                    <a:pt x="3722" y="1213"/>
                  </a:cubicBezTo>
                  <a:cubicBezTo>
                    <a:pt x="3774" y="1289"/>
                    <a:pt x="3826" y="1370"/>
                    <a:pt x="3882" y="1446"/>
                  </a:cubicBezTo>
                  <a:cubicBezTo>
                    <a:pt x="3934" y="1523"/>
                    <a:pt x="3990" y="1595"/>
                    <a:pt x="4042" y="1669"/>
                  </a:cubicBezTo>
                  <a:cubicBezTo>
                    <a:pt x="4150" y="1822"/>
                    <a:pt x="4258" y="1975"/>
                    <a:pt x="4366" y="2128"/>
                  </a:cubicBezTo>
                  <a:cubicBezTo>
                    <a:pt x="4418" y="2201"/>
                    <a:pt x="4471" y="2268"/>
                    <a:pt x="4526" y="2337"/>
                  </a:cubicBezTo>
                  <a:cubicBezTo>
                    <a:pt x="4582" y="2410"/>
                    <a:pt x="4634" y="2487"/>
                    <a:pt x="4686" y="2564"/>
                  </a:cubicBezTo>
                  <a:lnTo>
                    <a:pt x="4843" y="2783"/>
                  </a:lnTo>
                  <a:cubicBezTo>
                    <a:pt x="4898" y="2856"/>
                    <a:pt x="4951" y="2929"/>
                    <a:pt x="5010" y="2995"/>
                  </a:cubicBezTo>
                  <a:cubicBezTo>
                    <a:pt x="5041" y="3033"/>
                    <a:pt x="5076" y="3058"/>
                    <a:pt x="5125" y="3068"/>
                  </a:cubicBezTo>
                  <a:cubicBezTo>
                    <a:pt x="5133" y="3070"/>
                    <a:pt x="5141" y="3070"/>
                    <a:pt x="5150" y="3070"/>
                  </a:cubicBezTo>
                  <a:cubicBezTo>
                    <a:pt x="5190" y="3070"/>
                    <a:pt x="5230" y="3057"/>
                    <a:pt x="5264" y="3033"/>
                  </a:cubicBezTo>
                  <a:cubicBezTo>
                    <a:pt x="5337" y="2974"/>
                    <a:pt x="5361" y="2853"/>
                    <a:pt x="5299" y="2776"/>
                  </a:cubicBezTo>
                  <a:cubicBezTo>
                    <a:pt x="5247" y="2717"/>
                    <a:pt x="5202" y="2654"/>
                    <a:pt x="5157" y="2591"/>
                  </a:cubicBezTo>
                  <a:cubicBezTo>
                    <a:pt x="5107" y="2525"/>
                    <a:pt x="5056" y="2459"/>
                    <a:pt x="5010" y="2389"/>
                  </a:cubicBezTo>
                  <a:cubicBezTo>
                    <a:pt x="4958" y="2320"/>
                    <a:pt x="4909" y="2243"/>
                    <a:pt x="4857" y="2174"/>
                  </a:cubicBezTo>
                  <a:cubicBezTo>
                    <a:pt x="4802" y="2101"/>
                    <a:pt x="4746" y="2031"/>
                    <a:pt x="4693" y="1958"/>
                  </a:cubicBezTo>
                  <a:cubicBezTo>
                    <a:pt x="4638" y="1884"/>
                    <a:pt x="4588" y="1812"/>
                    <a:pt x="4537" y="1735"/>
                  </a:cubicBezTo>
                  <a:cubicBezTo>
                    <a:pt x="4481" y="1662"/>
                    <a:pt x="4425" y="1585"/>
                    <a:pt x="4373" y="1508"/>
                  </a:cubicBezTo>
                  <a:cubicBezTo>
                    <a:pt x="4262" y="1355"/>
                    <a:pt x="4154" y="1203"/>
                    <a:pt x="4045" y="1049"/>
                  </a:cubicBezTo>
                  <a:cubicBezTo>
                    <a:pt x="3941" y="896"/>
                    <a:pt x="3833" y="750"/>
                    <a:pt x="3704" y="618"/>
                  </a:cubicBezTo>
                  <a:cubicBezTo>
                    <a:pt x="3565" y="475"/>
                    <a:pt x="3423" y="338"/>
                    <a:pt x="3259" y="231"/>
                  </a:cubicBezTo>
                  <a:cubicBezTo>
                    <a:pt x="3147" y="158"/>
                    <a:pt x="3032" y="88"/>
                    <a:pt x="2904" y="54"/>
                  </a:cubicBezTo>
                  <a:cubicBezTo>
                    <a:pt x="2792" y="18"/>
                    <a:pt x="2677" y="1"/>
                    <a:pt x="2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8"/>
            <p:cNvSpPr/>
            <p:nvPr/>
          </p:nvSpPr>
          <p:spPr>
            <a:xfrm>
              <a:off x="4757013" y="1448516"/>
              <a:ext cx="66730" cy="68311"/>
            </a:xfrm>
            <a:custGeom>
              <a:rect b="b" l="l" r="r" t="t"/>
              <a:pathLst>
                <a:path extrusionOk="0" h="1772" w="1731">
                  <a:moveTo>
                    <a:pt x="899" y="359"/>
                  </a:moveTo>
                  <a:cubicBezTo>
                    <a:pt x="951" y="362"/>
                    <a:pt x="1000" y="369"/>
                    <a:pt x="1052" y="380"/>
                  </a:cubicBezTo>
                  <a:cubicBezTo>
                    <a:pt x="1093" y="393"/>
                    <a:pt x="1132" y="411"/>
                    <a:pt x="1170" y="432"/>
                  </a:cubicBezTo>
                  <a:cubicBezTo>
                    <a:pt x="1188" y="443"/>
                    <a:pt x="1201" y="456"/>
                    <a:pt x="1219" y="470"/>
                  </a:cubicBezTo>
                  <a:cubicBezTo>
                    <a:pt x="1236" y="491"/>
                    <a:pt x="1254" y="515"/>
                    <a:pt x="1271" y="540"/>
                  </a:cubicBezTo>
                  <a:cubicBezTo>
                    <a:pt x="1302" y="602"/>
                    <a:pt x="1330" y="669"/>
                    <a:pt x="1351" y="739"/>
                  </a:cubicBezTo>
                  <a:cubicBezTo>
                    <a:pt x="1362" y="787"/>
                    <a:pt x="1365" y="840"/>
                    <a:pt x="1365" y="891"/>
                  </a:cubicBezTo>
                  <a:cubicBezTo>
                    <a:pt x="1362" y="951"/>
                    <a:pt x="1351" y="1007"/>
                    <a:pt x="1337" y="1062"/>
                  </a:cubicBezTo>
                  <a:cubicBezTo>
                    <a:pt x="1320" y="1115"/>
                    <a:pt x="1302" y="1160"/>
                    <a:pt x="1278" y="1205"/>
                  </a:cubicBezTo>
                  <a:cubicBezTo>
                    <a:pt x="1261" y="1233"/>
                    <a:pt x="1243" y="1257"/>
                    <a:pt x="1222" y="1278"/>
                  </a:cubicBezTo>
                  <a:cubicBezTo>
                    <a:pt x="1198" y="1299"/>
                    <a:pt x="1174" y="1320"/>
                    <a:pt x="1146" y="1338"/>
                  </a:cubicBezTo>
                  <a:cubicBezTo>
                    <a:pt x="1100" y="1362"/>
                    <a:pt x="1048" y="1379"/>
                    <a:pt x="1000" y="1393"/>
                  </a:cubicBezTo>
                  <a:cubicBezTo>
                    <a:pt x="954" y="1400"/>
                    <a:pt x="912" y="1407"/>
                    <a:pt x="870" y="1407"/>
                  </a:cubicBezTo>
                  <a:cubicBezTo>
                    <a:pt x="839" y="1407"/>
                    <a:pt x="812" y="1400"/>
                    <a:pt x="783" y="1393"/>
                  </a:cubicBezTo>
                  <a:cubicBezTo>
                    <a:pt x="749" y="1383"/>
                    <a:pt x="717" y="1365"/>
                    <a:pt x="686" y="1351"/>
                  </a:cubicBezTo>
                  <a:cubicBezTo>
                    <a:pt x="640" y="1317"/>
                    <a:pt x="599" y="1285"/>
                    <a:pt x="557" y="1247"/>
                  </a:cubicBezTo>
                  <a:cubicBezTo>
                    <a:pt x="515" y="1201"/>
                    <a:pt x="478" y="1156"/>
                    <a:pt x="446" y="1104"/>
                  </a:cubicBezTo>
                  <a:cubicBezTo>
                    <a:pt x="422" y="1055"/>
                    <a:pt x="401" y="1003"/>
                    <a:pt x="383" y="951"/>
                  </a:cubicBezTo>
                  <a:cubicBezTo>
                    <a:pt x="376" y="909"/>
                    <a:pt x="369" y="867"/>
                    <a:pt x="369" y="822"/>
                  </a:cubicBezTo>
                  <a:cubicBezTo>
                    <a:pt x="373" y="759"/>
                    <a:pt x="383" y="697"/>
                    <a:pt x="397" y="634"/>
                  </a:cubicBezTo>
                  <a:cubicBezTo>
                    <a:pt x="411" y="596"/>
                    <a:pt x="425" y="565"/>
                    <a:pt x="442" y="530"/>
                  </a:cubicBezTo>
                  <a:cubicBezTo>
                    <a:pt x="452" y="515"/>
                    <a:pt x="463" y="498"/>
                    <a:pt x="473" y="484"/>
                  </a:cubicBezTo>
                  <a:cubicBezTo>
                    <a:pt x="498" y="464"/>
                    <a:pt x="526" y="443"/>
                    <a:pt x="550" y="425"/>
                  </a:cubicBezTo>
                  <a:cubicBezTo>
                    <a:pt x="561" y="427"/>
                    <a:pt x="571" y="428"/>
                    <a:pt x="582" y="428"/>
                  </a:cubicBezTo>
                  <a:cubicBezTo>
                    <a:pt x="604" y="428"/>
                    <a:pt x="627" y="424"/>
                    <a:pt x="648" y="414"/>
                  </a:cubicBezTo>
                  <a:cubicBezTo>
                    <a:pt x="690" y="401"/>
                    <a:pt x="728" y="383"/>
                    <a:pt x="766" y="369"/>
                  </a:cubicBezTo>
                  <a:cubicBezTo>
                    <a:pt x="812" y="362"/>
                    <a:pt x="857" y="359"/>
                    <a:pt x="899" y="359"/>
                  </a:cubicBezTo>
                  <a:close/>
                  <a:moveTo>
                    <a:pt x="846" y="1"/>
                  </a:moveTo>
                  <a:cubicBezTo>
                    <a:pt x="808" y="1"/>
                    <a:pt x="770" y="1"/>
                    <a:pt x="732" y="7"/>
                  </a:cubicBezTo>
                  <a:cubicBezTo>
                    <a:pt x="676" y="17"/>
                    <a:pt x="627" y="35"/>
                    <a:pt x="574" y="52"/>
                  </a:cubicBezTo>
                  <a:cubicBezTo>
                    <a:pt x="558" y="48"/>
                    <a:pt x="541" y="46"/>
                    <a:pt x="523" y="46"/>
                  </a:cubicBezTo>
                  <a:cubicBezTo>
                    <a:pt x="487" y="46"/>
                    <a:pt x="451" y="56"/>
                    <a:pt x="418" y="77"/>
                  </a:cubicBezTo>
                  <a:cubicBezTo>
                    <a:pt x="415" y="77"/>
                    <a:pt x="411" y="80"/>
                    <a:pt x="407" y="80"/>
                  </a:cubicBezTo>
                  <a:cubicBezTo>
                    <a:pt x="369" y="108"/>
                    <a:pt x="327" y="136"/>
                    <a:pt x="290" y="168"/>
                  </a:cubicBezTo>
                  <a:cubicBezTo>
                    <a:pt x="269" y="184"/>
                    <a:pt x="248" y="202"/>
                    <a:pt x="230" y="220"/>
                  </a:cubicBezTo>
                  <a:cubicBezTo>
                    <a:pt x="206" y="244"/>
                    <a:pt x="188" y="261"/>
                    <a:pt x="171" y="286"/>
                  </a:cubicBezTo>
                  <a:cubicBezTo>
                    <a:pt x="147" y="317"/>
                    <a:pt x="129" y="352"/>
                    <a:pt x="108" y="387"/>
                  </a:cubicBezTo>
                  <a:cubicBezTo>
                    <a:pt x="73" y="446"/>
                    <a:pt x="56" y="512"/>
                    <a:pt x="39" y="578"/>
                  </a:cubicBezTo>
                  <a:cubicBezTo>
                    <a:pt x="28" y="623"/>
                    <a:pt x="18" y="669"/>
                    <a:pt x="14" y="714"/>
                  </a:cubicBezTo>
                  <a:cubicBezTo>
                    <a:pt x="0" y="836"/>
                    <a:pt x="4" y="954"/>
                    <a:pt x="42" y="1073"/>
                  </a:cubicBezTo>
                  <a:cubicBezTo>
                    <a:pt x="81" y="1198"/>
                    <a:pt x="139" y="1317"/>
                    <a:pt x="227" y="1421"/>
                  </a:cubicBezTo>
                  <a:cubicBezTo>
                    <a:pt x="290" y="1494"/>
                    <a:pt x="362" y="1567"/>
                    <a:pt x="446" y="1623"/>
                  </a:cubicBezTo>
                  <a:cubicBezTo>
                    <a:pt x="502" y="1664"/>
                    <a:pt x="564" y="1699"/>
                    <a:pt x="630" y="1727"/>
                  </a:cubicBezTo>
                  <a:cubicBezTo>
                    <a:pt x="709" y="1757"/>
                    <a:pt x="794" y="1771"/>
                    <a:pt x="878" y="1771"/>
                  </a:cubicBezTo>
                  <a:cubicBezTo>
                    <a:pt x="910" y="1771"/>
                    <a:pt x="941" y="1769"/>
                    <a:pt x="971" y="1765"/>
                  </a:cubicBezTo>
                  <a:cubicBezTo>
                    <a:pt x="1076" y="1751"/>
                    <a:pt x="1177" y="1724"/>
                    <a:pt x="1271" y="1682"/>
                  </a:cubicBezTo>
                  <a:cubicBezTo>
                    <a:pt x="1372" y="1633"/>
                    <a:pt x="1463" y="1560"/>
                    <a:pt x="1532" y="1473"/>
                  </a:cubicBezTo>
                  <a:cubicBezTo>
                    <a:pt x="1601" y="1389"/>
                    <a:pt x="1647" y="1288"/>
                    <a:pt x="1678" y="1184"/>
                  </a:cubicBezTo>
                  <a:cubicBezTo>
                    <a:pt x="1693" y="1132"/>
                    <a:pt x="1706" y="1083"/>
                    <a:pt x="1717" y="1028"/>
                  </a:cubicBezTo>
                  <a:cubicBezTo>
                    <a:pt x="1727" y="972"/>
                    <a:pt x="1727" y="912"/>
                    <a:pt x="1727" y="853"/>
                  </a:cubicBezTo>
                  <a:cubicBezTo>
                    <a:pt x="1731" y="742"/>
                    <a:pt x="1699" y="631"/>
                    <a:pt x="1661" y="526"/>
                  </a:cubicBezTo>
                  <a:cubicBezTo>
                    <a:pt x="1647" y="488"/>
                    <a:pt x="1633" y="453"/>
                    <a:pt x="1612" y="414"/>
                  </a:cubicBezTo>
                  <a:cubicBezTo>
                    <a:pt x="1588" y="366"/>
                    <a:pt x="1564" y="317"/>
                    <a:pt x="1529" y="272"/>
                  </a:cubicBezTo>
                  <a:cubicBezTo>
                    <a:pt x="1494" y="234"/>
                    <a:pt x="1459" y="195"/>
                    <a:pt x="1418" y="160"/>
                  </a:cubicBezTo>
                  <a:cubicBezTo>
                    <a:pt x="1379" y="129"/>
                    <a:pt x="1330" y="105"/>
                    <a:pt x="1281" y="84"/>
                  </a:cubicBezTo>
                  <a:cubicBezTo>
                    <a:pt x="1198" y="42"/>
                    <a:pt x="1104" y="14"/>
                    <a:pt x="1010" y="4"/>
                  </a:cubicBezTo>
                  <a:cubicBezTo>
                    <a:pt x="954" y="1"/>
                    <a:pt x="899" y="1"/>
                    <a:pt x="8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8"/>
            <p:cNvSpPr/>
            <p:nvPr/>
          </p:nvSpPr>
          <p:spPr>
            <a:xfrm>
              <a:off x="4784114" y="1475539"/>
              <a:ext cx="14533" cy="13994"/>
            </a:xfrm>
            <a:custGeom>
              <a:rect b="b" l="l" r="r" t="t"/>
              <a:pathLst>
                <a:path extrusionOk="0" h="363" w="377">
                  <a:moveTo>
                    <a:pt x="191" y="1"/>
                  </a:moveTo>
                  <a:cubicBezTo>
                    <a:pt x="150" y="1"/>
                    <a:pt x="115" y="14"/>
                    <a:pt x="80" y="38"/>
                  </a:cubicBezTo>
                  <a:cubicBezTo>
                    <a:pt x="42" y="62"/>
                    <a:pt x="14" y="110"/>
                    <a:pt x="11" y="156"/>
                  </a:cubicBezTo>
                  <a:cubicBezTo>
                    <a:pt x="0" y="201"/>
                    <a:pt x="14" y="253"/>
                    <a:pt x="42" y="292"/>
                  </a:cubicBezTo>
                  <a:cubicBezTo>
                    <a:pt x="74" y="330"/>
                    <a:pt x="115" y="354"/>
                    <a:pt x="161" y="361"/>
                  </a:cubicBezTo>
                  <a:cubicBezTo>
                    <a:pt x="170" y="362"/>
                    <a:pt x="179" y="363"/>
                    <a:pt x="188" y="363"/>
                  </a:cubicBezTo>
                  <a:cubicBezTo>
                    <a:pt x="228" y="363"/>
                    <a:pt x="263" y="349"/>
                    <a:pt x="300" y="327"/>
                  </a:cubicBezTo>
                  <a:cubicBezTo>
                    <a:pt x="339" y="302"/>
                    <a:pt x="363" y="253"/>
                    <a:pt x="370" y="208"/>
                  </a:cubicBezTo>
                  <a:cubicBezTo>
                    <a:pt x="376" y="160"/>
                    <a:pt x="363" y="110"/>
                    <a:pt x="334" y="73"/>
                  </a:cubicBezTo>
                  <a:cubicBezTo>
                    <a:pt x="307" y="34"/>
                    <a:pt x="262" y="10"/>
                    <a:pt x="217" y="2"/>
                  </a:cubicBezTo>
                  <a:cubicBezTo>
                    <a:pt x="208" y="1"/>
                    <a:pt x="200" y="1"/>
                    <a:pt x="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8"/>
            <p:cNvSpPr/>
            <p:nvPr/>
          </p:nvSpPr>
          <p:spPr>
            <a:xfrm>
              <a:off x="4608404" y="1361162"/>
              <a:ext cx="96799" cy="78796"/>
            </a:xfrm>
            <a:custGeom>
              <a:rect b="b" l="l" r="r" t="t"/>
              <a:pathLst>
                <a:path extrusionOk="0" h="2044" w="2511">
                  <a:moveTo>
                    <a:pt x="2305" y="0"/>
                  </a:moveTo>
                  <a:cubicBezTo>
                    <a:pt x="2272" y="0"/>
                    <a:pt x="2238" y="9"/>
                    <a:pt x="2208" y="27"/>
                  </a:cubicBezTo>
                  <a:cubicBezTo>
                    <a:pt x="2205" y="31"/>
                    <a:pt x="2202" y="35"/>
                    <a:pt x="2198" y="38"/>
                  </a:cubicBezTo>
                  <a:cubicBezTo>
                    <a:pt x="2065" y="132"/>
                    <a:pt x="1947" y="240"/>
                    <a:pt x="1818" y="341"/>
                  </a:cubicBezTo>
                  <a:cubicBezTo>
                    <a:pt x="1749" y="397"/>
                    <a:pt x="1679" y="449"/>
                    <a:pt x="1613" y="504"/>
                  </a:cubicBezTo>
                  <a:cubicBezTo>
                    <a:pt x="1543" y="564"/>
                    <a:pt x="1474" y="623"/>
                    <a:pt x="1404" y="682"/>
                  </a:cubicBezTo>
                  <a:cubicBezTo>
                    <a:pt x="1122" y="915"/>
                    <a:pt x="830" y="1142"/>
                    <a:pt x="540" y="1372"/>
                  </a:cubicBezTo>
                  <a:cubicBezTo>
                    <a:pt x="394" y="1490"/>
                    <a:pt x="245" y="1605"/>
                    <a:pt x="95" y="1719"/>
                  </a:cubicBezTo>
                  <a:cubicBezTo>
                    <a:pt x="15" y="1779"/>
                    <a:pt x="1" y="1894"/>
                    <a:pt x="60" y="1974"/>
                  </a:cubicBezTo>
                  <a:cubicBezTo>
                    <a:pt x="95" y="2019"/>
                    <a:pt x="150" y="2044"/>
                    <a:pt x="205" y="2044"/>
                  </a:cubicBezTo>
                  <a:cubicBezTo>
                    <a:pt x="243" y="2044"/>
                    <a:pt x="281" y="2032"/>
                    <a:pt x="314" y="2008"/>
                  </a:cubicBezTo>
                  <a:cubicBezTo>
                    <a:pt x="614" y="1782"/>
                    <a:pt x="910" y="1549"/>
                    <a:pt x="1199" y="1312"/>
                  </a:cubicBezTo>
                  <a:cubicBezTo>
                    <a:pt x="1341" y="1197"/>
                    <a:pt x="1487" y="1083"/>
                    <a:pt x="1630" y="967"/>
                  </a:cubicBezTo>
                  <a:cubicBezTo>
                    <a:pt x="1700" y="909"/>
                    <a:pt x="1766" y="849"/>
                    <a:pt x="1836" y="790"/>
                  </a:cubicBezTo>
                  <a:cubicBezTo>
                    <a:pt x="1905" y="734"/>
                    <a:pt x="1975" y="682"/>
                    <a:pt x="2045" y="626"/>
                  </a:cubicBezTo>
                  <a:cubicBezTo>
                    <a:pt x="2170" y="525"/>
                    <a:pt x="2289" y="421"/>
                    <a:pt x="2417" y="327"/>
                  </a:cubicBezTo>
                  <a:cubicBezTo>
                    <a:pt x="2498" y="268"/>
                    <a:pt x="2511" y="149"/>
                    <a:pt x="2452" y="73"/>
                  </a:cubicBezTo>
                  <a:cubicBezTo>
                    <a:pt x="2415" y="25"/>
                    <a:pt x="2360" y="0"/>
                    <a:pt x="23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8"/>
            <p:cNvSpPr/>
            <p:nvPr/>
          </p:nvSpPr>
          <p:spPr>
            <a:xfrm>
              <a:off x="4772587" y="1409619"/>
              <a:ext cx="57439" cy="51387"/>
            </a:xfrm>
            <a:custGeom>
              <a:rect b="b" l="l" r="r" t="t"/>
              <a:pathLst>
                <a:path extrusionOk="0" h="1333" w="1490">
                  <a:moveTo>
                    <a:pt x="1299" y="1"/>
                  </a:moveTo>
                  <a:cubicBezTo>
                    <a:pt x="1268" y="1"/>
                    <a:pt x="1238" y="8"/>
                    <a:pt x="1212" y="24"/>
                  </a:cubicBezTo>
                  <a:cubicBezTo>
                    <a:pt x="1205" y="28"/>
                    <a:pt x="1197" y="31"/>
                    <a:pt x="1194" y="38"/>
                  </a:cubicBezTo>
                  <a:cubicBezTo>
                    <a:pt x="1104" y="115"/>
                    <a:pt x="1009" y="181"/>
                    <a:pt x="919" y="258"/>
                  </a:cubicBezTo>
                  <a:cubicBezTo>
                    <a:pt x="826" y="334"/>
                    <a:pt x="728" y="414"/>
                    <a:pt x="633" y="497"/>
                  </a:cubicBezTo>
                  <a:cubicBezTo>
                    <a:pt x="547" y="574"/>
                    <a:pt x="456" y="655"/>
                    <a:pt x="369" y="731"/>
                  </a:cubicBezTo>
                  <a:cubicBezTo>
                    <a:pt x="268" y="822"/>
                    <a:pt x="174" y="915"/>
                    <a:pt x="77" y="1005"/>
                  </a:cubicBezTo>
                  <a:cubicBezTo>
                    <a:pt x="42" y="1041"/>
                    <a:pt x="14" y="1072"/>
                    <a:pt x="7" y="1124"/>
                  </a:cubicBezTo>
                  <a:cubicBezTo>
                    <a:pt x="0" y="1173"/>
                    <a:pt x="14" y="1222"/>
                    <a:pt x="42" y="1260"/>
                  </a:cubicBezTo>
                  <a:cubicBezTo>
                    <a:pt x="69" y="1298"/>
                    <a:pt x="115" y="1323"/>
                    <a:pt x="160" y="1330"/>
                  </a:cubicBezTo>
                  <a:cubicBezTo>
                    <a:pt x="170" y="1331"/>
                    <a:pt x="180" y="1332"/>
                    <a:pt x="191" y="1332"/>
                  </a:cubicBezTo>
                  <a:cubicBezTo>
                    <a:pt x="229" y="1332"/>
                    <a:pt x="272" y="1322"/>
                    <a:pt x="296" y="1295"/>
                  </a:cubicBezTo>
                  <a:cubicBezTo>
                    <a:pt x="390" y="1208"/>
                    <a:pt x="480" y="1117"/>
                    <a:pt x="575" y="1034"/>
                  </a:cubicBezTo>
                  <a:cubicBezTo>
                    <a:pt x="669" y="950"/>
                    <a:pt x="759" y="867"/>
                    <a:pt x="853" y="787"/>
                  </a:cubicBezTo>
                  <a:cubicBezTo>
                    <a:pt x="943" y="710"/>
                    <a:pt x="1035" y="629"/>
                    <a:pt x="1128" y="557"/>
                  </a:cubicBezTo>
                  <a:cubicBezTo>
                    <a:pt x="1223" y="480"/>
                    <a:pt x="1319" y="407"/>
                    <a:pt x="1414" y="327"/>
                  </a:cubicBezTo>
                  <a:cubicBezTo>
                    <a:pt x="1448" y="295"/>
                    <a:pt x="1477" y="258"/>
                    <a:pt x="1483" y="208"/>
                  </a:cubicBezTo>
                  <a:cubicBezTo>
                    <a:pt x="1490" y="160"/>
                    <a:pt x="1477" y="111"/>
                    <a:pt x="1448" y="73"/>
                  </a:cubicBezTo>
                  <a:cubicBezTo>
                    <a:pt x="1414" y="27"/>
                    <a:pt x="1356" y="1"/>
                    <a:pt x="1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 name="Google Shape;952;p48"/>
          <p:cNvGrpSpPr/>
          <p:nvPr/>
        </p:nvGrpSpPr>
        <p:grpSpPr>
          <a:xfrm>
            <a:off x="7110047" y="1995441"/>
            <a:ext cx="528742" cy="519626"/>
            <a:chOff x="7187525" y="1296881"/>
            <a:chExt cx="368693" cy="362336"/>
          </a:xfrm>
        </p:grpSpPr>
        <p:sp>
          <p:nvSpPr>
            <p:cNvPr id="953" name="Google Shape;953;p48"/>
            <p:cNvSpPr/>
            <p:nvPr/>
          </p:nvSpPr>
          <p:spPr>
            <a:xfrm>
              <a:off x="7284847" y="1368595"/>
              <a:ext cx="265936" cy="278233"/>
            </a:xfrm>
            <a:custGeom>
              <a:rect b="b" l="l" r="r" t="t"/>
              <a:pathLst>
                <a:path extrusionOk="0" h="6041" w="5774">
                  <a:moveTo>
                    <a:pt x="4677" y="0"/>
                  </a:moveTo>
                  <a:cubicBezTo>
                    <a:pt x="4635" y="0"/>
                    <a:pt x="4597" y="7"/>
                    <a:pt x="4565" y="17"/>
                  </a:cubicBezTo>
                  <a:cubicBezTo>
                    <a:pt x="4370" y="97"/>
                    <a:pt x="4147" y="184"/>
                    <a:pt x="3946" y="303"/>
                  </a:cubicBezTo>
                  <a:cubicBezTo>
                    <a:pt x="3743" y="418"/>
                    <a:pt x="3566" y="560"/>
                    <a:pt x="3353" y="735"/>
                  </a:cubicBezTo>
                  <a:cubicBezTo>
                    <a:pt x="3215" y="849"/>
                    <a:pt x="3086" y="968"/>
                    <a:pt x="2974" y="1087"/>
                  </a:cubicBezTo>
                  <a:cubicBezTo>
                    <a:pt x="2723" y="1347"/>
                    <a:pt x="2493" y="1616"/>
                    <a:pt x="2323" y="1818"/>
                  </a:cubicBezTo>
                  <a:cubicBezTo>
                    <a:pt x="2114" y="2064"/>
                    <a:pt x="1902" y="2312"/>
                    <a:pt x="1693" y="2556"/>
                  </a:cubicBezTo>
                  <a:cubicBezTo>
                    <a:pt x="1619" y="2639"/>
                    <a:pt x="1550" y="2723"/>
                    <a:pt x="1477" y="2806"/>
                  </a:cubicBezTo>
                  <a:cubicBezTo>
                    <a:pt x="1348" y="2956"/>
                    <a:pt x="1212" y="3113"/>
                    <a:pt x="1084" y="3269"/>
                  </a:cubicBezTo>
                  <a:cubicBezTo>
                    <a:pt x="867" y="3523"/>
                    <a:pt x="663" y="3791"/>
                    <a:pt x="470" y="4066"/>
                  </a:cubicBezTo>
                  <a:cubicBezTo>
                    <a:pt x="380" y="4199"/>
                    <a:pt x="300" y="4317"/>
                    <a:pt x="234" y="4436"/>
                  </a:cubicBezTo>
                  <a:cubicBezTo>
                    <a:pt x="203" y="4484"/>
                    <a:pt x="175" y="4540"/>
                    <a:pt x="140" y="4610"/>
                  </a:cubicBezTo>
                  <a:cubicBezTo>
                    <a:pt x="49" y="4788"/>
                    <a:pt x="22" y="4961"/>
                    <a:pt x="7" y="5125"/>
                  </a:cubicBezTo>
                  <a:cubicBezTo>
                    <a:pt x="1" y="5205"/>
                    <a:pt x="15" y="5289"/>
                    <a:pt x="28" y="5365"/>
                  </a:cubicBezTo>
                  <a:lnTo>
                    <a:pt x="36" y="5411"/>
                  </a:lnTo>
                  <a:cubicBezTo>
                    <a:pt x="57" y="5543"/>
                    <a:pt x="147" y="5657"/>
                    <a:pt x="203" y="5713"/>
                  </a:cubicBezTo>
                  <a:cubicBezTo>
                    <a:pt x="387" y="5916"/>
                    <a:pt x="648" y="5992"/>
                    <a:pt x="836" y="6023"/>
                  </a:cubicBezTo>
                  <a:cubicBezTo>
                    <a:pt x="906" y="6038"/>
                    <a:pt x="972" y="6041"/>
                    <a:pt x="1039" y="6041"/>
                  </a:cubicBezTo>
                  <a:cubicBezTo>
                    <a:pt x="1108" y="6041"/>
                    <a:pt x="1177" y="6033"/>
                    <a:pt x="1247" y="6020"/>
                  </a:cubicBezTo>
                  <a:cubicBezTo>
                    <a:pt x="1344" y="5999"/>
                    <a:pt x="1435" y="5964"/>
                    <a:pt x="1512" y="5933"/>
                  </a:cubicBezTo>
                  <a:cubicBezTo>
                    <a:pt x="1651" y="5874"/>
                    <a:pt x="1786" y="5804"/>
                    <a:pt x="1908" y="5741"/>
                  </a:cubicBezTo>
                  <a:cubicBezTo>
                    <a:pt x="2215" y="5585"/>
                    <a:pt x="2487" y="5365"/>
                    <a:pt x="2747" y="5153"/>
                  </a:cubicBezTo>
                  <a:lnTo>
                    <a:pt x="2752" y="5149"/>
                  </a:lnTo>
                  <a:cubicBezTo>
                    <a:pt x="2998" y="4951"/>
                    <a:pt x="3221" y="4728"/>
                    <a:pt x="3437" y="4513"/>
                  </a:cubicBezTo>
                  <a:cubicBezTo>
                    <a:pt x="3705" y="4248"/>
                    <a:pt x="3917" y="4025"/>
                    <a:pt x="4105" y="3816"/>
                  </a:cubicBezTo>
                  <a:cubicBezTo>
                    <a:pt x="4325" y="3573"/>
                    <a:pt x="4537" y="3322"/>
                    <a:pt x="4694" y="3130"/>
                  </a:cubicBezTo>
                  <a:cubicBezTo>
                    <a:pt x="4774" y="3033"/>
                    <a:pt x="4857" y="2935"/>
                    <a:pt x="4941" y="2841"/>
                  </a:cubicBezTo>
                  <a:lnTo>
                    <a:pt x="4987" y="2785"/>
                  </a:lnTo>
                  <a:cubicBezTo>
                    <a:pt x="5098" y="2660"/>
                    <a:pt x="5209" y="2517"/>
                    <a:pt x="5338" y="2336"/>
                  </a:cubicBezTo>
                  <a:cubicBezTo>
                    <a:pt x="5415" y="2231"/>
                    <a:pt x="5492" y="2120"/>
                    <a:pt x="5554" y="2002"/>
                  </a:cubicBezTo>
                  <a:cubicBezTo>
                    <a:pt x="5634" y="1839"/>
                    <a:pt x="5693" y="1675"/>
                    <a:pt x="5728" y="1514"/>
                  </a:cubicBezTo>
                  <a:cubicBezTo>
                    <a:pt x="5746" y="1421"/>
                    <a:pt x="5756" y="1333"/>
                    <a:pt x="5767" y="1225"/>
                  </a:cubicBezTo>
                  <a:cubicBezTo>
                    <a:pt x="5770" y="1194"/>
                    <a:pt x="5773" y="1163"/>
                    <a:pt x="5773" y="1132"/>
                  </a:cubicBezTo>
                  <a:cubicBezTo>
                    <a:pt x="5770" y="1114"/>
                    <a:pt x="5770" y="1093"/>
                    <a:pt x="5770" y="1076"/>
                  </a:cubicBezTo>
                  <a:lnTo>
                    <a:pt x="5770" y="1048"/>
                  </a:lnTo>
                  <a:lnTo>
                    <a:pt x="5767" y="1016"/>
                  </a:lnTo>
                  <a:cubicBezTo>
                    <a:pt x="5760" y="965"/>
                    <a:pt x="5749" y="912"/>
                    <a:pt x="5742" y="860"/>
                  </a:cubicBezTo>
                  <a:cubicBezTo>
                    <a:pt x="5718" y="790"/>
                    <a:pt x="5686" y="721"/>
                    <a:pt x="5659" y="665"/>
                  </a:cubicBezTo>
                  <a:cubicBezTo>
                    <a:pt x="5634" y="616"/>
                    <a:pt x="5596" y="578"/>
                    <a:pt x="5561" y="536"/>
                  </a:cubicBezTo>
                  <a:cubicBezTo>
                    <a:pt x="5551" y="526"/>
                    <a:pt x="5540" y="515"/>
                    <a:pt x="5530" y="502"/>
                  </a:cubicBezTo>
                  <a:cubicBezTo>
                    <a:pt x="5488" y="452"/>
                    <a:pt x="5405" y="401"/>
                    <a:pt x="5366" y="372"/>
                  </a:cubicBezTo>
                  <a:lnTo>
                    <a:pt x="5321" y="345"/>
                  </a:lnTo>
                  <a:cubicBezTo>
                    <a:pt x="5258" y="303"/>
                    <a:pt x="5182" y="279"/>
                    <a:pt x="5108" y="254"/>
                  </a:cubicBezTo>
                  <a:lnTo>
                    <a:pt x="5087" y="247"/>
                  </a:lnTo>
                  <a:cubicBezTo>
                    <a:pt x="5077" y="240"/>
                    <a:pt x="5066" y="237"/>
                    <a:pt x="5053" y="237"/>
                  </a:cubicBezTo>
                  <a:cubicBezTo>
                    <a:pt x="5018" y="160"/>
                    <a:pt x="4955" y="94"/>
                    <a:pt x="4882" y="52"/>
                  </a:cubicBezTo>
                  <a:cubicBezTo>
                    <a:pt x="4820" y="17"/>
                    <a:pt x="4746" y="0"/>
                    <a:pt x="46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8"/>
            <p:cNvSpPr/>
            <p:nvPr/>
          </p:nvSpPr>
          <p:spPr>
            <a:xfrm>
              <a:off x="7196783" y="1299322"/>
              <a:ext cx="138173" cy="148950"/>
            </a:xfrm>
            <a:custGeom>
              <a:rect b="b" l="l" r="r" t="t"/>
              <a:pathLst>
                <a:path extrusionOk="0" h="3234" w="3000">
                  <a:moveTo>
                    <a:pt x="1951" y="0"/>
                  </a:moveTo>
                  <a:lnTo>
                    <a:pt x="1797" y="10"/>
                  </a:lnTo>
                  <a:lnTo>
                    <a:pt x="1655" y="21"/>
                  </a:lnTo>
                  <a:cubicBezTo>
                    <a:pt x="1564" y="28"/>
                    <a:pt x="1456" y="34"/>
                    <a:pt x="1352" y="55"/>
                  </a:cubicBezTo>
                  <a:cubicBezTo>
                    <a:pt x="1220" y="84"/>
                    <a:pt x="1098" y="142"/>
                    <a:pt x="987" y="198"/>
                  </a:cubicBezTo>
                  <a:cubicBezTo>
                    <a:pt x="823" y="282"/>
                    <a:pt x="663" y="407"/>
                    <a:pt x="489" y="578"/>
                  </a:cubicBezTo>
                  <a:cubicBezTo>
                    <a:pt x="318" y="748"/>
                    <a:pt x="182" y="978"/>
                    <a:pt x="89" y="1236"/>
                  </a:cubicBezTo>
                  <a:cubicBezTo>
                    <a:pt x="22" y="1427"/>
                    <a:pt x="1" y="1640"/>
                    <a:pt x="29" y="1852"/>
                  </a:cubicBezTo>
                  <a:cubicBezTo>
                    <a:pt x="47" y="1995"/>
                    <a:pt x="84" y="2138"/>
                    <a:pt x="147" y="2322"/>
                  </a:cubicBezTo>
                  <a:cubicBezTo>
                    <a:pt x="206" y="2493"/>
                    <a:pt x="322" y="2737"/>
                    <a:pt x="520" y="2911"/>
                  </a:cubicBezTo>
                  <a:cubicBezTo>
                    <a:pt x="597" y="2977"/>
                    <a:pt x="680" y="3036"/>
                    <a:pt x="764" y="3084"/>
                  </a:cubicBezTo>
                  <a:cubicBezTo>
                    <a:pt x="847" y="3134"/>
                    <a:pt x="945" y="3165"/>
                    <a:pt x="1024" y="3192"/>
                  </a:cubicBezTo>
                  <a:cubicBezTo>
                    <a:pt x="1060" y="3206"/>
                    <a:pt x="1098" y="3210"/>
                    <a:pt x="1133" y="3213"/>
                  </a:cubicBezTo>
                  <a:lnTo>
                    <a:pt x="1143" y="3217"/>
                  </a:lnTo>
                  <a:cubicBezTo>
                    <a:pt x="1217" y="3224"/>
                    <a:pt x="1283" y="3231"/>
                    <a:pt x="1342" y="3231"/>
                  </a:cubicBezTo>
                  <a:cubicBezTo>
                    <a:pt x="1355" y="3231"/>
                    <a:pt x="1370" y="3234"/>
                    <a:pt x="1384" y="3234"/>
                  </a:cubicBezTo>
                  <a:cubicBezTo>
                    <a:pt x="1481" y="3234"/>
                    <a:pt x="1585" y="3217"/>
                    <a:pt x="1710" y="3186"/>
                  </a:cubicBezTo>
                  <a:cubicBezTo>
                    <a:pt x="1776" y="3168"/>
                    <a:pt x="1843" y="3147"/>
                    <a:pt x="1913" y="3120"/>
                  </a:cubicBezTo>
                  <a:cubicBezTo>
                    <a:pt x="2069" y="3057"/>
                    <a:pt x="2198" y="2998"/>
                    <a:pt x="2316" y="2914"/>
                  </a:cubicBezTo>
                  <a:cubicBezTo>
                    <a:pt x="2400" y="2851"/>
                    <a:pt x="2483" y="2779"/>
                    <a:pt x="2570" y="2687"/>
                  </a:cubicBezTo>
                  <a:cubicBezTo>
                    <a:pt x="2721" y="2531"/>
                    <a:pt x="2832" y="2329"/>
                    <a:pt x="2912" y="2072"/>
                  </a:cubicBezTo>
                  <a:cubicBezTo>
                    <a:pt x="2957" y="1925"/>
                    <a:pt x="2981" y="1765"/>
                    <a:pt x="2992" y="1584"/>
                  </a:cubicBezTo>
                  <a:cubicBezTo>
                    <a:pt x="2999" y="1469"/>
                    <a:pt x="2978" y="1354"/>
                    <a:pt x="2954" y="1233"/>
                  </a:cubicBezTo>
                  <a:cubicBezTo>
                    <a:pt x="2946" y="1194"/>
                    <a:pt x="2933" y="1159"/>
                    <a:pt x="2915" y="1117"/>
                  </a:cubicBezTo>
                  <a:cubicBezTo>
                    <a:pt x="2880" y="1037"/>
                    <a:pt x="2849" y="978"/>
                    <a:pt x="2811" y="919"/>
                  </a:cubicBezTo>
                  <a:cubicBezTo>
                    <a:pt x="2689" y="731"/>
                    <a:pt x="2539" y="574"/>
                    <a:pt x="2369" y="470"/>
                  </a:cubicBezTo>
                  <a:cubicBezTo>
                    <a:pt x="2372" y="445"/>
                    <a:pt x="2376" y="421"/>
                    <a:pt x="2376" y="397"/>
                  </a:cubicBezTo>
                  <a:cubicBezTo>
                    <a:pt x="2369" y="181"/>
                    <a:pt x="2184" y="0"/>
                    <a:pt x="19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8"/>
            <p:cNvSpPr/>
            <p:nvPr/>
          </p:nvSpPr>
          <p:spPr>
            <a:xfrm>
              <a:off x="7198902" y="1297204"/>
              <a:ext cx="77008" cy="157332"/>
            </a:xfrm>
            <a:custGeom>
              <a:rect b="b" l="l" r="r" t="t"/>
              <a:pathLst>
                <a:path extrusionOk="0" h="3416" w="1672">
                  <a:moveTo>
                    <a:pt x="1264" y="0"/>
                  </a:moveTo>
                  <a:cubicBezTo>
                    <a:pt x="1187" y="0"/>
                    <a:pt x="1115" y="21"/>
                    <a:pt x="1049" y="63"/>
                  </a:cubicBezTo>
                  <a:cubicBezTo>
                    <a:pt x="965" y="112"/>
                    <a:pt x="874" y="213"/>
                    <a:pt x="864" y="314"/>
                  </a:cubicBezTo>
                  <a:cubicBezTo>
                    <a:pt x="864" y="339"/>
                    <a:pt x="861" y="363"/>
                    <a:pt x="857" y="384"/>
                  </a:cubicBezTo>
                  <a:cubicBezTo>
                    <a:pt x="836" y="384"/>
                    <a:pt x="811" y="380"/>
                    <a:pt x="787" y="380"/>
                  </a:cubicBezTo>
                  <a:cubicBezTo>
                    <a:pt x="753" y="387"/>
                    <a:pt x="718" y="394"/>
                    <a:pt x="683" y="397"/>
                  </a:cubicBezTo>
                  <a:cubicBezTo>
                    <a:pt x="617" y="418"/>
                    <a:pt x="557" y="456"/>
                    <a:pt x="505" y="506"/>
                  </a:cubicBezTo>
                  <a:cubicBezTo>
                    <a:pt x="435" y="564"/>
                    <a:pt x="387" y="641"/>
                    <a:pt x="338" y="718"/>
                  </a:cubicBezTo>
                  <a:cubicBezTo>
                    <a:pt x="321" y="749"/>
                    <a:pt x="303" y="777"/>
                    <a:pt x="286" y="808"/>
                  </a:cubicBezTo>
                  <a:cubicBezTo>
                    <a:pt x="237" y="903"/>
                    <a:pt x="199" y="1003"/>
                    <a:pt x="160" y="1104"/>
                  </a:cubicBezTo>
                  <a:cubicBezTo>
                    <a:pt x="109" y="1258"/>
                    <a:pt x="73" y="1414"/>
                    <a:pt x="53" y="1574"/>
                  </a:cubicBezTo>
                  <a:cubicBezTo>
                    <a:pt x="1" y="1943"/>
                    <a:pt x="43" y="2312"/>
                    <a:pt x="143" y="2671"/>
                  </a:cubicBezTo>
                  <a:cubicBezTo>
                    <a:pt x="171" y="2779"/>
                    <a:pt x="226" y="2883"/>
                    <a:pt x="272" y="2984"/>
                  </a:cubicBezTo>
                  <a:cubicBezTo>
                    <a:pt x="380" y="3217"/>
                    <a:pt x="611" y="3415"/>
                    <a:pt x="876" y="3415"/>
                  </a:cubicBezTo>
                  <a:cubicBezTo>
                    <a:pt x="893" y="3415"/>
                    <a:pt x="910" y="3415"/>
                    <a:pt x="927" y="3413"/>
                  </a:cubicBezTo>
                  <a:cubicBezTo>
                    <a:pt x="1080" y="3395"/>
                    <a:pt x="1219" y="3322"/>
                    <a:pt x="1317" y="3201"/>
                  </a:cubicBezTo>
                  <a:cubicBezTo>
                    <a:pt x="1404" y="3096"/>
                    <a:pt x="1449" y="2988"/>
                    <a:pt x="1494" y="2862"/>
                  </a:cubicBezTo>
                  <a:cubicBezTo>
                    <a:pt x="1536" y="2748"/>
                    <a:pt x="1542" y="2616"/>
                    <a:pt x="1553" y="2494"/>
                  </a:cubicBezTo>
                  <a:cubicBezTo>
                    <a:pt x="1581" y="2190"/>
                    <a:pt x="1574" y="1891"/>
                    <a:pt x="1584" y="1588"/>
                  </a:cubicBezTo>
                  <a:cubicBezTo>
                    <a:pt x="1598" y="1233"/>
                    <a:pt x="1623" y="882"/>
                    <a:pt x="1658" y="530"/>
                  </a:cubicBezTo>
                  <a:cubicBezTo>
                    <a:pt x="1658" y="522"/>
                    <a:pt x="1658" y="516"/>
                    <a:pt x="1661" y="506"/>
                  </a:cubicBezTo>
                  <a:cubicBezTo>
                    <a:pt x="1664" y="471"/>
                    <a:pt x="1668" y="432"/>
                    <a:pt x="1672" y="397"/>
                  </a:cubicBezTo>
                  <a:cubicBezTo>
                    <a:pt x="1668" y="324"/>
                    <a:pt x="1647" y="258"/>
                    <a:pt x="1613" y="199"/>
                  </a:cubicBezTo>
                  <a:cubicBezTo>
                    <a:pt x="1553" y="105"/>
                    <a:pt x="1463" y="39"/>
                    <a:pt x="1359" y="14"/>
                  </a:cubicBezTo>
                  <a:cubicBezTo>
                    <a:pt x="1327" y="4"/>
                    <a:pt x="1296" y="0"/>
                    <a:pt x="1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8"/>
            <p:cNvSpPr/>
            <p:nvPr/>
          </p:nvSpPr>
          <p:spPr>
            <a:xfrm>
              <a:off x="7294934" y="1480011"/>
              <a:ext cx="126888" cy="168663"/>
            </a:xfrm>
            <a:custGeom>
              <a:rect b="b" l="l" r="r" t="t"/>
              <a:pathLst>
                <a:path extrusionOk="0" h="3662" w="2755">
                  <a:moveTo>
                    <a:pt x="1916" y="0"/>
                  </a:moveTo>
                  <a:cubicBezTo>
                    <a:pt x="1805" y="5"/>
                    <a:pt x="1710" y="53"/>
                    <a:pt x="1634" y="126"/>
                  </a:cubicBezTo>
                  <a:cubicBezTo>
                    <a:pt x="1373" y="376"/>
                    <a:pt x="1104" y="631"/>
                    <a:pt x="878" y="913"/>
                  </a:cubicBezTo>
                  <a:cubicBezTo>
                    <a:pt x="749" y="1070"/>
                    <a:pt x="627" y="1226"/>
                    <a:pt x="520" y="1397"/>
                  </a:cubicBezTo>
                  <a:cubicBezTo>
                    <a:pt x="436" y="1530"/>
                    <a:pt x="367" y="1672"/>
                    <a:pt x="304" y="1811"/>
                  </a:cubicBezTo>
                  <a:cubicBezTo>
                    <a:pt x="227" y="1982"/>
                    <a:pt x="154" y="2152"/>
                    <a:pt x="95" y="2327"/>
                  </a:cubicBezTo>
                  <a:cubicBezTo>
                    <a:pt x="74" y="2393"/>
                    <a:pt x="60" y="2462"/>
                    <a:pt x="42" y="2532"/>
                  </a:cubicBezTo>
                  <a:cubicBezTo>
                    <a:pt x="32" y="2584"/>
                    <a:pt x="26" y="2633"/>
                    <a:pt x="18" y="2685"/>
                  </a:cubicBezTo>
                  <a:cubicBezTo>
                    <a:pt x="11" y="2748"/>
                    <a:pt x="5" y="2811"/>
                    <a:pt x="5" y="2870"/>
                  </a:cubicBezTo>
                  <a:cubicBezTo>
                    <a:pt x="1" y="2943"/>
                    <a:pt x="22" y="3016"/>
                    <a:pt x="32" y="3086"/>
                  </a:cubicBezTo>
                  <a:cubicBezTo>
                    <a:pt x="50" y="3172"/>
                    <a:pt x="95" y="3259"/>
                    <a:pt x="140" y="3333"/>
                  </a:cubicBezTo>
                  <a:cubicBezTo>
                    <a:pt x="196" y="3426"/>
                    <a:pt x="280" y="3503"/>
                    <a:pt x="370" y="3566"/>
                  </a:cubicBezTo>
                  <a:cubicBezTo>
                    <a:pt x="418" y="3594"/>
                    <a:pt x="474" y="3622"/>
                    <a:pt x="530" y="3635"/>
                  </a:cubicBezTo>
                  <a:cubicBezTo>
                    <a:pt x="593" y="3650"/>
                    <a:pt x="656" y="3653"/>
                    <a:pt x="722" y="3660"/>
                  </a:cubicBezTo>
                  <a:cubicBezTo>
                    <a:pt x="730" y="3661"/>
                    <a:pt x="738" y="3662"/>
                    <a:pt x="746" y="3662"/>
                  </a:cubicBezTo>
                  <a:cubicBezTo>
                    <a:pt x="809" y="3662"/>
                    <a:pt x="876" y="3641"/>
                    <a:pt x="937" y="3629"/>
                  </a:cubicBezTo>
                  <a:cubicBezTo>
                    <a:pt x="1008" y="3614"/>
                    <a:pt x="1077" y="3573"/>
                    <a:pt x="1143" y="3545"/>
                  </a:cubicBezTo>
                  <a:cubicBezTo>
                    <a:pt x="1258" y="3493"/>
                    <a:pt x="1359" y="3402"/>
                    <a:pt x="1450" y="3315"/>
                  </a:cubicBezTo>
                  <a:cubicBezTo>
                    <a:pt x="1519" y="3249"/>
                    <a:pt x="1578" y="3162"/>
                    <a:pt x="1630" y="3082"/>
                  </a:cubicBezTo>
                  <a:cubicBezTo>
                    <a:pt x="1683" y="3002"/>
                    <a:pt x="1735" y="2922"/>
                    <a:pt x="1787" y="2842"/>
                  </a:cubicBezTo>
                  <a:cubicBezTo>
                    <a:pt x="1954" y="2574"/>
                    <a:pt x="2111" y="2303"/>
                    <a:pt x="2274" y="2031"/>
                  </a:cubicBezTo>
                  <a:cubicBezTo>
                    <a:pt x="2358" y="1891"/>
                    <a:pt x="2442" y="1752"/>
                    <a:pt x="2525" y="1613"/>
                  </a:cubicBezTo>
                  <a:cubicBezTo>
                    <a:pt x="2560" y="1550"/>
                    <a:pt x="2595" y="1491"/>
                    <a:pt x="2623" y="1428"/>
                  </a:cubicBezTo>
                  <a:cubicBezTo>
                    <a:pt x="2650" y="1366"/>
                    <a:pt x="2679" y="1303"/>
                    <a:pt x="2700" y="1240"/>
                  </a:cubicBezTo>
                  <a:cubicBezTo>
                    <a:pt x="2748" y="1091"/>
                    <a:pt x="2755" y="903"/>
                    <a:pt x="2668" y="767"/>
                  </a:cubicBezTo>
                  <a:cubicBezTo>
                    <a:pt x="2623" y="697"/>
                    <a:pt x="2574" y="638"/>
                    <a:pt x="2497" y="596"/>
                  </a:cubicBezTo>
                  <a:cubicBezTo>
                    <a:pt x="2452" y="569"/>
                    <a:pt x="2382" y="544"/>
                    <a:pt x="2319" y="534"/>
                  </a:cubicBezTo>
                  <a:cubicBezTo>
                    <a:pt x="2361" y="391"/>
                    <a:pt x="2324" y="220"/>
                    <a:pt x="2212" y="116"/>
                  </a:cubicBezTo>
                  <a:cubicBezTo>
                    <a:pt x="2136" y="42"/>
                    <a:pt x="2035" y="0"/>
                    <a:pt x="19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8"/>
            <p:cNvSpPr/>
            <p:nvPr/>
          </p:nvSpPr>
          <p:spPr>
            <a:xfrm>
              <a:off x="7260666" y="1301026"/>
              <a:ext cx="74751" cy="121684"/>
            </a:xfrm>
            <a:custGeom>
              <a:rect b="b" l="l" r="r" t="t"/>
              <a:pathLst>
                <a:path extrusionOk="0" h="2642" w="1623">
                  <a:moveTo>
                    <a:pt x="759" y="1651"/>
                  </a:moveTo>
                  <a:lnTo>
                    <a:pt x="759" y="1651"/>
                  </a:lnTo>
                  <a:cubicBezTo>
                    <a:pt x="766" y="1659"/>
                    <a:pt x="773" y="1669"/>
                    <a:pt x="780" y="1679"/>
                  </a:cubicBezTo>
                  <a:cubicBezTo>
                    <a:pt x="773" y="1669"/>
                    <a:pt x="766" y="1662"/>
                    <a:pt x="759" y="1651"/>
                  </a:cubicBezTo>
                  <a:close/>
                  <a:moveTo>
                    <a:pt x="508" y="1"/>
                  </a:moveTo>
                  <a:cubicBezTo>
                    <a:pt x="501" y="1"/>
                    <a:pt x="498" y="1"/>
                    <a:pt x="494" y="5"/>
                  </a:cubicBezTo>
                  <a:cubicBezTo>
                    <a:pt x="386" y="5"/>
                    <a:pt x="285" y="53"/>
                    <a:pt x="212" y="130"/>
                  </a:cubicBezTo>
                  <a:cubicBezTo>
                    <a:pt x="191" y="158"/>
                    <a:pt x="171" y="185"/>
                    <a:pt x="150" y="214"/>
                  </a:cubicBezTo>
                  <a:cubicBezTo>
                    <a:pt x="115" y="280"/>
                    <a:pt x="97" y="349"/>
                    <a:pt x="97" y="426"/>
                  </a:cubicBezTo>
                  <a:cubicBezTo>
                    <a:pt x="76" y="749"/>
                    <a:pt x="49" y="1077"/>
                    <a:pt x="21" y="1400"/>
                  </a:cubicBezTo>
                  <a:cubicBezTo>
                    <a:pt x="10" y="1547"/>
                    <a:pt x="0" y="1693"/>
                    <a:pt x="21" y="1839"/>
                  </a:cubicBezTo>
                  <a:cubicBezTo>
                    <a:pt x="31" y="1909"/>
                    <a:pt x="42" y="1958"/>
                    <a:pt x="63" y="2020"/>
                  </a:cubicBezTo>
                  <a:cubicBezTo>
                    <a:pt x="90" y="2111"/>
                    <a:pt x="132" y="2170"/>
                    <a:pt x="191" y="2240"/>
                  </a:cubicBezTo>
                  <a:cubicBezTo>
                    <a:pt x="247" y="2310"/>
                    <a:pt x="327" y="2361"/>
                    <a:pt x="404" y="2407"/>
                  </a:cubicBezTo>
                  <a:cubicBezTo>
                    <a:pt x="460" y="2438"/>
                    <a:pt x="515" y="2466"/>
                    <a:pt x="574" y="2494"/>
                  </a:cubicBezTo>
                  <a:cubicBezTo>
                    <a:pt x="675" y="2546"/>
                    <a:pt x="783" y="2599"/>
                    <a:pt x="895" y="2626"/>
                  </a:cubicBezTo>
                  <a:cubicBezTo>
                    <a:pt x="932" y="2637"/>
                    <a:pt x="971" y="2642"/>
                    <a:pt x="1012" y="2642"/>
                  </a:cubicBezTo>
                  <a:cubicBezTo>
                    <a:pt x="1119" y="2642"/>
                    <a:pt x="1231" y="2606"/>
                    <a:pt x="1313" y="2543"/>
                  </a:cubicBezTo>
                  <a:cubicBezTo>
                    <a:pt x="1386" y="2487"/>
                    <a:pt x="1442" y="2435"/>
                    <a:pt x="1487" y="2355"/>
                  </a:cubicBezTo>
                  <a:cubicBezTo>
                    <a:pt x="1522" y="2295"/>
                    <a:pt x="1553" y="2229"/>
                    <a:pt x="1570" y="2163"/>
                  </a:cubicBezTo>
                  <a:cubicBezTo>
                    <a:pt x="1609" y="2031"/>
                    <a:pt x="1622" y="1888"/>
                    <a:pt x="1615" y="1749"/>
                  </a:cubicBezTo>
                  <a:cubicBezTo>
                    <a:pt x="1612" y="1644"/>
                    <a:pt x="1591" y="1540"/>
                    <a:pt x="1574" y="1435"/>
                  </a:cubicBezTo>
                  <a:cubicBezTo>
                    <a:pt x="1549" y="1303"/>
                    <a:pt x="1511" y="1171"/>
                    <a:pt x="1469" y="1045"/>
                  </a:cubicBezTo>
                  <a:cubicBezTo>
                    <a:pt x="1438" y="955"/>
                    <a:pt x="1403" y="865"/>
                    <a:pt x="1358" y="781"/>
                  </a:cubicBezTo>
                  <a:cubicBezTo>
                    <a:pt x="1344" y="749"/>
                    <a:pt x="1323" y="722"/>
                    <a:pt x="1302" y="690"/>
                  </a:cubicBezTo>
                  <a:cubicBezTo>
                    <a:pt x="1299" y="632"/>
                    <a:pt x="1278" y="569"/>
                    <a:pt x="1246" y="513"/>
                  </a:cubicBezTo>
                  <a:cubicBezTo>
                    <a:pt x="1170" y="394"/>
                    <a:pt x="1041" y="325"/>
                    <a:pt x="908" y="322"/>
                  </a:cubicBezTo>
                  <a:cubicBezTo>
                    <a:pt x="891" y="241"/>
                    <a:pt x="842" y="168"/>
                    <a:pt x="791" y="116"/>
                  </a:cubicBezTo>
                  <a:cubicBezTo>
                    <a:pt x="714" y="42"/>
                    <a:pt x="613" y="1"/>
                    <a:pt x="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8"/>
            <p:cNvSpPr/>
            <p:nvPr/>
          </p:nvSpPr>
          <p:spPr>
            <a:xfrm>
              <a:off x="7383321" y="1374812"/>
              <a:ext cx="160418" cy="147246"/>
            </a:xfrm>
            <a:custGeom>
              <a:rect b="b" l="l" r="r" t="t"/>
              <a:pathLst>
                <a:path extrusionOk="0" h="3197" w="3483">
                  <a:moveTo>
                    <a:pt x="2525" y="1"/>
                  </a:moveTo>
                  <a:cubicBezTo>
                    <a:pt x="2486" y="1"/>
                    <a:pt x="2448" y="7"/>
                    <a:pt x="2410" y="18"/>
                  </a:cubicBezTo>
                  <a:cubicBezTo>
                    <a:pt x="2239" y="74"/>
                    <a:pt x="2076" y="179"/>
                    <a:pt x="1926" y="276"/>
                  </a:cubicBezTo>
                  <a:cubicBezTo>
                    <a:pt x="1797" y="359"/>
                    <a:pt x="1671" y="446"/>
                    <a:pt x="1554" y="540"/>
                  </a:cubicBezTo>
                  <a:cubicBezTo>
                    <a:pt x="1403" y="659"/>
                    <a:pt x="1257" y="780"/>
                    <a:pt x="1118" y="913"/>
                  </a:cubicBezTo>
                  <a:cubicBezTo>
                    <a:pt x="1014" y="1014"/>
                    <a:pt x="916" y="1119"/>
                    <a:pt x="826" y="1226"/>
                  </a:cubicBezTo>
                  <a:cubicBezTo>
                    <a:pt x="721" y="1348"/>
                    <a:pt x="620" y="1470"/>
                    <a:pt x="523" y="1599"/>
                  </a:cubicBezTo>
                  <a:cubicBezTo>
                    <a:pt x="439" y="1710"/>
                    <a:pt x="355" y="1821"/>
                    <a:pt x="275" y="1937"/>
                  </a:cubicBezTo>
                  <a:cubicBezTo>
                    <a:pt x="220" y="2017"/>
                    <a:pt x="171" y="2101"/>
                    <a:pt x="126" y="2187"/>
                  </a:cubicBezTo>
                  <a:cubicBezTo>
                    <a:pt x="95" y="2250"/>
                    <a:pt x="70" y="2316"/>
                    <a:pt x="45" y="2379"/>
                  </a:cubicBezTo>
                  <a:cubicBezTo>
                    <a:pt x="21" y="2459"/>
                    <a:pt x="14" y="2539"/>
                    <a:pt x="4" y="2626"/>
                  </a:cubicBezTo>
                  <a:cubicBezTo>
                    <a:pt x="0" y="2678"/>
                    <a:pt x="18" y="2737"/>
                    <a:pt x="32" y="2790"/>
                  </a:cubicBezTo>
                  <a:cubicBezTo>
                    <a:pt x="39" y="2803"/>
                    <a:pt x="45" y="2818"/>
                    <a:pt x="53" y="2835"/>
                  </a:cubicBezTo>
                  <a:cubicBezTo>
                    <a:pt x="74" y="2901"/>
                    <a:pt x="108" y="2960"/>
                    <a:pt x="161" y="3009"/>
                  </a:cubicBezTo>
                  <a:cubicBezTo>
                    <a:pt x="199" y="3054"/>
                    <a:pt x="238" y="3086"/>
                    <a:pt x="289" y="3117"/>
                  </a:cubicBezTo>
                  <a:cubicBezTo>
                    <a:pt x="338" y="3148"/>
                    <a:pt x="390" y="3166"/>
                    <a:pt x="442" y="3183"/>
                  </a:cubicBezTo>
                  <a:cubicBezTo>
                    <a:pt x="473" y="3193"/>
                    <a:pt x="506" y="3196"/>
                    <a:pt x="540" y="3196"/>
                  </a:cubicBezTo>
                  <a:cubicBezTo>
                    <a:pt x="591" y="3196"/>
                    <a:pt x="643" y="3188"/>
                    <a:pt x="686" y="3179"/>
                  </a:cubicBezTo>
                  <a:cubicBezTo>
                    <a:pt x="739" y="3169"/>
                    <a:pt x="802" y="3145"/>
                    <a:pt x="843" y="3117"/>
                  </a:cubicBezTo>
                  <a:cubicBezTo>
                    <a:pt x="916" y="3075"/>
                    <a:pt x="979" y="3020"/>
                    <a:pt x="1038" y="2964"/>
                  </a:cubicBezTo>
                  <a:cubicBezTo>
                    <a:pt x="1157" y="2853"/>
                    <a:pt x="1265" y="2737"/>
                    <a:pt x="1372" y="2619"/>
                  </a:cubicBezTo>
                  <a:cubicBezTo>
                    <a:pt x="1602" y="2372"/>
                    <a:pt x="1818" y="2107"/>
                    <a:pt x="2037" y="1850"/>
                  </a:cubicBezTo>
                  <a:cubicBezTo>
                    <a:pt x="2277" y="1567"/>
                    <a:pt x="2510" y="1286"/>
                    <a:pt x="2793" y="1045"/>
                  </a:cubicBezTo>
                  <a:cubicBezTo>
                    <a:pt x="2932" y="941"/>
                    <a:pt x="3082" y="854"/>
                    <a:pt x="3235" y="770"/>
                  </a:cubicBezTo>
                  <a:cubicBezTo>
                    <a:pt x="3430" y="662"/>
                    <a:pt x="3482" y="391"/>
                    <a:pt x="3371" y="210"/>
                  </a:cubicBezTo>
                  <a:cubicBezTo>
                    <a:pt x="3312" y="116"/>
                    <a:pt x="3221" y="49"/>
                    <a:pt x="3116" y="25"/>
                  </a:cubicBezTo>
                  <a:cubicBezTo>
                    <a:pt x="3086" y="18"/>
                    <a:pt x="3056" y="15"/>
                    <a:pt x="3027" y="15"/>
                  </a:cubicBezTo>
                  <a:cubicBezTo>
                    <a:pt x="2951" y="15"/>
                    <a:pt x="2877" y="36"/>
                    <a:pt x="2807" y="74"/>
                  </a:cubicBezTo>
                  <a:cubicBezTo>
                    <a:pt x="2796" y="81"/>
                    <a:pt x="2790" y="84"/>
                    <a:pt x="2779" y="91"/>
                  </a:cubicBezTo>
                  <a:cubicBezTo>
                    <a:pt x="2706" y="36"/>
                    <a:pt x="2615" y="1"/>
                    <a:pt x="2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8"/>
            <p:cNvSpPr/>
            <p:nvPr/>
          </p:nvSpPr>
          <p:spPr>
            <a:xfrm>
              <a:off x="7187525" y="1296881"/>
              <a:ext cx="161339" cy="164149"/>
            </a:xfrm>
            <a:custGeom>
              <a:rect b="b" l="l" r="r" t="t"/>
              <a:pathLst>
                <a:path extrusionOk="0" h="3564" w="3503">
                  <a:moveTo>
                    <a:pt x="1710" y="362"/>
                  </a:moveTo>
                  <a:cubicBezTo>
                    <a:pt x="1744" y="404"/>
                    <a:pt x="1800" y="432"/>
                    <a:pt x="1860" y="432"/>
                  </a:cubicBezTo>
                  <a:cubicBezTo>
                    <a:pt x="1905" y="432"/>
                    <a:pt x="1950" y="436"/>
                    <a:pt x="1992" y="443"/>
                  </a:cubicBezTo>
                  <a:cubicBezTo>
                    <a:pt x="2093" y="453"/>
                    <a:pt x="2191" y="471"/>
                    <a:pt x="2284" y="505"/>
                  </a:cubicBezTo>
                  <a:cubicBezTo>
                    <a:pt x="2329" y="526"/>
                    <a:pt x="2379" y="547"/>
                    <a:pt x="2424" y="571"/>
                  </a:cubicBezTo>
                  <a:cubicBezTo>
                    <a:pt x="2469" y="600"/>
                    <a:pt x="2514" y="631"/>
                    <a:pt x="2556" y="662"/>
                  </a:cubicBezTo>
                  <a:cubicBezTo>
                    <a:pt x="2646" y="732"/>
                    <a:pt x="2726" y="812"/>
                    <a:pt x="2800" y="899"/>
                  </a:cubicBezTo>
                  <a:cubicBezTo>
                    <a:pt x="2890" y="1021"/>
                    <a:pt x="2974" y="1149"/>
                    <a:pt x="3040" y="1289"/>
                  </a:cubicBezTo>
                  <a:cubicBezTo>
                    <a:pt x="3078" y="1379"/>
                    <a:pt x="3110" y="1477"/>
                    <a:pt x="3126" y="1574"/>
                  </a:cubicBezTo>
                  <a:cubicBezTo>
                    <a:pt x="3134" y="1616"/>
                    <a:pt x="3137" y="1654"/>
                    <a:pt x="3137" y="1696"/>
                  </a:cubicBezTo>
                  <a:cubicBezTo>
                    <a:pt x="3137" y="1734"/>
                    <a:pt x="3134" y="1773"/>
                    <a:pt x="3134" y="1808"/>
                  </a:cubicBezTo>
                  <a:cubicBezTo>
                    <a:pt x="3113" y="1958"/>
                    <a:pt x="3078" y="2100"/>
                    <a:pt x="3026" y="2242"/>
                  </a:cubicBezTo>
                  <a:cubicBezTo>
                    <a:pt x="2998" y="2309"/>
                    <a:pt x="2970" y="2379"/>
                    <a:pt x="2932" y="2441"/>
                  </a:cubicBezTo>
                  <a:cubicBezTo>
                    <a:pt x="2897" y="2501"/>
                    <a:pt x="2859" y="2556"/>
                    <a:pt x="2821" y="2615"/>
                  </a:cubicBezTo>
                  <a:cubicBezTo>
                    <a:pt x="2723" y="2740"/>
                    <a:pt x="2615" y="2856"/>
                    <a:pt x="2490" y="2957"/>
                  </a:cubicBezTo>
                  <a:cubicBezTo>
                    <a:pt x="2451" y="2988"/>
                    <a:pt x="2413" y="3020"/>
                    <a:pt x="2371" y="3047"/>
                  </a:cubicBezTo>
                  <a:cubicBezTo>
                    <a:pt x="2326" y="3078"/>
                    <a:pt x="2281" y="3103"/>
                    <a:pt x="2232" y="3127"/>
                  </a:cubicBezTo>
                  <a:cubicBezTo>
                    <a:pt x="2170" y="3152"/>
                    <a:pt x="2103" y="3176"/>
                    <a:pt x="2037" y="3190"/>
                  </a:cubicBezTo>
                  <a:cubicBezTo>
                    <a:pt x="1995" y="3195"/>
                    <a:pt x="1952" y="3196"/>
                    <a:pt x="1910" y="3196"/>
                  </a:cubicBezTo>
                  <a:cubicBezTo>
                    <a:pt x="1858" y="3196"/>
                    <a:pt x="1807" y="3194"/>
                    <a:pt x="1755" y="3190"/>
                  </a:cubicBezTo>
                  <a:cubicBezTo>
                    <a:pt x="1685" y="3183"/>
                    <a:pt x="1612" y="3173"/>
                    <a:pt x="1543" y="3158"/>
                  </a:cubicBezTo>
                  <a:cubicBezTo>
                    <a:pt x="1466" y="3141"/>
                    <a:pt x="1389" y="3120"/>
                    <a:pt x="1317" y="3096"/>
                  </a:cubicBezTo>
                  <a:cubicBezTo>
                    <a:pt x="1261" y="3075"/>
                    <a:pt x="1209" y="3051"/>
                    <a:pt x="1156" y="3023"/>
                  </a:cubicBezTo>
                  <a:cubicBezTo>
                    <a:pt x="1104" y="2995"/>
                    <a:pt x="1052" y="2960"/>
                    <a:pt x="1000" y="2925"/>
                  </a:cubicBezTo>
                  <a:cubicBezTo>
                    <a:pt x="937" y="2877"/>
                    <a:pt x="878" y="2827"/>
                    <a:pt x="822" y="2769"/>
                  </a:cubicBezTo>
                  <a:cubicBezTo>
                    <a:pt x="762" y="2713"/>
                    <a:pt x="714" y="2654"/>
                    <a:pt x="661" y="2594"/>
                  </a:cubicBezTo>
                  <a:cubicBezTo>
                    <a:pt x="627" y="2546"/>
                    <a:pt x="592" y="2501"/>
                    <a:pt x="561" y="2448"/>
                  </a:cubicBezTo>
                  <a:cubicBezTo>
                    <a:pt x="529" y="2400"/>
                    <a:pt x="502" y="2344"/>
                    <a:pt x="473" y="2288"/>
                  </a:cubicBezTo>
                  <a:cubicBezTo>
                    <a:pt x="467" y="2263"/>
                    <a:pt x="457" y="2239"/>
                    <a:pt x="446" y="2215"/>
                  </a:cubicBezTo>
                  <a:cubicBezTo>
                    <a:pt x="415" y="2146"/>
                    <a:pt x="397" y="2069"/>
                    <a:pt x="383" y="1992"/>
                  </a:cubicBezTo>
                  <a:cubicBezTo>
                    <a:pt x="369" y="1891"/>
                    <a:pt x="362" y="1787"/>
                    <a:pt x="369" y="1683"/>
                  </a:cubicBezTo>
                  <a:cubicBezTo>
                    <a:pt x="386" y="1543"/>
                    <a:pt x="422" y="1407"/>
                    <a:pt x="470" y="1278"/>
                  </a:cubicBezTo>
                  <a:cubicBezTo>
                    <a:pt x="502" y="1198"/>
                    <a:pt x="540" y="1122"/>
                    <a:pt x="589" y="1048"/>
                  </a:cubicBezTo>
                  <a:cubicBezTo>
                    <a:pt x="599" y="1031"/>
                    <a:pt x="613" y="1010"/>
                    <a:pt x="627" y="993"/>
                  </a:cubicBezTo>
                  <a:cubicBezTo>
                    <a:pt x="676" y="931"/>
                    <a:pt x="724" y="868"/>
                    <a:pt x="777" y="812"/>
                  </a:cubicBezTo>
                  <a:cubicBezTo>
                    <a:pt x="833" y="753"/>
                    <a:pt x="888" y="697"/>
                    <a:pt x="947" y="645"/>
                  </a:cubicBezTo>
                  <a:cubicBezTo>
                    <a:pt x="986" y="613"/>
                    <a:pt x="1027" y="585"/>
                    <a:pt x="1069" y="558"/>
                  </a:cubicBezTo>
                  <a:cubicBezTo>
                    <a:pt x="1114" y="526"/>
                    <a:pt x="1163" y="498"/>
                    <a:pt x="1215" y="474"/>
                  </a:cubicBezTo>
                  <a:cubicBezTo>
                    <a:pt x="1327" y="429"/>
                    <a:pt x="1442" y="401"/>
                    <a:pt x="1560" y="376"/>
                  </a:cubicBezTo>
                  <a:cubicBezTo>
                    <a:pt x="1609" y="370"/>
                    <a:pt x="1661" y="366"/>
                    <a:pt x="1710" y="362"/>
                  </a:cubicBezTo>
                  <a:close/>
                  <a:moveTo>
                    <a:pt x="1703" y="0"/>
                  </a:moveTo>
                  <a:cubicBezTo>
                    <a:pt x="1640" y="0"/>
                    <a:pt x="1581" y="7"/>
                    <a:pt x="1522" y="18"/>
                  </a:cubicBezTo>
                  <a:cubicBezTo>
                    <a:pt x="1434" y="32"/>
                    <a:pt x="1347" y="53"/>
                    <a:pt x="1264" y="74"/>
                  </a:cubicBezTo>
                  <a:cubicBezTo>
                    <a:pt x="1170" y="95"/>
                    <a:pt x="1083" y="137"/>
                    <a:pt x="1000" y="178"/>
                  </a:cubicBezTo>
                  <a:cubicBezTo>
                    <a:pt x="958" y="199"/>
                    <a:pt x="916" y="224"/>
                    <a:pt x="874" y="248"/>
                  </a:cubicBezTo>
                  <a:cubicBezTo>
                    <a:pt x="787" y="307"/>
                    <a:pt x="700" y="370"/>
                    <a:pt x="624" y="446"/>
                  </a:cubicBezTo>
                  <a:cubicBezTo>
                    <a:pt x="554" y="519"/>
                    <a:pt x="484" y="592"/>
                    <a:pt x="418" y="672"/>
                  </a:cubicBezTo>
                  <a:cubicBezTo>
                    <a:pt x="331" y="777"/>
                    <a:pt x="251" y="895"/>
                    <a:pt x="188" y="1021"/>
                  </a:cubicBezTo>
                  <a:cubicBezTo>
                    <a:pt x="126" y="1143"/>
                    <a:pt x="87" y="1278"/>
                    <a:pt x="52" y="1414"/>
                  </a:cubicBezTo>
                  <a:cubicBezTo>
                    <a:pt x="39" y="1459"/>
                    <a:pt x="28" y="1511"/>
                    <a:pt x="21" y="1561"/>
                  </a:cubicBezTo>
                  <a:cubicBezTo>
                    <a:pt x="0" y="1696"/>
                    <a:pt x="0" y="1832"/>
                    <a:pt x="14" y="1968"/>
                  </a:cubicBezTo>
                  <a:cubicBezTo>
                    <a:pt x="35" y="2142"/>
                    <a:pt x="84" y="2313"/>
                    <a:pt x="164" y="2472"/>
                  </a:cubicBezTo>
                  <a:cubicBezTo>
                    <a:pt x="206" y="2560"/>
                    <a:pt x="251" y="2650"/>
                    <a:pt x="310" y="2727"/>
                  </a:cubicBezTo>
                  <a:cubicBezTo>
                    <a:pt x="376" y="2817"/>
                    <a:pt x="449" y="2904"/>
                    <a:pt x="526" y="2988"/>
                  </a:cubicBezTo>
                  <a:cubicBezTo>
                    <a:pt x="592" y="3057"/>
                    <a:pt x="666" y="3120"/>
                    <a:pt x="742" y="3179"/>
                  </a:cubicBezTo>
                  <a:cubicBezTo>
                    <a:pt x="787" y="3218"/>
                    <a:pt x="839" y="3253"/>
                    <a:pt x="888" y="3284"/>
                  </a:cubicBezTo>
                  <a:cubicBezTo>
                    <a:pt x="965" y="3336"/>
                    <a:pt x="1045" y="3375"/>
                    <a:pt x="1128" y="3409"/>
                  </a:cubicBezTo>
                  <a:cubicBezTo>
                    <a:pt x="1225" y="3447"/>
                    <a:pt x="1323" y="3483"/>
                    <a:pt x="1428" y="3503"/>
                  </a:cubicBezTo>
                  <a:cubicBezTo>
                    <a:pt x="1529" y="3524"/>
                    <a:pt x="1633" y="3542"/>
                    <a:pt x="1738" y="3552"/>
                  </a:cubicBezTo>
                  <a:cubicBezTo>
                    <a:pt x="1786" y="3555"/>
                    <a:pt x="1839" y="3559"/>
                    <a:pt x="1887" y="3563"/>
                  </a:cubicBezTo>
                  <a:cubicBezTo>
                    <a:pt x="1897" y="3563"/>
                    <a:pt x="1906" y="3563"/>
                    <a:pt x="1916" y="3563"/>
                  </a:cubicBezTo>
                  <a:cubicBezTo>
                    <a:pt x="1984" y="3563"/>
                    <a:pt x="2054" y="3554"/>
                    <a:pt x="2120" y="3542"/>
                  </a:cubicBezTo>
                  <a:cubicBezTo>
                    <a:pt x="2242" y="3517"/>
                    <a:pt x="2364" y="3472"/>
                    <a:pt x="2472" y="3412"/>
                  </a:cubicBezTo>
                  <a:cubicBezTo>
                    <a:pt x="2552" y="3367"/>
                    <a:pt x="2622" y="3312"/>
                    <a:pt x="2692" y="3259"/>
                  </a:cubicBezTo>
                  <a:cubicBezTo>
                    <a:pt x="2768" y="3197"/>
                    <a:pt x="2845" y="3131"/>
                    <a:pt x="2914" y="3061"/>
                  </a:cubicBezTo>
                  <a:cubicBezTo>
                    <a:pt x="3043" y="2929"/>
                    <a:pt x="3158" y="2776"/>
                    <a:pt x="3252" y="2615"/>
                  </a:cubicBezTo>
                  <a:cubicBezTo>
                    <a:pt x="3301" y="2532"/>
                    <a:pt x="3340" y="2435"/>
                    <a:pt x="3374" y="2344"/>
                  </a:cubicBezTo>
                  <a:cubicBezTo>
                    <a:pt x="3402" y="2263"/>
                    <a:pt x="3430" y="2184"/>
                    <a:pt x="3447" y="2100"/>
                  </a:cubicBezTo>
                  <a:cubicBezTo>
                    <a:pt x="3472" y="2006"/>
                    <a:pt x="3486" y="1908"/>
                    <a:pt x="3492" y="1811"/>
                  </a:cubicBezTo>
                  <a:cubicBezTo>
                    <a:pt x="3503" y="1720"/>
                    <a:pt x="3503" y="1630"/>
                    <a:pt x="3489" y="1540"/>
                  </a:cubicBezTo>
                  <a:cubicBezTo>
                    <a:pt x="3430" y="1156"/>
                    <a:pt x="3218" y="809"/>
                    <a:pt x="2953" y="526"/>
                  </a:cubicBezTo>
                  <a:cubicBezTo>
                    <a:pt x="2883" y="457"/>
                    <a:pt x="2806" y="394"/>
                    <a:pt x="2726" y="338"/>
                  </a:cubicBezTo>
                  <a:cubicBezTo>
                    <a:pt x="2654" y="286"/>
                    <a:pt x="2577" y="241"/>
                    <a:pt x="2496" y="203"/>
                  </a:cubicBezTo>
                  <a:cubicBezTo>
                    <a:pt x="2413" y="168"/>
                    <a:pt x="2329" y="137"/>
                    <a:pt x="2242" y="116"/>
                  </a:cubicBezTo>
                  <a:cubicBezTo>
                    <a:pt x="2173" y="98"/>
                    <a:pt x="2099" y="87"/>
                    <a:pt x="2027" y="81"/>
                  </a:cubicBezTo>
                  <a:cubicBezTo>
                    <a:pt x="2019" y="74"/>
                    <a:pt x="2013" y="66"/>
                    <a:pt x="2006" y="56"/>
                  </a:cubicBezTo>
                  <a:cubicBezTo>
                    <a:pt x="1967" y="21"/>
                    <a:pt x="1922" y="11"/>
                    <a:pt x="1873" y="7"/>
                  </a:cubicBezTo>
                  <a:cubicBezTo>
                    <a:pt x="1818" y="0"/>
                    <a:pt x="1762" y="0"/>
                    <a:pt x="17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8"/>
            <p:cNvSpPr/>
            <p:nvPr/>
          </p:nvSpPr>
          <p:spPr>
            <a:xfrm>
              <a:off x="7260160" y="1302178"/>
              <a:ext cx="19620" cy="153510"/>
            </a:xfrm>
            <a:custGeom>
              <a:rect b="b" l="l" r="r" t="t"/>
              <a:pathLst>
                <a:path extrusionOk="0" h="3333" w="426">
                  <a:moveTo>
                    <a:pt x="238" y="1"/>
                  </a:moveTo>
                  <a:cubicBezTo>
                    <a:pt x="133" y="4"/>
                    <a:pt x="63" y="88"/>
                    <a:pt x="60" y="189"/>
                  </a:cubicBezTo>
                  <a:cubicBezTo>
                    <a:pt x="53" y="586"/>
                    <a:pt x="35" y="983"/>
                    <a:pt x="24" y="1380"/>
                  </a:cubicBezTo>
                  <a:cubicBezTo>
                    <a:pt x="11" y="1756"/>
                    <a:pt x="11" y="2135"/>
                    <a:pt x="4" y="2511"/>
                  </a:cubicBezTo>
                  <a:cubicBezTo>
                    <a:pt x="0" y="2727"/>
                    <a:pt x="4" y="2942"/>
                    <a:pt x="11" y="3159"/>
                  </a:cubicBezTo>
                  <a:cubicBezTo>
                    <a:pt x="18" y="3254"/>
                    <a:pt x="98" y="3333"/>
                    <a:pt x="193" y="3333"/>
                  </a:cubicBezTo>
                  <a:cubicBezTo>
                    <a:pt x="195" y="3333"/>
                    <a:pt x="197" y="3332"/>
                    <a:pt x="199" y="3332"/>
                  </a:cubicBezTo>
                  <a:cubicBezTo>
                    <a:pt x="296" y="3329"/>
                    <a:pt x="380" y="3246"/>
                    <a:pt x="376" y="3144"/>
                  </a:cubicBezTo>
                  <a:cubicBezTo>
                    <a:pt x="359" y="2783"/>
                    <a:pt x="370" y="2420"/>
                    <a:pt x="373" y="2055"/>
                  </a:cubicBezTo>
                  <a:cubicBezTo>
                    <a:pt x="380" y="1672"/>
                    <a:pt x="387" y="1288"/>
                    <a:pt x="405" y="906"/>
                  </a:cubicBezTo>
                  <a:cubicBezTo>
                    <a:pt x="415" y="662"/>
                    <a:pt x="418" y="419"/>
                    <a:pt x="426" y="175"/>
                  </a:cubicBezTo>
                  <a:cubicBezTo>
                    <a:pt x="426" y="77"/>
                    <a:pt x="334" y="1"/>
                    <a:pt x="2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8"/>
            <p:cNvSpPr/>
            <p:nvPr/>
          </p:nvSpPr>
          <p:spPr>
            <a:xfrm>
              <a:off x="7284571" y="1369838"/>
              <a:ext cx="271647" cy="289379"/>
            </a:xfrm>
            <a:custGeom>
              <a:rect b="b" l="l" r="r" t="t"/>
              <a:pathLst>
                <a:path extrusionOk="0" h="6283" w="5898">
                  <a:moveTo>
                    <a:pt x="4728" y="387"/>
                  </a:moveTo>
                  <a:lnTo>
                    <a:pt x="4728" y="387"/>
                  </a:lnTo>
                  <a:cubicBezTo>
                    <a:pt x="4725" y="387"/>
                    <a:pt x="4725" y="391"/>
                    <a:pt x="4721" y="391"/>
                  </a:cubicBezTo>
                  <a:cubicBezTo>
                    <a:pt x="4721" y="391"/>
                    <a:pt x="4725" y="387"/>
                    <a:pt x="4728" y="387"/>
                  </a:cubicBezTo>
                  <a:close/>
                  <a:moveTo>
                    <a:pt x="693" y="3785"/>
                  </a:moveTo>
                  <a:cubicBezTo>
                    <a:pt x="682" y="3799"/>
                    <a:pt x="672" y="3809"/>
                    <a:pt x="665" y="3823"/>
                  </a:cubicBezTo>
                  <a:lnTo>
                    <a:pt x="665" y="3823"/>
                  </a:lnTo>
                  <a:cubicBezTo>
                    <a:pt x="674" y="3810"/>
                    <a:pt x="683" y="3798"/>
                    <a:pt x="693" y="3785"/>
                  </a:cubicBezTo>
                  <a:close/>
                  <a:moveTo>
                    <a:pt x="940" y="4055"/>
                  </a:moveTo>
                  <a:cubicBezTo>
                    <a:pt x="938" y="4057"/>
                    <a:pt x="937" y="4059"/>
                    <a:pt x="936" y="4060"/>
                  </a:cubicBezTo>
                  <a:cubicBezTo>
                    <a:pt x="936" y="4060"/>
                    <a:pt x="939" y="4058"/>
                    <a:pt x="940" y="4055"/>
                  </a:cubicBezTo>
                  <a:close/>
                  <a:moveTo>
                    <a:pt x="4558" y="380"/>
                  </a:moveTo>
                  <a:cubicBezTo>
                    <a:pt x="4571" y="391"/>
                    <a:pt x="4588" y="398"/>
                    <a:pt x="4606" y="401"/>
                  </a:cubicBezTo>
                  <a:cubicBezTo>
                    <a:pt x="4619" y="405"/>
                    <a:pt x="4632" y="406"/>
                    <a:pt x="4645" y="406"/>
                  </a:cubicBezTo>
                  <a:cubicBezTo>
                    <a:pt x="4668" y="406"/>
                    <a:pt x="4690" y="401"/>
                    <a:pt x="4710" y="394"/>
                  </a:cubicBezTo>
                  <a:lnTo>
                    <a:pt x="4714" y="394"/>
                  </a:lnTo>
                  <a:cubicBezTo>
                    <a:pt x="4735" y="394"/>
                    <a:pt x="4759" y="394"/>
                    <a:pt x="4780" y="398"/>
                  </a:cubicBezTo>
                  <a:cubicBezTo>
                    <a:pt x="4881" y="408"/>
                    <a:pt x="4979" y="422"/>
                    <a:pt x="5072" y="454"/>
                  </a:cubicBezTo>
                  <a:cubicBezTo>
                    <a:pt x="5128" y="478"/>
                    <a:pt x="5181" y="509"/>
                    <a:pt x="5233" y="541"/>
                  </a:cubicBezTo>
                  <a:cubicBezTo>
                    <a:pt x="5271" y="575"/>
                    <a:pt x="5306" y="610"/>
                    <a:pt x="5341" y="648"/>
                  </a:cubicBezTo>
                  <a:cubicBezTo>
                    <a:pt x="5379" y="697"/>
                    <a:pt x="5407" y="746"/>
                    <a:pt x="5435" y="801"/>
                  </a:cubicBezTo>
                  <a:cubicBezTo>
                    <a:pt x="5473" y="896"/>
                    <a:pt x="5501" y="993"/>
                    <a:pt x="5522" y="1094"/>
                  </a:cubicBezTo>
                  <a:cubicBezTo>
                    <a:pt x="5532" y="1171"/>
                    <a:pt x="5532" y="1248"/>
                    <a:pt x="5529" y="1324"/>
                  </a:cubicBezTo>
                  <a:cubicBezTo>
                    <a:pt x="5515" y="1421"/>
                    <a:pt x="5494" y="1515"/>
                    <a:pt x="5459" y="1606"/>
                  </a:cubicBezTo>
                  <a:cubicBezTo>
                    <a:pt x="5411" y="1717"/>
                    <a:pt x="5351" y="1822"/>
                    <a:pt x="5281" y="1923"/>
                  </a:cubicBezTo>
                  <a:cubicBezTo>
                    <a:pt x="5181" y="2058"/>
                    <a:pt x="5072" y="2188"/>
                    <a:pt x="4961" y="2313"/>
                  </a:cubicBezTo>
                  <a:cubicBezTo>
                    <a:pt x="4839" y="2452"/>
                    <a:pt x="4717" y="2598"/>
                    <a:pt x="4592" y="2737"/>
                  </a:cubicBezTo>
                  <a:cubicBezTo>
                    <a:pt x="4341" y="3019"/>
                    <a:pt x="4095" y="3302"/>
                    <a:pt x="3847" y="3587"/>
                  </a:cubicBezTo>
                  <a:cubicBezTo>
                    <a:pt x="3597" y="3872"/>
                    <a:pt x="3335" y="4155"/>
                    <a:pt x="3084" y="4440"/>
                  </a:cubicBezTo>
                  <a:cubicBezTo>
                    <a:pt x="2952" y="4586"/>
                    <a:pt x="2820" y="4729"/>
                    <a:pt x="2681" y="4868"/>
                  </a:cubicBezTo>
                  <a:cubicBezTo>
                    <a:pt x="2538" y="5004"/>
                    <a:pt x="2392" y="5137"/>
                    <a:pt x="2242" y="5262"/>
                  </a:cubicBezTo>
                  <a:cubicBezTo>
                    <a:pt x="2099" y="5373"/>
                    <a:pt x="1956" y="5484"/>
                    <a:pt x="1807" y="5585"/>
                  </a:cubicBezTo>
                  <a:cubicBezTo>
                    <a:pt x="1664" y="5683"/>
                    <a:pt x="1514" y="5767"/>
                    <a:pt x="1358" y="5839"/>
                  </a:cubicBezTo>
                  <a:cubicBezTo>
                    <a:pt x="1312" y="5854"/>
                    <a:pt x="1267" y="5871"/>
                    <a:pt x="1222" y="5885"/>
                  </a:cubicBezTo>
                  <a:cubicBezTo>
                    <a:pt x="1187" y="5895"/>
                    <a:pt x="1149" y="5902"/>
                    <a:pt x="1114" y="5910"/>
                  </a:cubicBezTo>
                  <a:cubicBezTo>
                    <a:pt x="1057" y="5915"/>
                    <a:pt x="1002" y="5920"/>
                    <a:pt x="948" y="5920"/>
                  </a:cubicBezTo>
                  <a:cubicBezTo>
                    <a:pt x="936" y="5920"/>
                    <a:pt x="924" y="5920"/>
                    <a:pt x="912" y="5920"/>
                  </a:cubicBezTo>
                  <a:cubicBezTo>
                    <a:pt x="852" y="5910"/>
                    <a:pt x="797" y="5895"/>
                    <a:pt x="741" y="5874"/>
                  </a:cubicBezTo>
                  <a:cubicBezTo>
                    <a:pt x="679" y="5850"/>
                    <a:pt x="623" y="5818"/>
                    <a:pt x="567" y="5784"/>
                  </a:cubicBezTo>
                  <a:cubicBezTo>
                    <a:pt x="543" y="5763"/>
                    <a:pt x="518" y="5739"/>
                    <a:pt x="497" y="5714"/>
                  </a:cubicBezTo>
                  <a:cubicBezTo>
                    <a:pt x="481" y="5690"/>
                    <a:pt x="463" y="5662"/>
                    <a:pt x="449" y="5635"/>
                  </a:cubicBezTo>
                  <a:cubicBezTo>
                    <a:pt x="431" y="5593"/>
                    <a:pt x="421" y="5551"/>
                    <a:pt x="410" y="5505"/>
                  </a:cubicBezTo>
                  <a:cubicBezTo>
                    <a:pt x="400" y="5415"/>
                    <a:pt x="397" y="5325"/>
                    <a:pt x="400" y="5234"/>
                  </a:cubicBezTo>
                  <a:cubicBezTo>
                    <a:pt x="414" y="5147"/>
                    <a:pt x="428" y="5060"/>
                    <a:pt x="445" y="4973"/>
                  </a:cubicBezTo>
                  <a:cubicBezTo>
                    <a:pt x="463" y="4899"/>
                    <a:pt x="487" y="4833"/>
                    <a:pt x="508" y="4764"/>
                  </a:cubicBezTo>
                  <a:cubicBezTo>
                    <a:pt x="529" y="4711"/>
                    <a:pt x="550" y="4663"/>
                    <a:pt x="574" y="4614"/>
                  </a:cubicBezTo>
                  <a:cubicBezTo>
                    <a:pt x="613" y="4544"/>
                    <a:pt x="648" y="4478"/>
                    <a:pt x="689" y="4412"/>
                  </a:cubicBezTo>
                  <a:cubicBezTo>
                    <a:pt x="769" y="4290"/>
                    <a:pt x="857" y="4172"/>
                    <a:pt x="940" y="4054"/>
                  </a:cubicBezTo>
                  <a:lnTo>
                    <a:pt x="940" y="4054"/>
                  </a:lnTo>
                  <a:cubicBezTo>
                    <a:pt x="940" y="4054"/>
                    <a:pt x="940" y="4055"/>
                    <a:pt x="940" y="4055"/>
                  </a:cubicBezTo>
                  <a:lnTo>
                    <a:pt x="940" y="4055"/>
                  </a:lnTo>
                  <a:cubicBezTo>
                    <a:pt x="947" y="4046"/>
                    <a:pt x="955" y="4034"/>
                    <a:pt x="964" y="4026"/>
                  </a:cubicBezTo>
                  <a:cubicBezTo>
                    <a:pt x="1075" y="3872"/>
                    <a:pt x="1194" y="3726"/>
                    <a:pt x="1312" y="3580"/>
                  </a:cubicBezTo>
                  <a:cubicBezTo>
                    <a:pt x="1431" y="3434"/>
                    <a:pt x="1553" y="3295"/>
                    <a:pt x="1671" y="3149"/>
                  </a:cubicBezTo>
                  <a:cubicBezTo>
                    <a:pt x="1792" y="2998"/>
                    <a:pt x="1918" y="2849"/>
                    <a:pt x="2047" y="2699"/>
                  </a:cubicBezTo>
                  <a:cubicBezTo>
                    <a:pt x="2173" y="2556"/>
                    <a:pt x="2301" y="2413"/>
                    <a:pt x="2427" y="2271"/>
                  </a:cubicBezTo>
                  <a:cubicBezTo>
                    <a:pt x="2549" y="2128"/>
                    <a:pt x="2670" y="1985"/>
                    <a:pt x="2789" y="1846"/>
                  </a:cubicBezTo>
                  <a:cubicBezTo>
                    <a:pt x="2907" y="1707"/>
                    <a:pt x="3033" y="1571"/>
                    <a:pt x="3150" y="1431"/>
                  </a:cubicBezTo>
                  <a:cubicBezTo>
                    <a:pt x="3269" y="1293"/>
                    <a:pt x="3384" y="1150"/>
                    <a:pt x="3502" y="1014"/>
                  </a:cubicBezTo>
                  <a:cubicBezTo>
                    <a:pt x="3617" y="882"/>
                    <a:pt x="3743" y="763"/>
                    <a:pt x="3875" y="648"/>
                  </a:cubicBezTo>
                  <a:cubicBezTo>
                    <a:pt x="3920" y="613"/>
                    <a:pt x="3969" y="582"/>
                    <a:pt x="4021" y="554"/>
                  </a:cubicBezTo>
                  <a:cubicBezTo>
                    <a:pt x="4080" y="533"/>
                    <a:pt x="4136" y="512"/>
                    <a:pt x="4192" y="491"/>
                  </a:cubicBezTo>
                  <a:cubicBezTo>
                    <a:pt x="4314" y="450"/>
                    <a:pt x="4432" y="412"/>
                    <a:pt x="4558" y="380"/>
                  </a:cubicBezTo>
                  <a:close/>
                  <a:moveTo>
                    <a:pt x="4644" y="1"/>
                  </a:moveTo>
                  <a:cubicBezTo>
                    <a:pt x="4613" y="1"/>
                    <a:pt x="4585" y="7"/>
                    <a:pt x="4554" y="11"/>
                  </a:cubicBezTo>
                  <a:cubicBezTo>
                    <a:pt x="4519" y="18"/>
                    <a:pt x="4484" y="25"/>
                    <a:pt x="4446" y="32"/>
                  </a:cubicBezTo>
                  <a:cubicBezTo>
                    <a:pt x="4334" y="60"/>
                    <a:pt x="4227" y="99"/>
                    <a:pt x="4115" y="136"/>
                  </a:cubicBezTo>
                  <a:cubicBezTo>
                    <a:pt x="3983" y="182"/>
                    <a:pt x="3851" y="227"/>
                    <a:pt x="3732" y="303"/>
                  </a:cubicBezTo>
                  <a:cubicBezTo>
                    <a:pt x="3627" y="374"/>
                    <a:pt x="3534" y="464"/>
                    <a:pt x="3443" y="551"/>
                  </a:cubicBezTo>
                  <a:cubicBezTo>
                    <a:pt x="3377" y="613"/>
                    <a:pt x="3311" y="679"/>
                    <a:pt x="3251" y="746"/>
                  </a:cubicBezTo>
                  <a:cubicBezTo>
                    <a:pt x="3129" y="888"/>
                    <a:pt x="3012" y="1039"/>
                    <a:pt x="2890" y="1181"/>
                  </a:cubicBezTo>
                  <a:cubicBezTo>
                    <a:pt x="2764" y="1324"/>
                    <a:pt x="2636" y="1467"/>
                    <a:pt x="2510" y="1613"/>
                  </a:cubicBezTo>
                  <a:cubicBezTo>
                    <a:pt x="2382" y="1762"/>
                    <a:pt x="2252" y="1916"/>
                    <a:pt x="2123" y="2066"/>
                  </a:cubicBezTo>
                  <a:cubicBezTo>
                    <a:pt x="1998" y="2212"/>
                    <a:pt x="1869" y="2351"/>
                    <a:pt x="1744" y="2493"/>
                  </a:cubicBezTo>
                  <a:cubicBezTo>
                    <a:pt x="1622" y="2633"/>
                    <a:pt x="1507" y="2776"/>
                    <a:pt x="1392" y="2915"/>
                  </a:cubicBezTo>
                  <a:cubicBezTo>
                    <a:pt x="1263" y="3072"/>
                    <a:pt x="1135" y="3225"/>
                    <a:pt x="1006" y="3378"/>
                  </a:cubicBezTo>
                  <a:cubicBezTo>
                    <a:pt x="887" y="3525"/>
                    <a:pt x="776" y="3674"/>
                    <a:pt x="664" y="3824"/>
                  </a:cubicBezTo>
                  <a:cubicBezTo>
                    <a:pt x="665" y="3823"/>
                    <a:pt x="665" y="3823"/>
                    <a:pt x="665" y="3823"/>
                  </a:cubicBezTo>
                  <a:lnTo>
                    <a:pt x="665" y="3823"/>
                  </a:lnTo>
                  <a:cubicBezTo>
                    <a:pt x="553" y="3974"/>
                    <a:pt x="444" y="4123"/>
                    <a:pt x="344" y="4280"/>
                  </a:cubicBezTo>
                  <a:cubicBezTo>
                    <a:pt x="296" y="4360"/>
                    <a:pt x="254" y="4447"/>
                    <a:pt x="212" y="4534"/>
                  </a:cubicBezTo>
                  <a:cubicBezTo>
                    <a:pt x="174" y="4624"/>
                    <a:pt x="139" y="4719"/>
                    <a:pt x="114" y="4812"/>
                  </a:cubicBezTo>
                  <a:cubicBezTo>
                    <a:pt x="34" y="5105"/>
                    <a:pt x="0" y="5426"/>
                    <a:pt x="90" y="5718"/>
                  </a:cubicBezTo>
                  <a:cubicBezTo>
                    <a:pt x="167" y="5955"/>
                    <a:pt x="365" y="6118"/>
                    <a:pt x="588" y="6205"/>
                  </a:cubicBezTo>
                  <a:cubicBezTo>
                    <a:pt x="710" y="6250"/>
                    <a:pt x="831" y="6282"/>
                    <a:pt x="964" y="6282"/>
                  </a:cubicBezTo>
                  <a:cubicBezTo>
                    <a:pt x="973" y="6283"/>
                    <a:pt x="982" y="6283"/>
                    <a:pt x="991" y="6283"/>
                  </a:cubicBezTo>
                  <a:cubicBezTo>
                    <a:pt x="1090" y="6283"/>
                    <a:pt x="1192" y="6266"/>
                    <a:pt x="1288" y="6244"/>
                  </a:cubicBezTo>
                  <a:cubicBezTo>
                    <a:pt x="1396" y="6215"/>
                    <a:pt x="1497" y="6170"/>
                    <a:pt x="1598" y="6125"/>
                  </a:cubicBezTo>
                  <a:cubicBezTo>
                    <a:pt x="1678" y="6087"/>
                    <a:pt x="1758" y="6042"/>
                    <a:pt x="1831" y="5996"/>
                  </a:cubicBezTo>
                  <a:cubicBezTo>
                    <a:pt x="1914" y="5948"/>
                    <a:pt x="1995" y="5899"/>
                    <a:pt x="2075" y="5844"/>
                  </a:cubicBezTo>
                  <a:cubicBezTo>
                    <a:pt x="2152" y="5788"/>
                    <a:pt x="2228" y="5732"/>
                    <a:pt x="2301" y="5672"/>
                  </a:cubicBezTo>
                  <a:cubicBezTo>
                    <a:pt x="2468" y="5544"/>
                    <a:pt x="2632" y="5408"/>
                    <a:pt x="2789" y="5265"/>
                  </a:cubicBezTo>
                  <a:cubicBezTo>
                    <a:pt x="2928" y="5137"/>
                    <a:pt x="3063" y="5000"/>
                    <a:pt x="3192" y="4862"/>
                  </a:cubicBezTo>
                  <a:cubicBezTo>
                    <a:pt x="3325" y="4715"/>
                    <a:pt x="3457" y="4565"/>
                    <a:pt x="3589" y="4415"/>
                  </a:cubicBezTo>
                  <a:cubicBezTo>
                    <a:pt x="3840" y="4141"/>
                    <a:pt x="4090" y="3859"/>
                    <a:pt x="4334" y="3576"/>
                  </a:cubicBezTo>
                  <a:cubicBezTo>
                    <a:pt x="4585" y="3291"/>
                    <a:pt x="4839" y="3009"/>
                    <a:pt x="5086" y="2723"/>
                  </a:cubicBezTo>
                  <a:cubicBezTo>
                    <a:pt x="5205" y="2585"/>
                    <a:pt x="5330" y="2448"/>
                    <a:pt x="5442" y="2305"/>
                  </a:cubicBezTo>
                  <a:cubicBezTo>
                    <a:pt x="5504" y="2225"/>
                    <a:pt x="5567" y="2146"/>
                    <a:pt x="5626" y="2062"/>
                  </a:cubicBezTo>
                  <a:cubicBezTo>
                    <a:pt x="5678" y="1982"/>
                    <a:pt x="5724" y="1899"/>
                    <a:pt x="5766" y="1812"/>
                  </a:cubicBezTo>
                  <a:cubicBezTo>
                    <a:pt x="5853" y="1627"/>
                    <a:pt x="5891" y="1418"/>
                    <a:pt x="5895" y="1216"/>
                  </a:cubicBezTo>
                  <a:cubicBezTo>
                    <a:pt x="5898" y="1115"/>
                    <a:pt x="5877" y="1014"/>
                    <a:pt x="5853" y="913"/>
                  </a:cubicBezTo>
                  <a:cubicBezTo>
                    <a:pt x="5835" y="833"/>
                    <a:pt x="5808" y="756"/>
                    <a:pt x="5776" y="679"/>
                  </a:cubicBezTo>
                  <a:cubicBezTo>
                    <a:pt x="5755" y="631"/>
                    <a:pt x="5731" y="579"/>
                    <a:pt x="5703" y="533"/>
                  </a:cubicBezTo>
                  <a:cubicBezTo>
                    <a:pt x="5671" y="485"/>
                    <a:pt x="5636" y="436"/>
                    <a:pt x="5599" y="391"/>
                  </a:cubicBezTo>
                  <a:cubicBezTo>
                    <a:pt x="5532" y="314"/>
                    <a:pt x="5456" y="252"/>
                    <a:pt x="5372" y="199"/>
                  </a:cubicBezTo>
                  <a:cubicBezTo>
                    <a:pt x="5295" y="154"/>
                    <a:pt x="5208" y="115"/>
                    <a:pt x="5122" y="91"/>
                  </a:cubicBezTo>
                  <a:cubicBezTo>
                    <a:pt x="5051" y="70"/>
                    <a:pt x="4975" y="57"/>
                    <a:pt x="4902" y="46"/>
                  </a:cubicBezTo>
                  <a:cubicBezTo>
                    <a:pt x="4881" y="32"/>
                    <a:pt x="4857" y="18"/>
                    <a:pt x="4832" y="15"/>
                  </a:cubicBezTo>
                  <a:cubicBezTo>
                    <a:pt x="4773" y="7"/>
                    <a:pt x="4710" y="4"/>
                    <a:pt x="46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8"/>
            <p:cNvSpPr/>
            <p:nvPr/>
          </p:nvSpPr>
          <p:spPr>
            <a:xfrm>
              <a:off x="7374201" y="1478583"/>
              <a:ext cx="84562" cy="85621"/>
            </a:xfrm>
            <a:custGeom>
              <a:rect b="b" l="l" r="r" t="t"/>
              <a:pathLst>
                <a:path extrusionOk="0" h="1859" w="1836">
                  <a:moveTo>
                    <a:pt x="198" y="0"/>
                  </a:moveTo>
                  <a:cubicBezTo>
                    <a:pt x="150" y="0"/>
                    <a:pt x="105" y="18"/>
                    <a:pt x="70" y="56"/>
                  </a:cubicBezTo>
                  <a:cubicBezTo>
                    <a:pt x="4" y="126"/>
                    <a:pt x="0" y="248"/>
                    <a:pt x="73" y="314"/>
                  </a:cubicBezTo>
                  <a:cubicBezTo>
                    <a:pt x="129" y="359"/>
                    <a:pt x="174" y="412"/>
                    <a:pt x="222" y="463"/>
                  </a:cubicBezTo>
                  <a:cubicBezTo>
                    <a:pt x="268" y="519"/>
                    <a:pt x="310" y="579"/>
                    <a:pt x="359" y="634"/>
                  </a:cubicBezTo>
                  <a:cubicBezTo>
                    <a:pt x="410" y="697"/>
                    <a:pt x="470" y="756"/>
                    <a:pt x="526" y="815"/>
                  </a:cubicBezTo>
                  <a:cubicBezTo>
                    <a:pt x="644" y="937"/>
                    <a:pt x="770" y="1055"/>
                    <a:pt x="891" y="1177"/>
                  </a:cubicBezTo>
                  <a:cubicBezTo>
                    <a:pt x="1006" y="1292"/>
                    <a:pt x="1121" y="1410"/>
                    <a:pt x="1233" y="1525"/>
                  </a:cubicBezTo>
                  <a:cubicBezTo>
                    <a:pt x="1285" y="1581"/>
                    <a:pt x="1341" y="1633"/>
                    <a:pt x="1392" y="1686"/>
                  </a:cubicBezTo>
                  <a:cubicBezTo>
                    <a:pt x="1431" y="1728"/>
                    <a:pt x="1466" y="1773"/>
                    <a:pt x="1508" y="1807"/>
                  </a:cubicBezTo>
                  <a:cubicBezTo>
                    <a:pt x="1544" y="1841"/>
                    <a:pt x="1590" y="1858"/>
                    <a:pt x="1636" y="1858"/>
                  </a:cubicBezTo>
                  <a:cubicBezTo>
                    <a:pt x="1683" y="1858"/>
                    <a:pt x="1729" y="1841"/>
                    <a:pt x="1765" y="1804"/>
                  </a:cubicBezTo>
                  <a:cubicBezTo>
                    <a:pt x="1831" y="1734"/>
                    <a:pt x="1835" y="1612"/>
                    <a:pt x="1758" y="1546"/>
                  </a:cubicBezTo>
                  <a:cubicBezTo>
                    <a:pt x="1723" y="1515"/>
                    <a:pt x="1696" y="1477"/>
                    <a:pt x="1664" y="1445"/>
                  </a:cubicBezTo>
                  <a:cubicBezTo>
                    <a:pt x="1615" y="1393"/>
                    <a:pt x="1564" y="1344"/>
                    <a:pt x="1514" y="1292"/>
                  </a:cubicBezTo>
                  <a:cubicBezTo>
                    <a:pt x="1413" y="1191"/>
                    <a:pt x="1313" y="1090"/>
                    <a:pt x="1215" y="989"/>
                  </a:cubicBezTo>
                  <a:cubicBezTo>
                    <a:pt x="1006" y="773"/>
                    <a:pt x="776" y="571"/>
                    <a:pt x="585" y="341"/>
                  </a:cubicBezTo>
                  <a:cubicBezTo>
                    <a:pt x="543" y="290"/>
                    <a:pt x="505" y="240"/>
                    <a:pt x="463" y="192"/>
                  </a:cubicBezTo>
                  <a:cubicBezTo>
                    <a:pt x="421" y="140"/>
                    <a:pt x="376" y="94"/>
                    <a:pt x="324" y="49"/>
                  </a:cubicBezTo>
                  <a:cubicBezTo>
                    <a:pt x="289" y="18"/>
                    <a:pt x="243"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966" name="Shape 966"/>
        <p:cNvGrpSpPr/>
        <p:nvPr/>
      </p:nvGrpSpPr>
      <p:grpSpPr>
        <a:xfrm>
          <a:off x="0" y="0"/>
          <a:ext cx="0" cy="0"/>
          <a:chOff x="0" y="0"/>
          <a:chExt cx="0" cy="0"/>
        </a:xfrm>
      </p:grpSpPr>
      <p:sp>
        <p:nvSpPr>
          <p:cNvPr id="967" name="Google Shape;967;p49"/>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Conclusions</a:t>
            </a:r>
            <a:endParaRPr>
              <a:solidFill>
                <a:schemeClr val="accent4"/>
              </a:solidFill>
            </a:endParaRPr>
          </a:p>
        </p:txBody>
      </p:sp>
      <p:sp>
        <p:nvSpPr>
          <p:cNvPr id="968" name="Google Shape;968;p49"/>
          <p:cNvSpPr txBox="1"/>
          <p:nvPr>
            <p:ph idx="1" type="subTitle"/>
          </p:nvPr>
        </p:nvSpPr>
        <p:spPr>
          <a:xfrm>
            <a:off x="1378850" y="2366025"/>
            <a:ext cx="6386100" cy="107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Mercury is the closest planet to the Sun and the smallest one in the Solar System—it’s only a bit larger than the Moon</a:t>
            </a:r>
            <a:endParaRPr sz="2200"/>
          </a:p>
        </p:txBody>
      </p:sp>
      <p:sp>
        <p:nvSpPr>
          <p:cNvPr id="969" name="Google Shape;969;p49"/>
          <p:cNvSpPr/>
          <p:nvPr/>
        </p:nvSpPr>
        <p:spPr>
          <a:xfrm rot="-8451306">
            <a:off x="4373340" y="1458357"/>
            <a:ext cx="370749" cy="408281"/>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973" name="Shape 973"/>
        <p:cNvGrpSpPr/>
        <p:nvPr/>
      </p:nvGrpSpPr>
      <p:grpSpPr>
        <a:xfrm>
          <a:off x="0" y="0"/>
          <a:ext cx="0" cy="0"/>
          <a:chOff x="0" y="0"/>
          <a:chExt cx="0" cy="0"/>
        </a:xfrm>
      </p:grpSpPr>
      <p:cxnSp>
        <p:nvCxnSpPr>
          <p:cNvPr id="974" name="Google Shape;974;p50"/>
          <p:cNvCxnSpPr>
            <a:stCxn id="975" idx="0"/>
          </p:cNvCxnSpPr>
          <p:nvPr/>
        </p:nvCxnSpPr>
        <p:spPr>
          <a:xfrm rot="10800000">
            <a:off x="3084638" y="2833996"/>
            <a:ext cx="0" cy="1117200"/>
          </a:xfrm>
          <a:prstGeom prst="straightConnector1">
            <a:avLst/>
          </a:prstGeom>
          <a:noFill/>
          <a:ln cap="flat" cmpd="sng" w="19050">
            <a:solidFill>
              <a:schemeClr val="dk1"/>
            </a:solidFill>
            <a:prstDash val="solid"/>
            <a:round/>
            <a:headEnd len="med" w="med" type="none"/>
            <a:tailEnd len="med" w="med" type="none"/>
          </a:ln>
        </p:spPr>
      </p:cxnSp>
      <p:cxnSp>
        <p:nvCxnSpPr>
          <p:cNvPr id="976" name="Google Shape;976;p50"/>
          <p:cNvCxnSpPr>
            <a:stCxn id="977" idx="0"/>
          </p:cNvCxnSpPr>
          <p:nvPr/>
        </p:nvCxnSpPr>
        <p:spPr>
          <a:xfrm rot="10800000">
            <a:off x="6130938" y="2827396"/>
            <a:ext cx="0" cy="1123800"/>
          </a:xfrm>
          <a:prstGeom prst="straightConnector1">
            <a:avLst/>
          </a:prstGeom>
          <a:noFill/>
          <a:ln cap="flat" cmpd="sng" w="19050">
            <a:solidFill>
              <a:schemeClr val="dk1"/>
            </a:solidFill>
            <a:prstDash val="solid"/>
            <a:round/>
            <a:headEnd len="med" w="med" type="none"/>
            <a:tailEnd len="med" w="med" type="none"/>
          </a:ln>
        </p:spPr>
      </p:cxnSp>
      <p:cxnSp>
        <p:nvCxnSpPr>
          <p:cNvPr id="978" name="Google Shape;978;p50"/>
          <p:cNvCxnSpPr>
            <a:stCxn id="979" idx="2"/>
          </p:cNvCxnSpPr>
          <p:nvPr/>
        </p:nvCxnSpPr>
        <p:spPr>
          <a:xfrm>
            <a:off x="7598775" y="1682159"/>
            <a:ext cx="0" cy="1111800"/>
          </a:xfrm>
          <a:prstGeom prst="straightConnector1">
            <a:avLst/>
          </a:prstGeom>
          <a:noFill/>
          <a:ln cap="flat" cmpd="sng" w="19050">
            <a:solidFill>
              <a:schemeClr val="dk1"/>
            </a:solidFill>
            <a:prstDash val="solid"/>
            <a:round/>
            <a:headEnd len="med" w="med" type="none"/>
            <a:tailEnd len="med" w="med" type="none"/>
          </a:ln>
        </p:spPr>
      </p:cxnSp>
      <p:cxnSp>
        <p:nvCxnSpPr>
          <p:cNvPr id="980" name="Google Shape;980;p50"/>
          <p:cNvCxnSpPr>
            <a:stCxn id="981" idx="2"/>
          </p:cNvCxnSpPr>
          <p:nvPr/>
        </p:nvCxnSpPr>
        <p:spPr>
          <a:xfrm>
            <a:off x="4571850" y="1682160"/>
            <a:ext cx="0" cy="1131900"/>
          </a:xfrm>
          <a:prstGeom prst="straightConnector1">
            <a:avLst/>
          </a:prstGeom>
          <a:noFill/>
          <a:ln cap="flat" cmpd="sng" w="19050">
            <a:solidFill>
              <a:schemeClr val="dk1"/>
            </a:solidFill>
            <a:prstDash val="solid"/>
            <a:round/>
            <a:headEnd len="med" w="med" type="none"/>
            <a:tailEnd len="med" w="med" type="none"/>
          </a:ln>
        </p:spPr>
      </p:cxnSp>
      <p:cxnSp>
        <p:nvCxnSpPr>
          <p:cNvPr id="982" name="Google Shape;982;p50"/>
          <p:cNvCxnSpPr>
            <a:stCxn id="983" idx="2"/>
          </p:cNvCxnSpPr>
          <p:nvPr/>
        </p:nvCxnSpPr>
        <p:spPr>
          <a:xfrm>
            <a:off x="1544875" y="1682146"/>
            <a:ext cx="0" cy="1138500"/>
          </a:xfrm>
          <a:prstGeom prst="straightConnector1">
            <a:avLst/>
          </a:prstGeom>
          <a:noFill/>
          <a:ln cap="flat" cmpd="sng" w="19050">
            <a:solidFill>
              <a:schemeClr val="dk1"/>
            </a:solidFill>
            <a:prstDash val="solid"/>
            <a:round/>
            <a:headEnd len="med" w="med" type="none"/>
            <a:tailEnd len="med" w="med" type="none"/>
          </a:ln>
        </p:spPr>
      </p:cxnSp>
      <p:sp>
        <p:nvSpPr>
          <p:cNvPr id="984" name="Google Shape;984;p50"/>
          <p:cNvSpPr/>
          <p:nvPr/>
        </p:nvSpPr>
        <p:spPr>
          <a:xfrm rot="4746166">
            <a:off x="4280931" y="1199501"/>
            <a:ext cx="581807" cy="591171"/>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0"/>
          <p:cNvSpPr/>
          <p:nvPr/>
        </p:nvSpPr>
        <p:spPr>
          <a:xfrm rot="4746166">
            <a:off x="7307831" y="1199501"/>
            <a:ext cx="581807" cy="591171"/>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0"/>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a:t>
            </a:r>
            <a:r>
              <a:rPr lang="en">
                <a:solidFill>
                  <a:schemeClr val="accent4"/>
                </a:solidFill>
              </a:rPr>
              <a:t>T</a:t>
            </a:r>
            <a:r>
              <a:rPr lang="en">
                <a:solidFill>
                  <a:schemeClr val="accent4"/>
                </a:solidFill>
              </a:rPr>
              <a:t>imeline</a:t>
            </a:r>
            <a:endParaRPr>
              <a:solidFill>
                <a:schemeClr val="accent4"/>
              </a:solidFill>
            </a:endParaRPr>
          </a:p>
        </p:txBody>
      </p:sp>
      <p:cxnSp>
        <p:nvCxnSpPr>
          <p:cNvPr id="987" name="Google Shape;987;p50"/>
          <p:cNvCxnSpPr/>
          <p:nvPr/>
        </p:nvCxnSpPr>
        <p:spPr>
          <a:xfrm>
            <a:off x="716775" y="2814000"/>
            <a:ext cx="7711800" cy="0"/>
          </a:xfrm>
          <a:prstGeom prst="straightConnector1">
            <a:avLst/>
          </a:prstGeom>
          <a:noFill/>
          <a:ln cap="flat" cmpd="sng" w="19050">
            <a:solidFill>
              <a:schemeClr val="dk1"/>
            </a:solidFill>
            <a:prstDash val="solid"/>
            <a:round/>
            <a:headEnd len="med" w="med" type="none"/>
            <a:tailEnd len="med" w="med" type="none"/>
          </a:ln>
        </p:spPr>
      </p:cxnSp>
      <p:sp>
        <p:nvSpPr>
          <p:cNvPr id="988" name="Google Shape;988;p50"/>
          <p:cNvSpPr/>
          <p:nvPr/>
        </p:nvSpPr>
        <p:spPr>
          <a:xfrm rot="-8451316">
            <a:off x="1464281" y="2697425"/>
            <a:ext cx="136576" cy="150402"/>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0"/>
          <p:cNvSpPr txBox="1"/>
          <p:nvPr>
            <p:ph idx="4294967295" type="subTitle"/>
          </p:nvPr>
        </p:nvSpPr>
        <p:spPr>
          <a:xfrm>
            <a:off x="716775" y="3023912"/>
            <a:ext cx="1656300" cy="690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Despite being red, Mars is actually a cold place</a:t>
            </a:r>
            <a:endParaRPr sz="1400"/>
          </a:p>
        </p:txBody>
      </p:sp>
      <p:sp>
        <p:nvSpPr>
          <p:cNvPr id="990" name="Google Shape;990;p50"/>
          <p:cNvSpPr txBox="1"/>
          <p:nvPr>
            <p:ph idx="4294967295" type="subTitle"/>
          </p:nvPr>
        </p:nvSpPr>
        <p:spPr>
          <a:xfrm>
            <a:off x="3743700" y="3023912"/>
            <a:ext cx="1656300" cy="690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Venus has a beautiful name, but it’s quite hot</a:t>
            </a:r>
            <a:endParaRPr sz="1400"/>
          </a:p>
        </p:txBody>
      </p:sp>
      <p:sp>
        <p:nvSpPr>
          <p:cNvPr id="991" name="Google Shape;991;p50"/>
          <p:cNvSpPr txBox="1"/>
          <p:nvPr>
            <p:ph idx="4294967295" type="subTitle"/>
          </p:nvPr>
        </p:nvSpPr>
        <p:spPr>
          <a:xfrm>
            <a:off x="6770625" y="3023912"/>
            <a:ext cx="1656300" cy="690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Neptune is the farthest planet from the Sun</a:t>
            </a:r>
            <a:endParaRPr sz="1400"/>
          </a:p>
        </p:txBody>
      </p:sp>
      <p:sp>
        <p:nvSpPr>
          <p:cNvPr id="992" name="Google Shape;992;p50"/>
          <p:cNvSpPr txBox="1"/>
          <p:nvPr>
            <p:ph idx="4294967295" type="subTitle"/>
          </p:nvPr>
        </p:nvSpPr>
        <p:spPr>
          <a:xfrm>
            <a:off x="2256500" y="1738829"/>
            <a:ext cx="1656300" cy="937200"/>
          </a:xfrm>
          <a:prstGeom prst="rect">
            <a:avLst/>
          </a:prstGeom>
        </p:spPr>
        <p:txBody>
          <a:bodyPr anchorCtr="0" anchor="b" bIns="0" lIns="91425" spcFirstLastPara="1" rIns="91425" wrap="square" tIns="162000">
            <a:noAutofit/>
          </a:bodyPr>
          <a:lstStyle/>
          <a:p>
            <a:pPr indent="0" lvl="0" marL="0" rtl="0" algn="ctr">
              <a:lnSpc>
                <a:spcPct val="100000"/>
              </a:lnSpc>
              <a:spcBef>
                <a:spcPts val="0"/>
              </a:spcBef>
              <a:spcAft>
                <a:spcPts val="1600"/>
              </a:spcAft>
              <a:buNone/>
            </a:pPr>
            <a:r>
              <a:rPr lang="en" sz="1400"/>
              <a:t>Mercury is the closest planet to the Sun</a:t>
            </a:r>
            <a:endParaRPr sz="1400"/>
          </a:p>
        </p:txBody>
      </p:sp>
      <p:sp>
        <p:nvSpPr>
          <p:cNvPr id="993" name="Google Shape;993;p50"/>
          <p:cNvSpPr txBox="1"/>
          <p:nvPr>
            <p:ph idx="4294967295" type="subTitle"/>
          </p:nvPr>
        </p:nvSpPr>
        <p:spPr>
          <a:xfrm>
            <a:off x="5302800" y="1738829"/>
            <a:ext cx="1656300" cy="937200"/>
          </a:xfrm>
          <a:prstGeom prst="rect">
            <a:avLst/>
          </a:prstGeom>
        </p:spPr>
        <p:txBody>
          <a:bodyPr anchorCtr="0" anchor="b" bIns="0" lIns="91425" spcFirstLastPara="1" rIns="91425" wrap="square" tIns="162000">
            <a:noAutofit/>
          </a:bodyPr>
          <a:lstStyle/>
          <a:p>
            <a:pPr indent="0" lvl="0" marL="0" rtl="0" algn="ctr">
              <a:lnSpc>
                <a:spcPct val="100000"/>
              </a:lnSpc>
              <a:spcBef>
                <a:spcPts val="0"/>
              </a:spcBef>
              <a:spcAft>
                <a:spcPts val="1600"/>
              </a:spcAft>
              <a:buNone/>
            </a:pPr>
            <a:r>
              <a:rPr lang="en" sz="1400"/>
              <a:t>Jupiter is the biggest planet in the Solar System</a:t>
            </a:r>
            <a:endParaRPr sz="1400"/>
          </a:p>
        </p:txBody>
      </p:sp>
      <p:sp>
        <p:nvSpPr>
          <p:cNvPr id="981" name="Google Shape;981;p50"/>
          <p:cNvSpPr txBox="1"/>
          <p:nvPr>
            <p:ph idx="4294967295" type="subTitle"/>
          </p:nvPr>
        </p:nvSpPr>
        <p:spPr>
          <a:xfrm>
            <a:off x="4272450" y="1308060"/>
            <a:ext cx="598800" cy="374100"/>
          </a:xfrm>
          <a:prstGeom prst="rect">
            <a:avLst/>
          </a:prstGeom>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2200">
                <a:latin typeface="Viga"/>
                <a:ea typeface="Viga"/>
                <a:cs typeface="Viga"/>
                <a:sym typeface="Viga"/>
              </a:rPr>
              <a:t>C</a:t>
            </a:r>
            <a:endParaRPr sz="2200">
              <a:latin typeface="Viga"/>
              <a:ea typeface="Viga"/>
              <a:cs typeface="Viga"/>
              <a:sym typeface="Viga"/>
            </a:endParaRPr>
          </a:p>
        </p:txBody>
      </p:sp>
      <p:sp>
        <p:nvSpPr>
          <p:cNvPr id="979" name="Google Shape;979;p50"/>
          <p:cNvSpPr txBox="1"/>
          <p:nvPr>
            <p:ph idx="4294967295" type="subTitle"/>
          </p:nvPr>
        </p:nvSpPr>
        <p:spPr>
          <a:xfrm>
            <a:off x="7299375" y="1308059"/>
            <a:ext cx="598800" cy="374100"/>
          </a:xfrm>
          <a:prstGeom prst="rect">
            <a:avLst/>
          </a:prstGeom>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2200">
                <a:solidFill>
                  <a:schemeClr val="lt1"/>
                </a:solidFill>
                <a:latin typeface="Viga"/>
                <a:ea typeface="Viga"/>
                <a:cs typeface="Viga"/>
                <a:sym typeface="Viga"/>
              </a:rPr>
              <a:t>E</a:t>
            </a:r>
            <a:endParaRPr sz="2200">
              <a:solidFill>
                <a:schemeClr val="lt1"/>
              </a:solidFill>
              <a:latin typeface="Viga"/>
              <a:ea typeface="Viga"/>
              <a:cs typeface="Viga"/>
              <a:sym typeface="Viga"/>
            </a:endParaRPr>
          </a:p>
        </p:txBody>
      </p:sp>
      <p:sp>
        <p:nvSpPr>
          <p:cNvPr id="994" name="Google Shape;994;p50"/>
          <p:cNvSpPr/>
          <p:nvPr/>
        </p:nvSpPr>
        <p:spPr>
          <a:xfrm rot="1800098">
            <a:off x="3016366" y="2763793"/>
            <a:ext cx="136573" cy="150399"/>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0"/>
          <p:cNvSpPr/>
          <p:nvPr/>
        </p:nvSpPr>
        <p:spPr>
          <a:xfrm rot="-8451316">
            <a:off x="4490282" y="2697425"/>
            <a:ext cx="136576" cy="150402"/>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0"/>
          <p:cNvSpPr/>
          <p:nvPr/>
        </p:nvSpPr>
        <p:spPr>
          <a:xfrm rot="2700000">
            <a:off x="6062664" y="2763795"/>
            <a:ext cx="136584" cy="150411"/>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0"/>
          <p:cNvSpPr/>
          <p:nvPr/>
        </p:nvSpPr>
        <p:spPr>
          <a:xfrm rot="-8451316">
            <a:off x="7530481" y="2697425"/>
            <a:ext cx="136576" cy="150402"/>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0"/>
          <p:cNvSpPr/>
          <p:nvPr/>
        </p:nvSpPr>
        <p:spPr>
          <a:xfrm rot="4746166">
            <a:off x="1254019" y="1199501"/>
            <a:ext cx="581807" cy="591171"/>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0"/>
          <p:cNvSpPr txBox="1"/>
          <p:nvPr>
            <p:ph idx="4294967295" type="subTitle"/>
          </p:nvPr>
        </p:nvSpPr>
        <p:spPr>
          <a:xfrm>
            <a:off x="1245475" y="1308046"/>
            <a:ext cx="598800" cy="374100"/>
          </a:xfrm>
          <a:prstGeom prst="rect">
            <a:avLst/>
          </a:prstGeom>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2200">
                <a:solidFill>
                  <a:schemeClr val="lt1"/>
                </a:solidFill>
                <a:latin typeface="Viga"/>
                <a:ea typeface="Viga"/>
                <a:cs typeface="Viga"/>
                <a:sym typeface="Viga"/>
              </a:rPr>
              <a:t>A</a:t>
            </a:r>
            <a:endParaRPr sz="2200">
              <a:solidFill>
                <a:schemeClr val="lt1"/>
              </a:solidFill>
              <a:latin typeface="Viga"/>
              <a:ea typeface="Viga"/>
              <a:cs typeface="Viga"/>
              <a:sym typeface="Viga"/>
            </a:endParaRPr>
          </a:p>
        </p:txBody>
      </p:sp>
      <p:sp>
        <p:nvSpPr>
          <p:cNvPr id="999" name="Google Shape;999;p50"/>
          <p:cNvSpPr/>
          <p:nvPr/>
        </p:nvSpPr>
        <p:spPr>
          <a:xfrm rot="4746166">
            <a:off x="2793744" y="3837326"/>
            <a:ext cx="581807" cy="591171"/>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0"/>
          <p:cNvSpPr/>
          <p:nvPr/>
        </p:nvSpPr>
        <p:spPr>
          <a:xfrm rot="4746166">
            <a:off x="5840044" y="3837326"/>
            <a:ext cx="581807" cy="591171"/>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0"/>
          <p:cNvSpPr txBox="1"/>
          <p:nvPr>
            <p:ph idx="4294967295" type="subTitle"/>
          </p:nvPr>
        </p:nvSpPr>
        <p:spPr>
          <a:xfrm>
            <a:off x="2785238" y="3951196"/>
            <a:ext cx="598800" cy="374100"/>
          </a:xfrm>
          <a:prstGeom prst="rect">
            <a:avLst/>
          </a:prstGeom>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2200">
                <a:solidFill>
                  <a:schemeClr val="lt1"/>
                </a:solidFill>
                <a:latin typeface="Viga"/>
                <a:ea typeface="Viga"/>
                <a:cs typeface="Viga"/>
                <a:sym typeface="Viga"/>
              </a:rPr>
              <a:t>B</a:t>
            </a:r>
            <a:endParaRPr sz="2200">
              <a:solidFill>
                <a:schemeClr val="lt1"/>
              </a:solidFill>
              <a:latin typeface="Viga"/>
              <a:ea typeface="Viga"/>
              <a:cs typeface="Viga"/>
              <a:sym typeface="Viga"/>
            </a:endParaRPr>
          </a:p>
        </p:txBody>
      </p:sp>
      <p:sp>
        <p:nvSpPr>
          <p:cNvPr id="977" name="Google Shape;977;p50"/>
          <p:cNvSpPr txBox="1"/>
          <p:nvPr>
            <p:ph idx="4294967295" type="subTitle"/>
          </p:nvPr>
        </p:nvSpPr>
        <p:spPr>
          <a:xfrm>
            <a:off x="5831538" y="3951196"/>
            <a:ext cx="598800" cy="374100"/>
          </a:xfrm>
          <a:prstGeom prst="rect">
            <a:avLst/>
          </a:prstGeom>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2200">
                <a:solidFill>
                  <a:schemeClr val="lt1"/>
                </a:solidFill>
                <a:latin typeface="Viga"/>
                <a:ea typeface="Viga"/>
                <a:cs typeface="Viga"/>
                <a:sym typeface="Viga"/>
              </a:rPr>
              <a:t>D</a:t>
            </a:r>
            <a:endParaRPr sz="2200">
              <a:solidFill>
                <a:schemeClr val="lt1"/>
              </a:solidFill>
              <a:latin typeface="Viga"/>
              <a:ea typeface="Viga"/>
              <a:cs typeface="Viga"/>
              <a:sym typeface="Viga"/>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1004" name="Shape 1004"/>
        <p:cNvGrpSpPr/>
        <p:nvPr/>
      </p:nvGrpSpPr>
      <p:grpSpPr>
        <a:xfrm>
          <a:off x="0" y="0"/>
          <a:ext cx="0" cy="0"/>
          <a:chOff x="0" y="0"/>
          <a:chExt cx="0" cy="0"/>
        </a:xfrm>
      </p:grpSpPr>
      <p:sp>
        <p:nvSpPr>
          <p:cNvPr id="1005" name="Google Shape;1005;p51"/>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References</a:t>
            </a:r>
            <a:endParaRPr/>
          </a:p>
        </p:txBody>
      </p:sp>
      <p:sp>
        <p:nvSpPr>
          <p:cNvPr id="1006" name="Google Shape;1006;p51"/>
          <p:cNvSpPr txBox="1"/>
          <p:nvPr/>
        </p:nvSpPr>
        <p:spPr>
          <a:xfrm>
            <a:off x="1359425" y="1397300"/>
            <a:ext cx="6425100" cy="337800"/>
          </a:xfrm>
          <a:prstGeom prst="rect">
            <a:avLst/>
          </a:prstGeom>
          <a:noFill/>
          <a:ln>
            <a:noFill/>
          </a:ln>
        </p:spPr>
        <p:txBody>
          <a:bodyPr anchorCtr="0" anchor="t" bIns="91425" lIns="0" spcFirstLastPara="1" rIns="91425" wrap="square" tIns="91425">
            <a:noAutofit/>
          </a:bodyPr>
          <a:lstStyle/>
          <a:p>
            <a:pPr indent="-330200" lvl="0" marL="457200" rtl="0" algn="ctr">
              <a:lnSpc>
                <a:spcPct val="115000"/>
              </a:lnSpc>
              <a:spcBef>
                <a:spcPts val="0"/>
              </a:spcBef>
              <a:spcAft>
                <a:spcPts val="0"/>
              </a:spcAft>
              <a:buClr>
                <a:schemeClr val="lt2"/>
              </a:buClr>
              <a:buSzPts val="1600"/>
              <a:buFont typeface="Barlow"/>
              <a:buChar char="●"/>
            </a:pPr>
            <a:r>
              <a:rPr lang="en" sz="1600">
                <a:solidFill>
                  <a:schemeClr val="dk1"/>
                </a:solidFill>
                <a:latin typeface="Barlow"/>
                <a:ea typeface="Barlow"/>
                <a:cs typeface="Barlow"/>
                <a:sym typeface="Barlow"/>
              </a:rPr>
              <a:t>AUTHOR (YEAR). </a:t>
            </a:r>
            <a:r>
              <a:rPr i="1" lang="en" sz="1600">
                <a:solidFill>
                  <a:schemeClr val="dk1"/>
                </a:solidFill>
                <a:latin typeface="Barlow"/>
                <a:ea typeface="Barlow"/>
                <a:cs typeface="Barlow"/>
                <a:sym typeface="Barlow"/>
              </a:rPr>
              <a:t>Title of the publication</a:t>
            </a:r>
            <a:r>
              <a:rPr lang="en" sz="1600">
                <a:solidFill>
                  <a:schemeClr val="dk1"/>
                </a:solidFill>
                <a:latin typeface="Barlow"/>
                <a:ea typeface="Barlow"/>
                <a:cs typeface="Barlow"/>
                <a:sym typeface="Barlow"/>
              </a:rPr>
              <a:t>. Publisher</a:t>
            </a:r>
            <a:endParaRPr sz="1600">
              <a:solidFill>
                <a:schemeClr val="dk1"/>
              </a:solidFill>
              <a:latin typeface="Barlow"/>
              <a:ea typeface="Barlow"/>
              <a:cs typeface="Barlow"/>
              <a:sym typeface="Barlow"/>
            </a:endParaRPr>
          </a:p>
        </p:txBody>
      </p:sp>
      <p:sp>
        <p:nvSpPr>
          <p:cNvPr id="1007" name="Google Shape;1007;p51"/>
          <p:cNvSpPr txBox="1"/>
          <p:nvPr/>
        </p:nvSpPr>
        <p:spPr>
          <a:xfrm>
            <a:off x="1359425" y="1762525"/>
            <a:ext cx="6425100" cy="337800"/>
          </a:xfrm>
          <a:prstGeom prst="rect">
            <a:avLst/>
          </a:prstGeom>
          <a:noFill/>
          <a:ln>
            <a:noFill/>
          </a:ln>
        </p:spPr>
        <p:txBody>
          <a:bodyPr anchorCtr="0" anchor="t" bIns="91425" lIns="0" spcFirstLastPara="1" rIns="91425" wrap="square" tIns="91425">
            <a:noAutofit/>
          </a:bodyPr>
          <a:lstStyle/>
          <a:p>
            <a:pPr indent="-330200" lvl="0" marL="457200" rtl="0" algn="ctr">
              <a:lnSpc>
                <a:spcPct val="115000"/>
              </a:lnSpc>
              <a:spcBef>
                <a:spcPts val="0"/>
              </a:spcBef>
              <a:spcAft>
                <a:spcPts val="0"/>
              </a:spcAft>
              <a:buClr>
                <a:schemeClr val="lt2"/>
              </a:buClr>
              <a:buSzPts val="1600"/>
              <a:buFont typeface="Barlow"/>
              <a:buChar char="●"/>
            </a:pPr>
            <a:r>
              <a:rPr lang="en" sz="1600">
                <a:solidFill>
                  <a:schemeClr val="dk1"/>
                </a:solidFill>
                <a:latin typeface="Barlow"/>
                <a:ea typeface="Barlow"/>
                <a:cs typeface="Barlow"/>
                <a:sym typeface="Barlow"/>
              </a:rPr>
              <a:t>AUTHOR (YEAR). </a:t>
            </a:r>
            <a:r>
              <a:rPr i="1" lang="en" sz="1600">
                <a:solidFill>
                  <a:schemeClr val="dk1"/>
                </a:solidFill>
                <a:latin typeface="Barlow"/>
                <a:ea typeface="Barlow"/>
                <a:cs typeface="Barlow"/>
                <a:sym typeface="Barlow"/>
              </a:rPr>
              <a:t>Title of the publication</a:t>
            </a:r>
            <a:r>
              <a:rPr lang="en" sz="1600">
                <a:solidFill>
                  <a:schemeClr val="dk1"/>
                </a:solidFill>
                <a:latin typeface="Barlow"/>
                <a:ea typeface="Barlow"/>
                <a:cs typeface="Barlow"/>
                <a:sym typeface="Barlow"/>
              </a:rPr>
              <a:t>. Publisher</a:t>
            </a:r>
            <a:endParaRPr sz="1600">
              <a:solidFill>
                <a:schemeClr val="dk1"/>
              </a:solidFill>
              <a:latin typeface="Barlow"/>
              <a:ea typeface="Barlow"/>
              <a:cs typeface="Barlow"/>
              <a:sym typeface="Barlow"/>
            </a:endParaRPr>
          </a:p>
        </p:txBody>
      </p:sp>
      <p:sp>
        <p:nvSpPr>
          <p:cNvPr id="1008" name="Google Shape;1008;p51"/>
          <p:cNvSpPr txBox="1"/>
          <p:nvPr/>
        </p:nvSpPr>
        <p:spPr>
          <a:xfrm>
            <a:off x="1359425" y="2127750"/>
            <a:ext cx="6425100" cy="337800"/>
          </a:xfrm>
          <a:prstGeom prst="rect">
            <a:avLst/>
          </a:prstGeom>
          <a:noFill/>
          <a:ln>
            <a:noFill/>
          </a:ln>
        </p:spPr>
        <p:txBody>
          <a:bodyPr anchorCtr="0" anchor="t" bIns="91425" lIns="0" spcFirstLastPara="1" rIns="91425" wrap="square" tIns="91425">
            <a:noAutofit/>
          </a:bodyPr>
          <a:lstStyle/>
          <a:p>
            <a:pPr indent="-330200" lvl="0" marL="457200" rtl="0" algn="ctr">
              <a:lnSpc>
                <a:spcPct val="115000"/>
              </a:lnSpc>
              <a:spcBef>
                <a:spcPts val="0"/>
              </a:spcBef>
              <a:spcAft>
                <a:spcPts val="0"/>
              </a:spcAft>
              <a:buClr>
                <a:schemeClr val="lt2"/>
              </a:buClr>
              <a:buSzPts val="1600"/>
              <a:buFont typeface="Barlow"/>
              <a:buChar char="●"/>
            </a:pPr>
            <a:r>
              <a:rPr lang="en" sz="1600">
                <a:solidFill>
                  <a:schemeClr val="dk1"/>
                </a:solidFill>
                <a:latin typeface="Barlow"/>
                <a:ea typeface="Barlow"/>
                <a:cs typeface="Barlow"/>
                <a:sym typeface="Barlow"/>
              </a:rPr>
              <a:t>AUTHOR (YEAR). </a:t>
            </a:r>
            <a:r>
              <a:rPr i="1" lang="en" sz="1600">
                <a:solidFill>
                  <a:schemeClr val="dk1"/>
                </a:solidFill>
                <a:latin typeface="Barlow"/>
                <a:ea typeface="Barlow"/>
                <a:cs typeface="Barlow"/>
                <a:sym typeface="Barlow"/>
              </a:rPr>
              <a:t>Title of the publication</a:t>
            </a:r>
            <a:r>
              <a:rPr lang="en" sz="1600">
                <a:solidFill>
                  <a:schemeClr val="dk1"/>
                </a:solidFill>
                <a:latin typeface="Barlow"/>
                <a:ea typeface="Barlow"/>
                <a:cs typeface="Barlow"/>
                <a:sym typeface="Barlow"/>
              </a:rPr>
              <a:t>. Publisher</a:t>
            </a:r>
            <a:endParaRPr sz="1600">
              <a:solidFill>
                <a:schemeClr val="dk1"/>
              </a:solidFill>
              <a:latin typeface="Barlow"/>
              <a:ea typeface="Barlow"/>
              <a:cs typeface="Barlow"/>
              <a:sym typeface="Barlow"/>
            </a:endParaRPr>
          </a:p>
        </p:txBody>
      </p:sp>
      <p:sp>
        <p:nvSpPr>
          <p:cNvPr id="1009" name="Google Shape;1009;p51"/>
          <p:cNvSpPr txBox="1"/>
          <p:nvPr/>
        </p:nvSpPr>
        <p:spPr>
          <a:xfrm>
            <a:off x="1359425" y="2492975"/>
            <a:ext cx="6425100" cy="337800"/>
          </a:xfrm>
          <a:prstGeom prst="rect">
            <a:avLst/>
          </a:prstGeom>
          <a:noFill/>
          <a:ln>
            <a:noFill/>
          </a:ln>
        </p:spPr>
        <p:txBody>
          <a:bodyPr anchorCtr="0" anchor="t" bIns="91425" lIns="0" spcFirstLastPara="1" rIns="91425" wrap="square" tIns="91425">
            <a:noAutofit/>
          </a:bodyPr>
          <a:lstStyle/>
          <a:p>
            <a:pPr indent="-330200" lvl="0" marL="457200" rtl="0" algn="ctr">
              <a:lnSpc>
                <a:spcPct val="115000"/>
              </a:lnSpc>
              <a:spcBef>
                <a:spcPts val="0"/>
              </a:spcBef>
              <a:spcAft>
                <a:spcPts val="0"/>
              </a:spcAft>
              <a:buClr>
                <a:schemeClr val="lt2"/>
              </a:buClr>
              <a:buSzPts val="1600"/>
              <a:buFont typeface="Barlow"/>
              <a:buChar char="●"/>
            </a:pPr>
            <a:r>
              <a:rPr lang="en" sz="1600">
                <a:solidFill>
                  <a:schemeClr val="dk1"/>
                </a:solidFill>
                <a:latin typeface="Barlow"/>
                <a:ea typeface="Barlow"/>
                <a:cs typeface="Barlow"/>
                <a:sym typeface="Barlow"/>
              </a:rPr>
              <a:t>AUTHOR (YEAR). </a:t>
            </a:r>
            <a:r>
              <a:rPr i="1" lang="en" sz="1600">
                <a:solidFill>
                  <a:schemeClr val="dk1"/>
                </a:solidFill>
                <a:latin typeface="Barlow"/>
                <a:ea typeface="Barlow"/>
                <a:cs typeface="Barlow"/>
                <a:sym typeface="Barlow"/>
              </a:rPr>
              <a:t>Title of the publication</a:t>
            </a:r>
            <a:r>
              <a:rPr lang="en" sz="1600">
                <a:solidFill>
                  <a:schemeClr val="dk1"/>
                </a:solidFill>
                <a:latin typeface="Barlow"/>
                <a:ea typeface="Barlow"/>
                <a:cs typeface="Barlow"/>
                <a:sym typeface="Barlow"/>
              </a:rPr>
              <a:t>. Publisher</a:t>
            </a:r>
            <a:endParaRPr sz="1600">
              <a:solidFill>
                <a:schemeClr val="dk1"/>
              </a:solidFill>
              <a:latin typeface="Barlow"/>
              <a:ea typeface="Barlow"/>
              <a:cs typeface="Barlow"/>
              <a:sym typeface="Barlow"/>
            </a:endParaRPr>
          </a:p>
        </p:txBody>
      </p:sp>
      <p:sp>
        <p:nvSpPr>
          <p:cNvPr id="1010" name="Google Shape;1010;p51"/>
          <p:cNvSpPr txBox="1"/>
          <p:nvPr/>
        </p:nvSpPr>
        <p:spPr>
          <a:xfrm>
            <a:off x="1359425" y="2858200"/>
            <a:ext cx="6425100" cy="337800"/>
          </a:xfrm>
          <a:prstGeom prst="rect">
            <a:avLst/>
          </a:prstGeom>
          <a:noFill/>
          <a:ln>
            <a:noFill/>
          </a:ln>
        </p:spPr>
        <p:txBody>
          <a:bodyPr anchorCtr="0" anchor="t" bIns="91425" lIns="0" spcFirstLastPara="1" rIns="91425" wrap="square" tIns="91425">
            <a:noAutofit/>
          </a:bodyPr>
          <a:lstStyle/>
          <a:p>
            <a:pPr indent="-330200" lvl="0" marL="457200" rtl="0" algn="ctr">
              <a:lnSpc>
                <a:spcPct val="115000"/>
              </a:lnSpc>
              <a:spcBef>
                <a:spcPts val="0"/>
              </a:spcBef>
              <a:spcAft>
                <a:spcPts val="0"/>
              </a:spcAft>
              <a:buClr>
                <a:schemeClr val="lt2"/>
              </a:buClr>
              <a:buSzPts val="1600"/>
              <a:buFont typeface="Barlow"/>
              <a:buChar char="●"/>
            </a:pPr>
            <a:r>
              <a:rPr lang="en" sz="1600">
                <a:solidFill>
                  <a:schemeClr val="dk1"/>
                </a:solidFill>
                <a:latin typeface="Barlow"/>
                <a:ea typeface="Barlow"/>
                <a:cs typeface="Barlow"/>
                <a:sym typeface="Barlow"/>
              </a:rPr>
              <a:t>AUTHOR (YEAR). </a:t>
            </a:r>
            <a:r>
              <a:rPr i="1" lang="en" sz="1600">
                <a:solidFill>
                  <a:schemeClr val="dk1"/>
                </a:solidFill>
                <a:latin typeface="Barlow"/>
                <a:ea typeface="Barlow"/>
                <a:cs typeface="Barlow"/>
                <a:sym typeface="Barlow"/>
              </a:rPr>
              <a:t>Title of the publication</a:t>
            </a:r>
            <a:r>
              <a:rPr lang="en" sz="1600">
                <a:solidFill>
                  <a:schemeClr val="dk1"/>
                </a:solidFill>
                <a:latin typeface="Barlow"/>
                <a:ea typeface="Barlow"/>
                <a:cs typeface="Barlow"/>
                <a:sym typeface="Barlow"/>
              </a:rPr>
              <a:t>. Publisher</a:t>
            </a:r>
            <a:endParaRPr sz="1600">
              <a:solidFill>
                <a:schemeClr val="dk1"/>
              </a:solidFill>
              <a:latin typeface="Barlow"/>
              <a:ea typeface="Barlow"/>
              <a:cs typeface="Barlow"/>
              <a:sym typeface="Barlow"/>
            </a:endParaRPr>
          </a:p>
        </p:txBody>
      </p:sp>
      <p:sp>
        <p:nvSpPr>
          <p:cNvPr id="1011" name="Google Shape;1011;p51"/>
          <p:cNvSpPr txBox="1"/>
          <p:nvPr/>
        </p:nvSpPr>
        <p:spPr>
          <a:xfrm>
            <a:off x="1359425" y="3223425"/>
            <a:ext cx="6425100" cy="337800"/>
          </a:xfrm>
          <a:prstGeom prst="rect">
            <a:avLst/>
          </a:prstGeom>
          <a:noFill/>
          <a:ln>
            <a:noFill/>
          </a:ln>
        </p:spPr>
        <p:txBody>
          <a:bodyPr anchorCtr="0" anchor="t" bIns="91425" lIns="0" spcFirstLastPara="1" rIns="91425" wrap="square" tIns="91425">
            <a:noAutofit/>
          </a:bodyPr>
          <a:lstStyle/>
          <a:p>
            <a:pPr indent="-330200" lvl="0" marL="457200" rtl="0" algn="ctr">
              <a:lnSpc>
                <a:spcPct val="115000"/>
              </a:lnSpc>
              <a:spcBef>
                <a:spcPts val="0"/>
              </a:spcBef>
              <a:spcAft>
                <a:spcPts val="0"/>
              </a:spcAft>
              <a:buClr>
                <a:schemeClr val="lt2"/>
              </a:buClr>
              <a:buSzPts val="1600"/>
              <a:buFont typeface="Barlow"/>
              <a:buChar char="●"/>
            </a:pPr>
            <a:r>
              <a:rPr lang="en" sz="1600">
                <a:solidFill>
                  <a:schemeClr val="dk1"/>
                </a:solidFill>
                <a:latin typeface="Barlow"/>
                <a:ea typeface="Barlow"/>
                <a:cs typeface="Barlow"/>
                <a:sym typeface="Barlow"/>
              </a:rPr>
              <a:t>AUTHOR (YEAR). </a:t>
            </a:r>
            <a:r>
              <a:rPr i="1" lang="en" sz="1600">
                <a:solidFill>
                  <a:schemeClr val="dk1"/>
                </a:solidFill>
                <a:latin typeface="Barlow"/>
                <a:ea typeface="Barlow"/>
                <a:cs typeface="Barlow"/>
                <a:sym typeface="Barlow"/>
              </a:rPr>
              <a:t>Title of the publication</a:t>
            </a:r>
            <a:r>
              <a:rPr lang="en" sz="1600">
                <a:solidFill>
                  <a:schemeClr val="dk1"/>
                </a:solidFill>
                <a:latin typeface="Barlow"/>
                <a:ea typeface="Barlow"/>
                <a:cs typeface="Barlow"/>
                <a:sym typeface="Barlow"/>
              </a:rPr>
              <a:t>. Publisher</a:t>
            </a:r>
            <a:endParaRPr sz="1600">
              <a:solidFill>
                <a:schemeClr val="dk1"/>
              </a:solidFill>
              <a:latin typeface="Barlow"/>
              <a:ea typeface="Barlow"/>
              <a:cs typeface="Barlow"/>
              <a:sym typeface="Barlow"/>
            </a:endParaRPr>
          </a:p>
        </p:txBody>
      </p:sp>
      <p:sp>
        <p:nvSpPr>
          <p:cNvPr id="1012" name="Google Shape;1012;p51"/>
          <p:cNvSpPr txBox="1"/>
          <p:nvPr/>
        </p:nvSpPr>
        <p:spPr>
          <a:xfrm>
            <a:off x="1359425" y="3588650"/>
            <a:ext cx="6425100" cy="337800"/>
          </a:xfrm>
          <a:prstGeom prst="rect">
            <a:avLst/>
          </a:prstGeom>
          <a:noFill/>
          <a:ln>
            <a:noFill/>
          </a:ln>
        </p:spPr>
        <p:txBody>
          <a:bodyPr anchorCtr="0" anchor="t" bIns="91425" lIns="0" spcFirstLastPara="1" rIns="91425" wrap="square" tIns="91425">
            <a:noAutofit/>
          </a:bodyPr>
          <a:lstStyle/>
          <a:p>
            <a:pPr indent="-330200" lvl="0" marL="457200" rtl="0" algn="ctr">
              <a:lnSpc>
                <a:spcPct val="115000"/>
              </a:lnSpc>
              <a:spcBef>
                <a:spcPts val="0"/>
              </a:spcBef>
              <a:spcAft>
                <a:spcPts val="0"/>
              </a:spcAft>
              <a:buClr>
                <a:schemeClr val="lt2"/>
              </a:buClr>
              <a:buSzPts val="1600"/>
              <a:buFont typeface="Barlow"/>
              <a:buChar char="●"/>
            </a:pPr>
            <a:r>
              <a:rPr lang="en" sz="1600">
                <a:solidFill>
                  <a:schemeClr val="dk1"/>
                </a:solidFill>
                <a:latin typeface="Barlow"/>
                <a:ea typeface="Barlow"/>
                <a:cs typeface="Barlow"/>
                <a:sym typeface="Barlow"/>
              </a:rPr>
              <a:t>AUTHOR (YEAR). </a:t>
            </a:r>
            <a:r>
              <a:rPr i="1" lang="en" sz="1600">
                <a:solidFill>
                  <a:schemeClr val="dk1"/>
                </a:solidFill>
                <a:latin typeface="Barlow"/>
                <a:ea typeface="Barlow"/>
                <a:cs typeface="Barlow"/>
                <a:sym typeface="Barlow"/>
              </a:rPr>
              <a:t>Title of the publication</a:t>
            </a:r>
            <a:r>
              <a:rPr lang="en" sz="1600">
                <a:solidFill>
                  <a:schemeClr val="dk1"/>
                </a:solidFill>
                <a:latin typeface="Barlow"/>
                <a:ea typeface="Barlow"/>
                <a:cs typeface="Barlow"/>
                <a:sym typeface="Barlow"/>
              </a:rPr>
              <a:t>. Publisher</a:t>
            </a:r>
            <a:endParaRPr sz="1600">
              <a:solidFill>
                <a:schemeClr val="dk1"/>
              </a:solidFill>
              <a:latin typeface="Barlow"/>
              <a:ea typeface="Barlow"/>
              <a:cs typeface="Barlow"/>
              <a:sym typeface="Barlow"/>
            </a:endParaRPr>
          </a:p>
        </p:txBody>
      </p:sp>
      <p:sp>
        <p:nvSpPr>
          <p:cNvPr id="1013" name="Google Shape;1013;p51"/>
          <p:cNvSpPr txBox="1"/>
          <p:nvPr/>
        </p:nvSpPr>
        <p:spPr>
          <a:xfrm>
            <a:off x="1359425" y="3953875"/>
            <a:ext cx="6425100" cy="337800"/>
          </a:xfrm>
          <a:prstGeom prst="rect">
            <a:avLst/>
          </a:prstGeom>
          <a:noFill/>
          <a:ln>
            <a:noFill/>
          </a:ln>
        </p:spPr>
        <p:txBody>
          <a:bodyPr anchorCtr="0" anchor="t" bIns="91425" lIns="0" spcFirstLastPara="1" rIns="91425" wrap="square" tIns="91425">
            <a:noAutofit/>
          </a:bodyPr>
          <a:lstStyle/>
          <a:p>
            <a:pPr indent="-330200" lvl="0" marL="457200" rtl="0" algn="ctr">
              <a:lnSpc>
                <a:spcPct val="115000"/>
              </a:lnSpc>
              <a:spcBef>
                <a:spcPts val="0"/>
              </a:spcBef>
              <a:spcAft>
                <a:spcPts val="0"/>
              </a:spcAft>
              <a:buClr>
                <a:schemeClr val="lt2"/>
              </a:buClr>
              <a:buSzPts val="1600"/>
              <a:buFont typeface="Barlow"/>
              <a:buChar char="●"/>
            </a:pPr>
            <a:r>
              <a:rPr lang="en" sz="1600">
                <a:solidFill>
                  <a:schemeClr val="dk1"/>
                </a:solidFill>
                <a:latin typeface="Barlow"/>
                <a:ea typeface="Barlow"/>
                <a:cs typeface="Barlow"/>
                <a:sym typeface="Barlow"/>
              </a:rPr>
              <a:t>AUTHOR (YEAR). </a:t>
            </a:r>
            <a:r>
              <a:rPr i="1" lang="en" sz="1600">
                <a:solidFill>
                  <a:schemeClr val="dk1"/>
                </a:solidFill>
                <a:latin typeface="Barlow"/>
                <a:ea typeface="Barlow"/>
                <a:cs typeface="Barlow"/>
                <a:sym typeface="Barlow"/>
              </a:rPr>
              <a:t>Title of the publication</a:t>
            </a:r>
            <a:r>
              <a:rPr lang="en" sz="1600">
                <a:solidFill>
                  <a:schemeClr val="dk1"/>
                </a:solidFill>
                <a:latin typeface="Barlow"/>
                <a:ea typeface="Barlow"/>
                <a:cs typeface="Barlow"/>
                <a:sym typeface="Barlow"/>
              </a:rPr>
              <a:t>. Publisher</a:t>
            </a:r>
            <a:endParaRPr sz="1600">
              <a:solidFill>
                <a:schemeClr val="dk1"/>
              </a:solidFill>
              <a:latin typeface="Barlow"/>
              <a:ea typeface="Barlow"/>
              <a:cs typeface="Barlow"/>
              <a:sym typeface="Barlow"/>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1017" name="Shape 1017"/>
        <p:cNvGrpSpPr/>
        <p:nvPr/>
      </p:nvGrpSpPr>
      <p:grpSpPr>
        <a:xfrm>
          <a:off x="0" y="0"/>
          <a:ext cx="0" cy="0"/>
          <a:chOff x="0" y="0"/>
          <a:chExt cx="0" cy="0"/>
        </a:xfrm>
      </p:grpSpPr>
      <p:sp>
        <p:nvSpPr>
          <p:cNvPr id="1018" name="Google Shape;1018;p52"/>
          <p:cNvSpPr txBox="1"/>
          <p:nvPr>
            <p:ph idx="2"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a:t>
            </a:r>
            <a:r>
              <a:rPr lang="en">
                <a:solidFill>
                  <a:schemeClr val="lt2"/>
                </a:solidFill>
              </a:rPr>
              <a:t>T</a:t>
            </a:r>
            <a:r>
              <a:rPr lang="en">
                <a:solidFill>
                  <a:schemeClr val="lt2"/>
                </a:solidFill>
              </a:rPr>
              <a:t>eam</a:t>
            </a:r>
            <a:endParaRPr>
              <a:solidFill>
                <a:schemeClr val="lt2"/>
              </a:solidFill>
            </a:endParaRPr>
          </a:p>
        </p:txBody>
      </p:sp>
      <p:sp>
        <p:nvSpPr>
          <p:cNvPr id="1019" name="Google Shape;1019;p52"/>
          <p:cNvSpPr/>
          <p:nvPr/>
        </p:nvSpPr>
        <p:spPr>
          <a:xfrm rot="4746154">
            <a:off x="834264" y="1293901"/>
            <a:ext cx="3299647" cy="3352870"/>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2"/>
          <p:cNvSpPr txBox="1"/>
          <p:nvPr>
            <p:ph type="ctrTitle"/>
          </p:nvPr>
        </p:nvSpPr>
        <p:spPr>
          <a:xfrm>
            <a:off x="1268637" y="2679600"/>
            <a:ext cx="2430900" cy="6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Dr. Richard Roe</a:t>
            </a:r>
            <a:endParaRPr>
              <a:solidFill>
                <a:schemeClr val="accent1"/>
              </a:solidFill>
            </a:endParaRPr>
          </a:p>
        </p:txBody>
      </p:sp>
      <p:sp>
        <p:nvSpPr>
          <p:cNvPr id="1021" name="Google Shape;1021;p52"/>
          <p:cNvSpPr txBox="1"/>
          <p:nvPr>
            <p:ph idx="1" type="subTitle"/>
          </p:nvPr>
        </p:nvSpPr>
        <p:spPr>
          <a:xfrm>
            <a:off x="1268637" y="3327300"/>
            <a:ext cx="2430900" cy="107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rPr>
              <a:t>Venus is the second planet from the Sun</a:t>
            </a:r>
            <a:endParaRPr>
              <a:solidFill>
                <a:schemeClr val="accent1"/>
              </a:solidFill>
            </a:endParaRPr>
          </a:p>
        </p:txBody>
      </p:sp>
      <p:sp>
        <p:nvSpPr>
          <p:cNvPr id="1022" name="Google Shape;1022;p52"/>
          <p:cNvSpPr/>
          <p:nvPr/>
        </p:nvSpPr>
        <p:spPr>
          <a:xfrm rot="10799964">
            <a:off x="4880280" y="1293907"/>
            <a:ext cx="3299645" cy="3352875"/>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2"/>
          <p:cNvSpPr txBox="1"/>
          <p:nvPr>
            <p:ph idx="3" type="ctrTitle"/>
          </p:nvPr>
        </p:nvSpPr>
        <p:spPr>
          <a:xfrm>
            <a:off x="5314650" y="2679600"/>
            <a:ext cx="2430900" cy="6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Dr. Martha McKane</a:t>
            </a:r>
            <a:endParaRPr/>
          </a:p>
        </p:txBody>
      </p:sp>
      <p:sp>
        <p:nvSpPr>
          <p:cNvPr id="1024" name="Google Shape;1024;p52"/>
          <p:cNvSpPr txBox="1"/>
          <p:nvPr>
            <p:ph idx="4" type="subTitle"/>
          </p:nvPr>
        </p:nvSpPr>
        <p:spPr>
          <a:xfrm>
            <a:off x="5314667" y="3327300"/>
            <a:ext cx="2430900" cy="107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025" name="Google Shape;1025;p52"/>
          <p:cNvSpPr/>
          <p:nvPr/>
        </p:nvSpPr>
        <p:spPr>
          <a:xfrm rot="2414151">
            <a:off x="2394353" y="2645652"/>
            <a:ext cx="219288" cy="241487"/>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2"/>
          <p:cNvSpPr/>
          <p:nvPr/>
        </p:nvSpPr>
        <p:spPr>
          <a:xfrm rot="2414151">
            <a:off x="6440386" y="2645652"/>
            <a:ext cx="219288" cy="241487"/>
          </a:xfrm>
          <a:custGeom>
            <a:rect b="b" l="l" r="r" t="t"/>
            <a:pathLst>
              <a:path extrusionOk="0" h="7245" w="6579">
                <a:moveTo>
                  <a:pt x="987" y="6786"/>
                </a:moveTo>
                <a:cubicBezTo>
                  <a:pt x="988" y="6786"/>
                  <a:pt x="988" y="6786"/>
                  <a:pt x="988" y="6786"/>
                </a:cubicBezTo>
                <a:cubicBezTo>
                  <a:pt x="954" y="6816"/>
                  <a:pt x="919" y="6845"/>
                  <a:pt x="897" y="6860"/>
                </a:cubicBezTo>
                <a:lnTo>
                  <a:pt x="897" y="6860"/>
                </a:lnTo>
                <a:cubicBezTo>
                  <a:pt x="946" y="6816"/>
                  <a:pt x="981" y="6786"/>
                  <a:pt x="987" y="6786"/>
                </a:cubicBezTo>
                <a:close/>
                <a:moveTo>
                  <a:pt x="0" y="0"/>
                </a:moveTo>
                <a:lnTo>
                  <a:pt x="0" y="0"/>
                </a:lnTo>
                <a:cubicBezTo>
                  <a:pt x="4" y="73"/>
                  <a:pt x="4" y="114"/>
                  <a:pt x="4" y="153"/>
                </a:cubicBezTo>
                <a:cubicBezTo>
                  <a:pt x="28" y="379"/>
                  <a:pt x="35" y="605"/>
                  <a:pt x="42" y="835"/>
                </a:cubicBezTo>
                <a:cubicBezTo>
                  <a:pt x="46" y="949"/>
                  <a:pt x="52" y="1061"/>
                  <a:pt x="56" y="1172"/>
                </a:cubicBezTo>
                <a:cubicBezTo>
                  <a:pt x="56" y="1217"/>
                  <a:pt x="59" y="1259"/>
                  <a:pt x="63" y="1304"/>
                </a:cubicBezTo>
                <a:cubicBezTo>
                  <a:pt x="63" y="1332"/>
                  <a:pt x="66" y="1363"/>
                  <a:pt x="70" y="1391"/>
                </a:cubicBezTo>
                <a:lnTo>
                  <a:pt x="63" y="1367"/>
                </a:lnTo>
                <a:lnTo>
                  <a:pt x="63" y="1367"/>
                </a:lnTo>
                <a:cubicBezTo>
                  <a:pt x="80" y="1610"/>
                  <a:pt x="97" y="2981"/>
                  <a:pt x="115" y="3263"/>
                </a:cubicBezTo>
                <a:lnTo>
                  <a:pt x="118" y="3224"/>
                </a:lnTo>
                <a:lnTo>
                  <a:pt x="118" y="3224"/>
                </a:lnTo>
                <a:cubicBezTo>
                  <a:pt x="147" y="3471"/>
                  <a:pt x="112" y="3436"/>
                  <a:pt x="108" y="3632"/>
                </a:cubicBezTo>
                <a:cubicBezTo>
                  <a:pt x="110" y="3630"/>
                  <a:pt x="112" y="3630"/>
                  <a:pt x="113" y="3630"/>
                </a:cubicBezTo>
                <a:cubicBezTo>
                  <a:pt x="142" y="3630"/>
                  <a:pt x="168" y="3820"/>
                  <a:pt x="171" y="3895"/>
                </a:cubicBezTo>
                <a:lnTo>
                  <a:pt x="163" y="3892"/>
                </a:lnTo>
                <a:lnTo>
                  <a:pt x="163" y="3892"/>
                </a:lnTo>
                <a:cubicBezTo>
                  <a:pt x="174" y="4014"/>
                  <a:pt x="209" y="4289"/>
                  <a:pt x="219" y="4487"/>
                </a:cubicBezTo>
                <a:lnTo>
                  <a:pt x="202" y="4480"/>
                </a:lnTo>
                <a:lnTo>
                  <a:pt x="202" y="4480"/>
                </a:lnTo>
                <a:cubicBezTo>
                  <a:pt x="226" y="4647"/>
                  <a:pt x="230" y="4960"/>
                  <a:pt x="237" y="5078"/>
                </a:cubicBezTo>
                <a:cubicBezTo>
                  <a:pt x="237" y="5353"/>
                  <a:pt x="219" y="5778"/>
                  <a:pt x="254" y="6143"/>
                </a:cubicBezTo>
                <a:lnTo>
                  <a:pt x="209" y="6379"/>
                </a:lnTo>
                <a:lnTo>
                  <a:pt x="216" y="6414"/>
                </a:lnTo>
                <a:lnTo>
                  <a:pt x="338" y="7211"/>
                </a:lnTo>
                <a:cubicBezTo>
                  <a:pt x="342" y="7234"/>
                  <a:pt x="355" y="7245"/>
                  <a:pt x="376" y="7245"/>
                </a:cubicBezTo>
                <a:cubicBezTo>
                  <a:pt x="476" y="7245"/>
                  <a:pt x="743" y="6999"/>
                  <a:pt x="889" y="6867"/>
                </a:cubicBezTo>
                <a:lnTo>
                  <a:pt x="889" y="6867"/>
                </a:lnTo>
                <a:cubicBezTo>
                  <a:pt x="919" y="6853"/>
                  <a:pt x="997" y="6792"/>
                  <a:pt x="1037" y="6755"/>
                </a:cubicBezTo>
                <a:lnTo>
                  <a:pt x="1026" y="6727"/>
                </a:lnTo>
                <a:cubicBezTo>
                  <a:pt x="1131" y="6630"/>
                  <a:pt x="1065" y="6717"/>
                  <a:pt x="1169" y="6626"/>
                </a:cubicBezTo>
                <a:lnTo>
                  <a:pt x="1169" y="6626"/>
                </a:lnTo>
                <a:cubicBezTo>
                  <a:pt x="1190" y="6640"/>
                  <a:pt x="1092" y="6724"/>
                  <a:pt x="1006" y="6796"/>
                </a:cubicBezTo>
                <a:cubicBezTo>
                  <a:pt x="1086" y="6734"/>
                  <a:pt x="1176" y="6682"/>
                  <a:pt x="1193" y="6637"/>
                </a:cubicBezTo>
                <a:cubicBezTo>
                  <a:pt x="1215" y="6622"/>
                  <a:pt x="1225" y="6618"/>
                  <a:pt x="1230" y="6618"/>
                </a:cubicBezTo>
                <a:cubicBezTo>
                  <a:pt x="1237" y="6618"/>
                  <a:pt x="1236" y="6626"/>
                  <a:pt x="1244" y="6626"/>
                </a:cubicBezTo>
                <a:cubicBezTo>
                  <a:pt x="1250" y="6626"/>
                  <a:pt x="1263" y="6620"/>
                  <a:pt x="1294" y="6599"/>
                </a:cubicBezTo>
                <a:cubicBezTo>
                  <a:pt x="1353" y="6539"/>
                  <a:pt x="1423" y="6456"/>
                  <a:pt x="1503" y="6407"/>
                </a:cubicBezTo>
                <a:lnTo>
                  <a:pt x="1503" y="6411"/>
                </a:lnTo>
                <a:cubicBezTo>
                  <a:pt x="1694" y="6282"/>
                  <a:pt x="1754" y="6164"/>
                  <a:pt x="1927" y="6045"/>
                </a:cubicBezTo>
                <a:lnTo>
                  <a:pt x="1927" y="6045"/>
                </a:lnTo>
                <a:lnTo>
                  <a:pt x="1916" y="6066"/>
                </a:lnTo>
                <a:cubicBezTo>
                  <a:pt x="1979" y="6028"/>
                  <a:pt x="2083" y="5924"/>
                  <a:pt x="2192" y="5847"/>
                </a:cubicBezTo>
                <a:lnTo>
                  <a:pt x="2192" y="5847"/>
                </a:lnTo>
                <a:cubicBezTo>
                  <a:pt x="2177" y="5857"/>
                  <a:pt x="2162" y="5864"/>
                  <a:pt x="2155" y="5864"/>
                </a:cubicBezTo>
                <a:cubicBezTo>
                  <a:pt x="2148" y="5864"/>
                  <a:pt x="2153" y="5854"/>
                  <a:pt x="2184" y="5826"/>
                </a:cubicBezTo>
                <a:cubicBezTo>
                  <a:pt x="2313" y="5736"/>
                  <a:pt x="2386" y="5659"/>
                  <a:pt x="2480" y="5600"/>
                </a:cubicBezTo>
                <a:lnTo>
                  <a:pt x="2550" y="5517"/>
                </a:lnTo>
                <a:cubicBezTo>
                  <a:pt x="2964" y="5179"/>
                  <a:pt x="4571" y="3816"/>
                  <a:pt x="4981" y="3471"/>
                </a:cubicBezTo>
                <a:lnTo>
                  <a:pt x="4981" y="3471"/>
                </a:lnTo>
                <a:lnTo>
                  <a:pt x="4968" y="3485"/>
                </a:lnTo>
                <a:cubicBezTo>
                  <a:pt x="5374" y="3148"/>
                  <a:pt x="5952" y="2661"/>
                  <a:pt x="6578" y="2139"/>
                </a:cubicBezTo>
                <a:cubicBezTo>
                  <a:pt x="5994" y="1951"/>
                  <a:pt x="5381" y="1750"/>
                  <a:pt x="4814" y="1565"/>
                </a:cubicBezTo>
                <a:cubicBezTo>
                  <a:pt x="4480" y="1461"/>
                  <a:pt x="4171" y="1363"/>
                  <a:pt x="3934" y="1294"/>
                </a:cubicBezTo>
                <a:cubicBezTo>
                  <a:pt x="3816" y="1235"/>
                  <a:pt x="3642" y="1182"/>
                  <a:pt x="3517" y="1134"/>
                </a:cubicBezTo>
                <a:lnTo>
                  <a:pt x="3517" y="1134"/>
                </a:lnTo>
                <a:cubicBezTo>
                  <a:pt x="3559" y="1153"/>
                  <a:pt x="3564" y="1162"/>
                  <a:pt x="3549" y="1162"/>
                </a:cubicBezTo>
                <a:cubicBezTo>
                  <a:pt x="3539" y="1162"/>
                  <a:pt x="3521" y="1158"/>
                  <a:pt x="3499" y="1151"/>
                </a:cubicBezTo>
                <a:cubicBezTo>
                  <a:pt x="3334" y="1096"/>
                  <a:pt x="3302" y="1088"/>
                  <a:pt x="3291" y="1088"/>
                </a:cubicBezTo>
                <a:cubicBezTo>
                  <a:pt x="3287" y="1088"/>
                  <a:pt x="3286" y="1089"/>
                  <a:pt x="3280" y="1089"/>
                </a:cubicBezTo>
                <a:cubicBezTo>
                  <a:pt x="3267" y="1089"/>
                  <a:pt x="3229" y="1082"/>
                  <a:pt x="3069" y="1033"/>
                </a:cubicBezTo>
                <a:cubicBezTo>
                  <a:pt x="2846" y="967"/>
                  <a:pt x="2338" y="800"/>
                  <a:pt x="1820" y="623"/>
                </a:cubicBezTo>
                <a:cubicBezTo>
                  <a:pt x="1089" y="372"/>
                  <a:pt x="351"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 name="Google Shape;1027;p52"/>
          <p:cNvGrpSpPr/>
          <p:nvPr/>
        </p:nvGrpSpPr>
        <p:grpSpPr>
          <a:xfrm>
            <a:off x="2380300" y="1846350"/>
            <a:ext cx="247412" cy="474305"/>
            <a:chOff x="2380300" y="1846350"/>
            <a:chExt cx="247412" cy="474305"/>
          </a:xfrm>
        </p:grpSpPr>
        <p:sp>
          <p:nvSpPr>
            <p:cNvPr id="1028" name="Google Shape;1028;p52"/>
            <p:cNvSpPr/>
            <p:nvPr/>
          </p:nvSpPr>
          <p:spPr>
            <a:xfrm rot="4746167">
              <a:off x="2410661" y="1861096"/>
              <a:ext cx="186673" cy="189682"/>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2"/>
            <p:cNvSpPr/>
            <p:nvPr/>
          </p:nvSpPr>
          <p:spPr>
            <a:xfrm>
              <a:off x="2380300" y="1856833"/>
              <a:ext cx="247412" cy="463822"/>
            </a:xfrm>
            <a:custGeom>
              <a:rect b="b" l="l" r="r" t="t"/>
              <a:pathLst>
                <a:path extrusionOk="0" h="15380" w="8204">
                  <a:moveTo>
                    <a:pt x="4278" y="1178"/>
                  </a:moveTo>
                  <a:cubicBezTo>
                    <a:pt x="5052" y="1178"/>
                    <a:pt x="5809" y="1520"/>
                    <a:pt x="6193" y="2269"/>
                  </a:cubicBezTo>
                  <a:cubicBezTo>
                    <a:pt x="6815" y="3479"/>
                    <a:pt x="5876" y="5053"/>
                    <a:pt x="4597" y="5297"/>
                  </a:cubicBezTo>
                  <a:cubicBezTo>
                    <a:pt x="4478" y="5320"/>
                    <a:pt x="4359" y="5331"/>
                    <a:pt x="4239" y="5331"/>
                  </a:cubicBezTo>
                  <a:cubicBezTo>
                    <a:pt x="3236" y="5331"/>
                    <a:pt x="2263" y="4555"/>
                    <a:pt x="2028" y="3575"/>
                  </a:cubicBezTo>
                  <a:cubicBezTo>
                    <a:pt x="1801" y="2654"/>
                    <a:pt x="2257" y="1778"/>
                    <a:pt x="2970" y="1225"/>
                  </a:cubicBezTo>
                  <a:cubicBezTo>
                    <a:pt x="3045" y="1300"/>
                    <a:pt x="3143" y="1350"/>
                    <a:pt x="3257" y="1350"/>
                  </a:cubicBezTo>
                  <a:cubicBezTo>
                    <a:pt x="3301" y="1350"/>
                    <a:pt x="3348" y="1342"/>
                    <a:pt x="3397" y="1326"/>
                  </a:cubicBezTo>
                  <a:cubicBezTo>
                    <a:pt x="3680" y="1228"/>
                    <a:pt x="3980" y="1178"/>
                    <a:pt x="4278" y="1178"/>
                  </a:cubicBezTo>
                  <a:close/>
                  <a:moveTo>
                    <a:pt x="4234" y="6526"/>
                  </a:moveTo>
                  <a:cubicBezTo>
                    <a:pt x="5876" y="6526"/>
                    <a:pt x="6639" y="8732"/>
                    <a:pt x="6739" y="10113"/>
                  </a:cubicBezTo>
                  <a:cubicBezTo>
                    <a:pt x="6833" y="11431"/>
                    <a:pt x="6704" y="12755"/>
                    <a:pt x="6732" y="14077"/>
                  </a:cubicBezTo>
                  <a:cubicBezTo>
                    <a:pt x="6146" y="14142"/>
                    <a:pt x="5578" y="14175"/>
                    <a:pt x="5018" y="14175"/>
                  </a:cubicBezTo>
                  <a:cubicBezTo>
                    <a:pt x="3709" y="14175"/>
                    <a:pt x="2449" y="13993"/>
                    <a:pt x="1140" y="13601"/>
                  </a:cubicBezTo>
                  <a:cubicBezTo>
                    <a:pt x="1175" y="11524"/>
                    <a:pt x="1227" y="7307"/>
                    <a:pt x="3655" y="6611"/>
                  </a:cubicBezTo>
                  <a:cubicBezTo>
                    <a:pt x="3859" y="6553"/>
                    <a:pt x="4052" y="6526"/>
                    <a:pt x="4234" y="6526"/>
                  </a:cubicBezTo>
                  <a:close/>
                  <a:moveTo>
                    <a:pt x="4073" y="1"/>
                  </a:moveTo>
                  <a:cubicBezTo>
                    <a:pt x="2212" y="1"/>
                    <a:pt x="610" y="1677"/>
                    <a:pt x="869" y="3586"/>
                  </a:cubicBezTo>
                  <a:cubicBezTo>
                    <a:pt x="1005" y="4567"/>
                    <a:pt x="1634" y="5426"/>
                    <a:pt x="2472" y="5950"/>
                  </a:cubicBezTo>
                  <a:cubicBezTo>
                    <a:pt x="369" y="7310"/>
                    <a:pt x="212" y="11226"/>
                    <a:pt x="410" y="13468"/>
                  </a:cubicBezTo>
                  <a:cubicBezTo>
                    <a:pt x="121" y="13586"/>
                    <a:pt x="0" y="14063"/>
                    <a:pt x="341" y="14233"/>
                  </a:cubicBezTo>
                  <a:cubicBezTo>
                    <a:pt x="1837" y="14986"/>
                    <a:pt x="3506" y="15379"/>
                    <a:pt x="5179" y="15379"/>
                  </a:cubicBezTo>
                  <a:cubicBezTo>
                    <a:pt x="5808" y="15379"/>
                    <a:pt x="6438" y="15324"/>
                    <a:pt x="7059" y="15210"/>
                  </a:cubicBezTo>
                  <a:cubicBezTo>
                    <a:pt x="7292" y="15169"/>
                    <a:pt x="7424" y="14991"/>
                    <a:pt x="7462" y="14790"/>
                  </a:cubicBezTo>
                  <a:cubicBezTo>
                    <a:pt x="7643" y="14724"/>
                    <a:pt x="7796" y="14560"/>
                    <a:pt x="7810" y="14302"/>
                  </a:cubicBezTo>
                  <a:cubicBezTo>
                    <a:pt x="7949" y="12105"/>
                    <a:pt x="8203" y="7463"/>
                    <a:pt x="5953" y="5950"/>
                  </a:cubicBezTo>
                  <a:cubicBezTo>
                    <a:pt x="7163" y="5137"/>
                    <a:pt x="7841" y="3527"/>
                    <a:pt x="7274" y="2115"/>
                  </a:cubicBezTo>
                  <a:cubicBezTo>
                    <a:pt x="6826" y="1006"/>
                    <a:pt x="5738" y="279"/>
                    <a:pt x="4597" y="182"/>
                  </a:cubicBezTo>
                  <a:cubicBezTo>
                    <a:pt x="4552" y="95"/>
                    <a:pt x="4465" y="25"/>
                    <a:pt x="4329" y="11"/>
                  </a:cubicBezTo>
                  <a:cubicBezTo>
                    <a:pt x="4243" y="4"/>
                    <a:pt x="4158" y="1"/>
                    <a:pt x="40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52"/>
          <p:cNvGrpSpPr/>
          <p:nvPr/>
        </p:nvGrpSpPr>
        <p:grpSpPr>
          <a:xfrm>
            <a:off x="6405718" y="1846350"/>
            <a:ext cx="248769" cy="461502"/>
            <a:chOff x="2711780" y="1846350"/>
            <a:chExt cx="248769" cy="461502"/>
          </a:xfrm>
        </p:grpSpPr>
        <p:sp>
          <p:nvSpPr>
            <p:cNvPr id="1031" name="Google Shape;1031;p52"/>
            <p:cNvSpPr/>
            <p:nvPr/>
          </p:nvSpPr>
          <p:spPr>
            <a:xfrm rot="4746167">
              <a:off x="2742823" y="1861096"/>
              <a:ext cx="186673" cy="189682"/>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2"/>
            <p:cNvSpPr/>
            <p:nvPr/>
          </p:nvSpPr>
          <p:spPr>
            <a:xfrm>
              <a:off x="2711780" y="1859138"/>
              <a:ext cx="248769" cy="448713"/>
            </a:xfrm>
            <a:custGeom>
              <a:rect b="b" l="l" r="r" t="t"/>
              <a:pathLst>
                <a:path extrusionOk="0" h="14879" w="8249">
                  <a:moveTo>
                    <a:pt x="3973" y="930"/>
                  </a:moveTo>
                  <a:cubicBezTo>
                    <a:pt x="4995" y="930"/>
                    <a:pt x="6217" y="1846"/>
                    <a:pt x="6249" y="2737"/>
                  </a:cubicBezTo>
                  <a:cubicBezTo>
                    <a:pt x="6284" y="3693"/>
                    <a:pt x="5345" y="4639"/>
                    <a:pt x="4462" y="4813"/>
                  </a:cubicBezTo>
                  <a:cubicBezTo>
                    <a:pt x="4341" y="4837"/>
                    <a:pt x="4218" y="4848"/>
                    <a:pt x="4096" y="4848"/>
                  </a:cubicBezTo>
                  <a:cubicBezTo>
                    <a:pt x="3237" y="4848"/>
                    <a:pt x="2376" y="4284"/>
                    <a:pt x="2115" y="3454"/>
                  </a:cubicBezTo>
                  <a:cubicBezTo>
                    <a:pt x="1899" y="2758"/>
                    <a:pt x="2107" y="2142"/>
                    <a:pt x="2500" y="1624"/>
                  </a:cubicBezTo>
                  <a:cubicBezTo>
                    <a:pt x="2522" y="1627"/>
                    <a:pt x="2543" y="1629"/>
                    <a:pt x="2564" y="1629"/>
                  </a:cubicBezTo>
                  <a:cubicBezTo>
                    <a:pt x="2697" y="1629"/>
                    <a:pt x="2829" y="1571"/>
                    <a:pt x="2929" y="1436"/>
                  </a:cubicBezTo>
                  <a:cubicBezTo>
                    <a:pt x="3184" y="1078"/>
                    <a:pt x="3562" y="930"/>
                    <a:pt x="3973" y="930"/>
                  </a:cubicBezTo>
                  <a:close/>
                  <a:moveTo>
                    <a:pt x="3759" y="6500"/>
                  </a:moveTo>
                  <a:cubicBezTo>
                    <a:pt x="3882" y="6500"/>
                    <a:pt x="4011" y="6509"/>
                    <a:pt x="4145" y="6527"/>
                  </a:cubicBezTo>
                  <a:cubicBezTo>
                    <a:pt x="7004" y="6913"/>
                    <a:pt x="6475" y="10616"/>
                    <a:pt x="6958" y="12668"/>
                  </a:cubicBezTo>
                  <a:cubicBezTo>
                    <a:pt x="6896" y="12682"/>
                    <a:pt x="6830" y="12706"/>
                    <a:pt x="6767" y="12741"/>
                  </a:cubicBezTo>
                  <a:cubicBezTo>
                    <a:pt x="5727" y="13349"/>
                    <a:pt x="4692" y="13611"/>
                    <a:pt x="3647" y="13611"/>
                  </a:cubicBezTo>
                  <a:cubicBezTo>
                    <a:pt x="2732" y="13611"/>
                    <a:pt x="1810" y="13410"/>
                    <a:pt x="870" y="13064"/>
                  </a:cubicBezTo>
                  <a:cubicBezTo>
                    <a:pt x="870" y="13057"/>
                    <a:pt x="873" y="13054"/>
                    <a:pt x="876" y="13046"/>
                  </a:cubicBezTo>
                  <a:cubicBezTo>
                    <a:pt x="1120" y="11157"/>
                    <a:pt x="916" y="6500"/>
                    <a:pt x="3759" y="6500"/>
                  </a:cubicBezTo>
                  <a:close/>
                  <a:moveTo>
                    <a:pt x="4039" y="1"/>
                  </a:moveTo>
                  <a:cubicBezTo>
                    <a:pt x="3449" y="1"/>
                    <a:pt x="2891" y="183"/>
                    <a:pt x="2466" y="626"/>
                  </a:cubicBezTo>
                  <a:cubicBezTo>
                    <a:pt x="1176" y="1221"/>
                    <a:pt x="668" y="2984"/>
                    <a:pt x="1252" y="4250"/>
                  </a:cubicBezTo>
                  <a:cubicBezTo>
                    <a:pt x="1527" y="4840"/>
                    <a:pt x="1986" y="5299"/>
                    <a:pt x="2532" y="5602"/>
                  </a:cubicBezTo>
                  <a:cubicBezTo>
                    <a:pt x="0" y="6652"/>
                    <a:pt x="109" y="10741"/>
                    <a:pt x="119" y="13030"/>
                  </a:cubicBezTo>
                  <a:cubicBezTo>
                    <a:pt x="49" y="13151"/>
                    <a:pt x="42" y="13318"/>
                    <a:pt x="150" y="13426"/>
                  </a:cubicBezTo>
                  <a:cubicBezTo>
                    <a:pt x="1167" y="14420"/>
                    <a:pt x="2539" y="14878"/>
                    <a:pt x="3928" y="14878"/>
                  </a:cubicBezTo>
                  <a:cubicBezTo>
                    <a:pt x="5157" y="14878"/>
                    <a:pt x="6399" y="14520"/>
                    <a:pt x="7417" y="13857"/>
                  </a:cubicBezTo>
                  <a:cubicBezTo>
                    <a:pt x="7682" y="13683"/>
                    <a:pt x="7755" y="13419"/>
                    <a:pt x="7703" y="13182"/>
                  </a:cubicBezTo>
                  <a:cubicBezTo>
                    <a:pt x="7852" y="13102"/>
                    <a:pt x="7970" y="12953"/>
                    <a:pt x="7995" y="12754"/>
                  </a:cubicBezTo>
                  <a:cubicBezTo>
                    <a:pt x="8249" y="10568"/>
                    <a:pt x="7619" y="6941"/>
                    <a:pt x="5456" y="5744"/>
                  </a:cubicBezTo>
                  <a:cubicBezTo>
                    <a:pt x="5540" y="5710"/>
                    <a:pt x="5620" y="5668"/>
                    <a:pt x="5700" y="5623"/>
                  </a:cubicBezTo>
                  <a:cubicBezTo>
                    <a:pt x="7059" y="4837"/>
                    <a:pt x="8224" y="2552"/>
                    <a:pt x="6882" y="1234"/>
                  </a:cubicBezTo>
                  <a:cubicBezTo>
                    <a:pt x="6187" y="551"/>
                    <a:pt x="5064" y="1"/>
                    <a:pt x="40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1036" name="Shape 1036"/>
        <p:cNvGrpSpPr/>
        <p:nvPr/>
      </p:nvGrpSpPr>
      <p:grpSpPr>
        <a:xfrm>
          <a:off x="0" y="0"/>
          <a:ext cx="0" cy="0"/>
          <a:chOff x="0" y="0"/>
          <a:chExt cx="0" cy="0"/>
        </a:xfrm>
      </p:grpSpPr>
      <p:pic>
        <p:nvPicPr>
          <p:cNvPr id="1037" name="Google Shape;1037;p53"/>
          <p:cNvPicPr preferRelativeResize="0"/>
          <p:nvPr/>
        </p:nvPicPr>
        <p:blipFill rotWithShape="1">
          <a:blip r:embed="rId3">
            <a:alphaModFix/>
          </a:blip>
          <a:srcRect b="5496" l="37504" r="37507" t="18688"/>
          <a:stretch/>
        </p:blipFill>
        <p:spPr>
          <a:xfrm>
            <a:off x="975246" y="1738675"/>
            <a:ext cx="1257842" cy="2146809"/>
          </a:xfrm>
          <a:prstGeom prst="rect">
            <a:avLst/>
          </a:prstGeom>
          <a:noFill/>
          <a:ln>
            <a:noFill/>
          </a:ln>
        </p:spPr>
      </p:pic>
      <p:sp>
        <p:nvSpPr>
          <p:cNvPr id="1038" name="Google Shape;1038;p53"/>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Sneak </a:t>
            </a:r>
            <a:r>
              <a:rPr lang="en">
                <a:solidFill>
                  <a:schemeClr val="accent4"/>
                </a:solidFill>
              </a:rPr>
              <a:t>Peek</a:t>
            </a:r>
            <a:endParaRPr>
              <a:solidFill>
                <a:schemeClr val="accent4"/>
              </a:solidFill>
            </a:endParaRPr>
          </a:p>
        </p:txBody>
      </p:sp>
      <p:sp>
        <p:nvSpPr>
          <p:cNvPr id="1039" name="Google Shape;1039;p53"/>
          <p:cNvSpPr txBox="1"/>
          <p:nvPr/>
        </p:nvSpPr>
        <p:spPr>
          <a:xfrm flipH="1">
            <a:off x="2924489" y="3329953"/>
            <a:ext cx="2630400" cy="1080000"/>
          </a:xfrm>
          <a:prstGeom prst="rect">
            <a:avLst/>
          </a:prstGeom>
          <a:noFill/>
          <a:ln>
            <a:noFill/>
          </a:ln>
        </p:spPr>
        <p:txBody>
          <a:bodyPr anchorCtr="0" anchor="ctr" bIns="0" lIns="91425" spcFirstLastPara="1" rIns="91425" wrap="square" tIns="126000">
            <a:noAutofit/>
          </a:bodyPr>
          <a:lstStyle/>
          <a:p>
            <a:pPr indent="0" lvl="0" marL="0" rtl="0" algn="r">
              <a:spcBef>
                <a:spcPts val="0"/>
              </a:spcBef>
              <a:spcAft>
                <a:spcPts val="1600"/>
              </a:spcAft>
              <a:buNone/>
            </a:pPr>
            <a:r>
              <a:rPr lang="en">
                <a:solidFill>
                  <a:schemeClr val="dk1"/>
                </a:solidFill>
                <a:latin typeface="Barlow Light"/>
                <a:ea typeface="Barlow Light"/>
                <a:cs typeface="Barlow Light"/>
                <a:sym typeface="Barlow Light"/>
              </a:rPr>
              <a:t>You can replace the image on the screen with your own work. Just delete this one, add yours and center it properly</a:t>
            </a:r>
            <a:endParaRPr>
              <a:solidFill>
                <a:schemeClr val="dk1"/>
              </a:solidFill>
              <a:latin typeface="Barlow Light"/>
              <a:ea typeface="Barlow Light"/>
              <a:cs typeface="Barlow Light"/>
              <a:sym typeface="Barlow Light"/>
            </a:endParaRPr>
          </a:p>
        </p:txBody>
      </p:sp>
      <p:sp>
        <p:nvSpPr>
          <p:cNvPr id="1040" name="Google Shape;1040;p53"/>
          <p:cNvSpPr txBox="1"/>
          <p:nvPr/>
        </p:nvSpPr>
        <p:spPr>
          <a:xfrm flipH="1">
            <a:off x="2799939" y="1604465"/>
            <a:ext cx="2630400" cy="1080000"/>
          </a:xfrm>
          <a:prstGeom prst="rect">
            <a:avLst/>
          </a:prstGeom>
          <a:noFill/>
          <a:ln>
            <a:noFill/>
          </a:ln>
        </p:spPr>
        <p:txBody>
          <a:bodyPr anchorCtr="0" anchor="ctr" bIns="0" lIns="91425" spcFirstLastPara="1" rIns="91425" wrap="square" tIns="126000">
            <a:noAutofit/>
          </a:bodyPr>
          <a:lstStyle/>
          <a:p>
            <a:pPr indent="0" lvl="0" marL="0" rtl="0" algn="l">
              <a:spcBef>
                <a:spcPts val="0"/>
              </a:spcBef>
              <a:spcAft>
                <a:spcPts val="1600"/>
              </a:spcAft>
              <a:buNone/>
            </a:pPr>
            <a:r>
              <a:rPr lang="en">
                <a:solidFill>
                  <a:schemeClr val="dk1"/>
                </a:solidFill>
                <a:latin typeface="Barlow Light"/>
                <a:ea typeface="Barlow Light"/>
                <a:cs typeface="Barlow Light"/>
                <a:sym typeface="Barlow Light"/>
              </a:rPr>
              <a:t>You can replace the image on the screen with your own work. Just delete this one, add yours and center it properly</a:t>
            </a:r>
            <a:endParaRPr>
              <a:solidFill>
                <a:schemeClr val="dk1"/>
              </a:solidFill>
              <a:latin typeface="Barlow Light"/>
              <a:ea typeface="Barlow Light"/>
              <a:cs typeface="Barlow Light"/>
              <a:sym typeface="Barlow Light"/>
            </a:endParaRPr>
          </a:p>
        </p:txBody>
      </p:sp>
      <p:sp>
        <p:nvSpPr>
          <p:cNvPr id="1041" name="Google Shape;1041;p53"/>
          <p:cNvSpPr/>
          <p:nvPr/>
        </p:nvSpPr>
        <p:spPr>
          <a:xfrm rot="-3330478">
            <a:off x="2499476" y="2033157"/>
            <a:ext cx="215702" cy="222646"/>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3"/>
          <p:cNvSpPr/>
          <p:nvPr/>
        </p:nvSpPr>
        <p:spPr>
          <a:xfrm rot="7200132">
            <a:off x="5651601" y="3723189"/>
            <a:ext cx="215701" cy="222645"/>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43" name="Google Shape;1043;p53"/>
          <p:cNvPicPr preferRelativeResize="0"/>
          <p:nvPr/>
        </p:nvPicPr>
        <p:blipFill rotWithShape="1">
          <a:blip r:embed="rId4">
            <a:alphaModFix/>
          </a:blip>
          <a:srcRect b="29768" l="68142" r="0" t="1404"/>
          <a:stretch/>
        </p:blipFill>
        <p:spPr>
          <a:xfrm>
            <a:off x="6298856" y="1795588"/>
            <a:ext cx="1860900" cy="2261400"/>
          </a:xfrm>
          <a:prstGeom prst="roundRect">
            <a:avLst>
              <a:gd fmla="val 11346" name="adj"/>
            </a:avLst>
          </a:prstGeom>
          <a:noFill/>
          <a:ln>
            <a:noFill/>
          </a:ln>
        </p:spPr>
      </p:pic>
      <p:grpSp>
        <p:nvGrpSpPr>
          <p:cNvPr id="1044" name="Google Shape;1044;p53"/>
          <p:cNvGrpSpPr/>
          <p:nvPr/>
        </p:nvGrpSpPr>
        <p:grpSpPr>
          <a:xfrm>
            <a:off x="6150048" y="1578643"/>
            <a:ext cx="2147551" cy="2758302"/>
            <a:chOff x="5192735" y="7717266"/>
            <a:chExt cx="1250175" cy="1657633"/>
          </a:xfrm>
        </p:grpSpPr>
        <p:sp>
          <p:nvSpPr>
            <p:cNvPr id="1045" name="Google Shape;1045;p53"/>
            <p:cNvSpPr/>
            <p:nvPr/>
          </p:nvSpPr>
          <p:spPr>
            <a:xfrm>
              <a:off x="5192735" y="7717266"/>
              <a:ext cx="1250175" cy="1657633"/>
            </a:xfrm>
            <a:custGeom>
              <a:rect b="b" l="l" r="r" t="t"/>
              <a:pathLst>
                <a:path extrusionOk="0" h="62241" w="50007">
                  <a:moveTo>
                    <a:pt x="11634" y="5412"/>
                  </a:moveTo>
                  <a:cubicBezTo>
                    <a:pt x="14235" y="5412"/>
                    <a:pt x="16943" y="5652"/>
                    <a:pt x="19343" y="5652"/>
                  </a:cubicBezTo>
                  <a:cubicBezTo>
                    <a:pt x="19401" y="5652"/>
                    <a:pt x="19458" y="5652"/>
                    <a:pt x="19516" y="5651"/>
                  </a:cubicBezTo>
                  <a:cubicBezTo>
                    <a:pt x="27866" y="5594"/>
                    <a:pt x="36235" y="5556"/>
                    <a:pt x="44585" y="5518"/>
                  </a:cubicBezTo>
                  <a:cubicBezTo>
                    <a:pt x="44737" y="5518"/>
                    <a:pt x="44890" y="5575"/>
                    <a:pt x="44985" y="5670"/>
                  </a:cubicBezTo>
                  <a:cubicBezTo>
                    <a:pt x="45117" y="5576"/>
                    <a:pt x="45287" y="5527"/>
                    <a:pt x="45455" y="5527"/>
                  </a:cubicBezTo>
                  <a:cubicBezTo>
                    <a:pt x="45796" y="5527"/>
                    <a:pt x="46132" y="5726"/>
                    <a:pt x="46145" y="6146"/>
                  </a:cubicBezTo>
                  <a:cubicBezTo>
                    <a:pt x="46335" y="14325"/>
                    <a:pt x="46392" y="22485"/>
                    <a:pt x="46240" y="30626"/>
                  </a:cubicBezTo>
                  <a:cubicBezTo>
                    <a:pt x="46164" y="34715"/>
                    <a:pt x="46050" y="38805"/>
                    <a:pt x="45879" y="42932"/>
                  </a:cubicBezTo>
                  <a:cubicBezTo>
                    <a:pt x="45746" y="46413"/>
                    <a:pt x="46069" y="50464"/>
                    <a:pt x="44928" y="53831"/>
                  </a:cubicBezTo>
                  <a:cubicBezTo>
                    <a:pt x="44909" y="53888"/>
                    <a:pt x="44909" y="53926"/>
                    <a:pt x="44890" y="53983"/>
                  </a:cubicBezTo>
                  <a:cubicBezTo>
                    <a:pt x="44890" y="54002"/>
                    <a:pt x="44871" y="54021"/>
                    <a:pt x="44833" y="54059"/>
                  </a:cubicBezTo>
                  <a:cubicBezTo>
                    <a:pt x="44966" y="54383"/>
                    <a:pt x="44775" y="54839"/>
                    <a:pt x="44243" y="54839"/>
                  </a:cubicBezTo>
                  <a:cubicBezTo>
                    <a:pt x="38301" y="54926"/>
                    <a:pt x="32319" y="54973"/>
                    <a:pt x="26334" y="54973"/>
                  </a:cubicBezTo>
                  <a:cubicBezTo>
                    <a:pt x="19253" y="54973"/>
                    <a:pt x="12166" y="54907"/>
                    <a:pt x="5136" y="54763"/>
                  </a:cubicBezTo>
                  <a:cubicBezTo>
                    <a:pt x="4927" y="54763"/>
                    <a:pt x="4794" y="54649"/>
                    <a:pt x="4756" y="54497"/>
                  </a:cubicBezTo>
                  <a:cubicBezTo>
                    <a:pt x="4729" y="54502"/>
                    <a:pt x="4702" y="54505"/>
                    <a:pt x="4675" y="54505"/>
                  </a:cubicBezTo>
                  <a:cubicBezTo>
                    <a:pt x="4515" y="54505"/>
                    <a:pt x="4373" y="54405"/>
                    <a:pt x="4356" y="54192"/>
                  </a:cubicBezTo>
                  <a:lnTo>
                    <a:pt x="4356" y="54059"/>
                  </a:lnTo>
                  <a:cubicBezTo>
                    <a:pt x="3900" y="46166"/>
                    <a:pt x="4280" y="38215"/>
                    <a:pt x="4508" y="30321"/>
                  </a:cubicBezTo>
                  <a:cubicBezTo>
                    <a:pt x="4642" y="26441"/>
                    <a:pt x="4775" y="22561"/>
                    <a:pt x="4927" y="18700"/>
                  </a:cubicBezTo>
                  <a:cubicBezTo>
                    <a:pt x="5060" y="15162"/>
                    <a:pt x="4699" y="11186"/>
                    <a:pt x="5402" y="7687"/>
                  </a:cubicBezTo>
                  <a:cubicBezTo>
                    <a:pt x="5631" y="6450"/>
                    <a:pt x="5916" y="5994"/>
                    <a:pt x="7304" y="5747"/>
                  </a:cubicBezTo>
                  <a:cubicBezTo>
                    <a:pt x="8658" y="5492"/>
                    <a:pt x="10128" y="5412"/>
                    <a:pt x="11634" y="5412"/>
                  </a:cubicBezTo>
                  <a:close/>
                  <a:moveTo>
                    <a:pt x="9843" y="1"/>
                  </a:moveTo>
                  <a:cubicBezTo>
                    <a:pt x="9682" y="1"/>
                    <a:pt x="9520" y="1"/>
                    <a:pt x="9359" y="2"/>
                  </a:cubicBezTo>
                  <a:cubicBezTo>
                    <a:pt x="6677" y="40"/>
                    <a:pt x="3614" y="326"/>
                    <a:pt x="1979" y="2437"/>
                  </a:cubicBezTo>
                  <a:cubicBezTo>
                    <a:pt x="1922" y="17368"/>
                    <a:pt x="1028" y="32319"/>
                    <a:pt x="457" y="47250"/>
                  </a:cubicBezTo>
                  <a:cubicBezTo>
                    <a:pt x="324" y="50445"/>
                    <a:pt x="0" y="53679"/>
                    <a:pt x="96" y="56855"/>
                  </a:cubicBezTo>
                  <a:cubicBezTo>
                    <a:pt x="229" y="61820"/>
                    <a:pt x="6696" y="61325"/>
                    <a:pt x="10576" y="61572"/>
                  </a:cubicBezTo>
                  <a:cubicBezTo>
                    <a:pt x="17690" y="62010"/>
                    <a:pt x="24842" y="62238"/>
                    <a:pt x="31974" y="62238"/>
                  </a:cubicBezTo>
                  <a:cubicBezTo>
                    <a:pt x="32918" y="62238"/>
                    <a:pt x="33867" y="62241"/>
                    <a:pt x="34818" y="62241"/>
                  </a:cubicBezTo>
                  <a:cubicBezTo>
                    <a:pt x="37436" y="62241"/>
                    <a:pt x="40075" y="62220"/>
                    <a:pt x="42683" y="62067"/>
                  </a:cubicBezTo>
                  <a:cubicBezTo>
                    <a:pt x="45061" y="61915"/>
                    <a:pt x="47343" y="61915"/>
                    <a:pt x="48523" y="59347"/>
                  </a:cubicBezTo>
                  <a:cubicBezTo>
                    <a:pt x="49112" y="58111"/>
                    <a:pt x="48998" y="56266"/>
                    <a:pt x="49074" y="54934"/>
                  </a:cubicBezTo>
                  <a:cubicBezTo>
                    <a:pt x="49493" y="48353"/>
                    <a:pt x="49759" y="41753"/>
                    <a:pt x="49873" y="35172"/>
                  </a:cubicBezTo>
                  <a:cubicBezTo>
                    <a:pt x="50006" y="28800"/>
                    <a:pt x="49968" y="22409"/>
                    <a:pt x="49816" y="16018"/>
                  </a:cubicBezTo>
                  <a:cubicBezTo>
                    <a:pt x="49721" y="12518"/>
                    <a:pt x="49569" y="8999"/>
                    <a:pt x="49436" y="5480"/>
                  </a:cubicBezTo>
                  <a:cubicBezTo>
                    <a:pt x="49302" y="3141"/>
                    <a:pt x="48313" y="1334"/>
                    <a:pt x="45688" y="953"/>
                  </a:cubicBezTo>
                  <a:cubicBezTo>
                    <a:pt x="44262" y="744"/>
                    <a:pt x="42797" y="820"/>
                    <a:pt x="41371" y="763"/>
                  </a:cubicBezTo>
                  <a:cubicBezTo>
                    <a:pt x="34143" y="611"/>
                    <a:pt x="26915" y="421"/>
                    <a:pt x="19687" y="250"/>
                  </a:cubicBezTo>
                  <a:cubicBezTo>
                    <a:pt x="16407" y="177"/>
                    <a:pt x="13109" y="1"/>
                    <a:pt x="9843" y="1"/>
                  </a:cubicBezTo>
                  <a:close/>
                </a:path>
              </a:pathLst>
            </a:custGeom>
            <a:solidFill>
              <a:schemeClr val="accent3"/>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3"/>
            <p:cNvSpPr/>
            <p:nvPr/>
          </p:nvSpPr>
          <p:spPr>
            <a:xfrm>
              <a:off x="5737325" y="7791578"/>
              <a:ext cx="190225" cy="15766"/>
            </a:xfrm>
            <a:custGeom>
              <a:rect b="b" l="l" r="r" t="t"/>
              <a:pathLst>
                <a:path extrusionOk="0" h="1129" w="7609">
                  <a:moveTo>
                    <a:pt x="4698" y="1"/>
                  </a:moveTo>
                  <a:cubicBezTo>
                    <a:pt x="3269" y="1"/>
                    <a:pt x="1822" y="114"/>
                    <a:pt x="438" y="187"/>
                  </a:cubicBezTo>
                  <a:cubicBezTo>
                    <a:pt x="1" y="225"/>
                    <a:pt x="1" y="891"/>
                    <a:pt x="438" y="910"/>
                  </a:cubicBezTo>
                  <a:cubicBezTo>
                    <a:pt x="1863" y="998"/>
                    <a:pt x="3356" y="1128"/>
                    <a:pt x="4826" y="1128"/>
                  </a:cubicBezTo>
                  <a:cubicBezTo>
                    <a:pt x="5573" y="1128"/>
                    <a:pt x="6314" y="1095"/>
                    <a:pt x="7038" y="1005"/>
                  </a:cubicBezTo>
                  <a:cubicBezTo>
                    <a:pt x="7609" y="929"/>
                    <a:pt x="7609" y="187"/>
                    <a:pt x="7038" y="130"/>
                  </a:cubicBezTo>
                  <a:cubicBezTo>
                    <a:pt x="6273" y="35"/>
                    <a:pt x="5488" y="1"/>
                    <a:pt x="4698" y="1"/>
                  </a:cubicBezTo>
                  <a:close/>
                </a:path>
              </a:pathLst>
            </a:custGeom>
            <a:solidFill>
              <a:schemeClr val="accent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3"/>
            <p:cNvSpPr/>
            <p:nvPr/>
          </p:nvSpPr>
          <p:spPr>
            <a:xfrm>
              <a:off x="5793311" y="9233894"/>
              <a:ext cx="78270" cy="78544"/>
            </a:xfrm>
            <a:custGeom>
              <a:rect b="b" l="l" r="r" t="t"/>
              <a:pathLst>
                <a:path extrusionOk="0" h="5193" w="5174">
                  <a:moveTo>
                    <a:pt x="2587" y="0"/>
                  </a:moveTo>
                  <a:cubicBezTo>
                    <a:pt x="1161" y="0"/>
                    <a:pt x="0" y="1161"/>
                    <a:pt x="0" y="2587"/>
                  </a:cubicBezTo>
                  <a:cubicBezTo>
                    <a:pt x="0" y="4014"/>
                    <a:pt x="1161" y="5193"/>
                    <a:pt x="2587" y="5193"/>
                  </a:cubicBezTo>
                  <a:cubicBezTo>
                    <a:pt x="4014" y="5193"/>
                    <a:pt x="5174" y="4014"/>
                    <a:pt x="5174" y="2587"/>
                  </a:cubicBezTo>
                  <a:cubicBezTo>
                    <a:pt x="5174" y="1161"/>
                    <a:pt x="4014" y="0"/>
                    <a:pt x="2587" y="0"/>
                  </a:cubicBezTo>
                  <a:close/>
                </a:path>
              </a:pathLst>
            </a:custGeom>
            <a:solidFill>
              <a:schemeClr val="accent3"/>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53"/>
          <p:cNvGrpSpPr/>
          <p:nvPr/>
        </p:nvGrpSpPr>
        <p:grpSpPr>
          <a:xfrm>
            <a:off x="860375" y="1525559"/>
            <a:ext cx="1491394" cy="2758340"/>
            <a:chOff x="1497000" y="5612350"/>
            <a:chExt cx="893211" cy="1651997"/>
          </a:xfrm>
        </p:grpSpPr>
        <p:sp>
          <p:nvSpPr>
            <p:cNvPr id="1049" name="Google Shape;1049;p53"/>
            <p:cNvSpPr/>
            <p:nvPr/>
          </p:nvSpPr>
          <p:spPr>
            <a:xfrm>
              <a:off x="1497000" y="5612350"/>
              <a:ext cx="893211" cy="1651997"/>
            </a:xfrm>
            <a:custGeom>
              <a:rect b="b" l="l" r="r" t="t"/>
              <a:pathLst>
                <a:path extrusionOk="0" h="53545" w="28951">
                  <a:moveTo>
                    <a:pt x="6273" y="5038"/>
                  </a:moveTo>
                  <a:cubicBezTo>
                    <a:pt x="6427" y="5038"/>
                    <a:pt x="6587" y="5039"/>
                    <a:pt x="6753" y="5040"/>
                  </a:cubicBezTo>
                  <a:cubicBezTo>
                    <a:pt x="7714" y="5043"/>
                    <a:pt x="8675" y="5044"/>
                    <a:pt x="9636" y="5044"/>
                  </a:cubicBezTo>
                  <a:cubicBezTo>
                    <a:pt x="11559" y="5044"/>
                    <a:pt x="13483" y="5040"/>
                    <a:pt x="15405" y="5040"/>
                  </a:cubicBezTo>
                  <a:cubicBezTo>
                    <a:pt x="18289" y="5040"/>
                    <a:pt x="21171" y="5049"/>
                    <a:pt x="24043" y="5097"/>
                  </a:cubicBezTo>
                  <a:cubicBezTo>
                    <a:pt x="24138" y="5097"/>
                    <a:pt x="24214" y="5135"/>
                    <a:pt x="24252" y="5154"/>
                  </a:cubicBezTo>
                  <a:cubicBezTo>
                    <a:pt x="24342" y="5076"/>
                    <a:pt x="24467" y="5038"/>
                    <a:pt x="24599" y="5038"/>
                  </a:cubicBezTo>
                  <a:cubicBezTo>
                    <a:pt x="24886" y="5038"/>
                    <a:pt x="25202" y="5220"/>
                    <a:pt x="25241" y="5573"/>
                  </a:cubicBezTo>
                  <a:cubicBezTo>
                    <a:pt x="26326" y="18088"/>
                    <a:pt x="27163" y="31098"/>
                    <a:pt x="25850" y="43595"/>
                  </a:cubicBezTo>
                  <a:cubicBezTo>
                    <a:pt x="25830" y="43832"/>
                    <a:pt x="25653" y="43951"/>
                    <a:pt x="25484" y="43951"/>
                  </a:cubicBezTo>
                  <a:cubicBezTo>
                    <a:pt x="25340" y="43951"/>
                    <a:pt x="25200" y="43865"/>
                    <a:pt x="25165" y="43690"/>
                  </a:cubicBezTo>
                  <a:cubicBezTo>
                    <a:pt x="25127" y="43937"/>
                    <a:pt x="24975" y="44147"/>
                    <a:pt x="24690" y="44166"/>
                  </a:cubicBezTo>
                  <a:cubicBezTo>
                    <a:pt x="20501" y="44575"/>
                    <a:pt x="16075" y="44847"/>
                    <a:pt x="11717" y="44847"/>
                  </a:cubicBezTo>
                  <a:cubicBezTo>
                    <a:pt x="9189" y="44847"/>
                    <a:pt x="6684" y="44756"/>
                    <a:pt x="4261" y="44546"/>
                  </a:cubicBezTo>
                  <a:cubicBezTo>
                    <a:pt x="4090" y="44527"/>
                    <a:pt x="3976" y="44375"/>
                    <a:pt x="3957" y="44242"/>
                  </a:cubicBezTo>
                  <a:cubicBezTo>
                    <a:pt x="3917" y="44250"/>
                    <a:pt x="3876" y="44254"/>
                    <a:pt x="3836" y="44254"/>
                  </a:cubicBezTo>
                  <a:cubicBezTo>
                    <a:pt x="3686" y="44254"/>
                    <a:pt x="3550" y="44190"/>
                    <a:pt x="3520" y="43994"/>
                  </a:cubicBezTo>
                  <a:cubicBezTo>
                    <a:pt x="2778" y="38517"/>
                    <a:pt x="2930" y="32772"/>
                    <a:pt x="2778" y="27237"/>
                  </a:cubicBezTo>
                  <a:cubicBezTo>
                    <a:pt x="2645" y="21455"/>
                    <a:pt x="2531" y="15711"/>
                    <a:pt x="2435" y="9928"/>
                  </a:cubicBezTo>
                  <a:cubicBezTo>
                    <a:pt x="2362" y="5584"/>
                    <a:pt x="2201" y="5038"/>
                    <a:pt x="6273" y="5038"/>
                  </a:cubicBezTo>
                  <a:close/>
                  <a:moveTo>
                    <a:pt x="21572" y="1"/>
                  </a:moveTo>
                  <a:cubicBezTo>
                    <a:pt x="19780" y="1"/>
                    <a:pt x="17957" y="239"/>
                    <a:pt x="16663" y="247"/>
                  </a:cubicBezTo>
                  <a:lnTo>
                    <a:pt x="8256" y="323"/>
                  </a:lnTo>
                  <a:cubicBezTo>
                    <a:pt x="5422" y="342"/>
                    <a:pt x="1865" y="209"/>
                    <a:pt x="343" y="3081"/>
                  </a:cubicBezTo>
                  <a:cubicBezTo>
                    <a:pt x="267" y="3195"/>
                    <a:pt x="172" y="3271"/>
                    <a:pt x="77" y="3328"/>
                  </a:cubicBezTo>
                  <a:cubicBezTo>
                    <a:pt x="552" y="15711"/>
                    <a:pt x="153" y="28150"/>
                    <a:pt x="552" y="40533"/>
                  </a:cubicBezTo>
                  <a:cubicBezTo>
                    <a:pt x="648" y="43424"/>
                    <a:pt x="1" y="48122"/>
                    <a:pt x="1561" y="50709"/>
                  </a:cubicBezTo>
                  <a:cubicBezTo>
                    <a:pt x="3196" y="53505"/>
                    <a:pt x="8560" y="53163"/>
                    <a:pt x="11261" y="53353"/>
                  </a:cubicBezTo>
                  <a:cubicBezTo>
                    <a:pt x="13237" y="53481"/>
                    <a:pt x="15199" y="53545"/>
                    <a:pt x="17164" y="53545"/>
                  </a:cubicBezTo>
                  <a:cubicBezTo>
                    <a:pt x="18415" y="53545"/>
                    <a:pt x="19666" y="53519"/>
                    <a:pt x="20924" y="53467"/>
                  </a:cubicBezTo>
                  <a:cubicBezTo>
                    <a:pt x="22122" y="53410"/>
                    <a:pt x="23358" y="53372"/>
                    <a:pt x="24538" y="53220"/>
                  </a:cubicBezTo>
                  <a:cubicBezTo>
                    <a:pt x="27714" y="52839"/>
                    <a:pt x="28684" y="50404"/>
                    <a:pt x="28722" y="47608"/>
                  </a:cubicBezTo>
                  <a:cubicBezTo>
                    <a:pt x="28951" y="35302"/>
                    <a:pt x="28665" y="22977"/>
                    <a:pt x="27961" y="10689"/>
                  </a:cubicBezTo>
                  <a:cubicBezTo>
                    <a:pt x="27828" y="8407"/>
                    <a:pt x="28247" y="4469"/>
                    <a:pt x="27258" y="2396"/>
                  </a:cubicBezTo>
                  <a:cubicBezTo>
                    <a:pt x="26311" y="426"/>
                    <a:pt x="23969" y="1"/>
                    <a:pt x="21572" y="1"/>
                  </a:cubicBezTo>
                  <a:close/>
                </a:path>
              </a:pathLst>
            </a:custGeom>
            <a:solidFill>
              <a:schemeClr val="accent5"/>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3"/>
            <p:cNvSpPr/>
            <p:nvPr/>
          </p:nvSpPr>
          <p:spPr>
            <a:xfrm>
              <a:off x="1818625" y="5682074"/>
              <a:ext cx="234757" cy="18776"/>
            </a:xfrm>
            <a:custGeom>
              <a:rect b="b" l="l" r="r" t="t"/>
              <a:pathLst>
                <a:path extrusionOk="0" h="1128" w="7609">
                  <a:moveTo>
                    <a:pt x="4802" y="1"/>
                  </a:moveTo>
                  <a:cubicBezTo>
                    <a:pt x="3341" y="1"/>
                    <a:pt x="1862" y="126"/>
                    <a:pt x="457" y="201"/>
                  </a:cubicBezTo>
                  <a:cubicBezTo>
                    <a:pt x="1" y="220"/>
                    <a:pt x="1" y="886"/>
                    <a:pt x="457" y="905"/>
                  </a:cubicBezTo>
                  <a:cubicBezTo>
                    <a:pt x="1859" y="1004"/>
                    <a:pt x="3318" y="1128"/>
                    <a:pt x="4759" y="1128"/>
                  </a:cubicBezTo>
                  <a:cubicBezTo>
                    <a:pt x="5528" y="1128"/>
                    <a:pt x="6291" y="1092"/>
                    <a:pt x="7038" y="1000"/>
                  </a:cubicBezTo>
                  <a:cubicBezTo>
                    <a:pt x="7609" y="943"/>
                    <a:pt x="7609" y="201"/>
                    <a:pt x="7038" y="125"/>
                  </a:cubicBezTo>
                  <a:cubicBezTo>
                    <a:pt x="6306" y="34"/>
                    <a:pt x="5556" y="1"/>
                    <a:pt x="48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3"/>
            <p:cNvSpPr/>
            <p:nvPr/>
          </p:nvSpPr>
          <p:spPr>
            <a:xfrm>
              <a:off x="1899776" y="7075200"/>
              <a:ext cx="95822" cy="95828"/>
            </a:xfrm>
            <a:custGeom>
              <a:rect b="b" l="l" r="r" t="t"/>
              <a:pathLst>
                <a:path extrusionOk="0" h="5175" w="5174">
                  <a:moveTo>
                    <a:pt x="2587" y="1"/>
                  </a:moveTo>
                  <a:cubicBezTo>
                    <a:pt x="1161" y="1"/>
                    <a:pt x="0" y="1161"/>
                    <a:pt x="0" y="2587"/>
                  </a:cubicBezTo>
                  <a:cubicBezTo>
                    <a:pt x="0" y="4014"/>
                    <a:pt x="1161" y="5174"/>
                    <a:pt x="2587" y="5174"/>
                  </a:cubicBezTo>
                  <a:cubicBezTo>
                    <a:pt x="4014" y="5174"/>
                    <a:pt x="5174" y="4014"/>
                    <a:pt x="5174" y="2587"/>
                  </a:cubicBezTo>
                  <a:cubicBezTo>
                    <a:pt x="5174" y="1161"/>
                    <a:pt x="4014" y="1"/>
                    <a:pt x="2587" y="1"/>
                  </a:cubicBezTo>
                  <a:close/>
                </a:path>
              </a:pathLst>
            </a:custGeom>
            <a:solidFill>
              <a:schemeClr val="accent5"/>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 name="Google Shape;1052;p53"/>
          <p:cNvSpPr/>
          <p:nvPr/>
        </p:nvSpPr>
        <p:spPr>
          <a:xfrm rot="4746158">
            <a:off x="7003120" y="2587818"/>
            <a:ext cx="441417" cy="448511"/>
          </a:xfrm>
          <a:custGeom>
            <a:rect b="b" l="l" r="r" t="t"/>
            <a:pathLst>
              <a:path extrusionOk="0" h="3532" w="3476">
                <a:moveTo>
                  <a:pt x="2080" y="1"/>
                </a:moveTo>
                <a:cubicBezTo>
                  <a:pt x="2113" y="17"/>
                  <a:pt x="2110" y="27"/>
                  <a:pt x="2090" y="27"/>
                </a:cubicBezTo>
                <a:cubicBezTo>
                  <a:pt x="2084" y="27"/>
                  <a:pt x="2078" y="27"/>
                  <a:pt x="2070" y="25"/>
                </a:cubicBezTo>
                <a:cubicBezTo>
                  <a:pt x="1999" y="11"/>
                  <a:pt x="1969" y="6"/>
                  <a:pt x="1954" y="6"/>
                </a:cubicBezTo>
                <a:cubicBezTo>
                  <a:pt x="1943" y="6"/>
                  <a:pt x="1941" y="8"/>
                  <a:pt x="1938" y="12"/>
                </a:cubicBezTo>
                <a:cubicBezTo>
                  <a:pt x="1934" y="15"/>
                  <a:pt x="1928" y="15"/>
                  <a:pt x="1806" y="15"/>
                </a:cubicBezTo>
                <a:cubicBezTo>
                  <a:pt x="1788" y="15"/>
                  <a:pt x="1767" y="14"/>
                  <a:pt x="1744" y="14"/>
                </a:cubicBezTo>
                <a:cubicBezTo>
                  <a:pt x="1720" y="14"/>
                  <a:pt x="1693" y="15"/>
                  <a:pt x="1663" y="18"/>
                </a:cubicBezTo>
                <a:cubicBezTo>
                  <a:pt x="1607" y="18"/>
                  <a:pt x="1541" y="22"/>
                  <a:pt x="1469" y="36"/>
                </a:cubicBezTo>
                <a:cubicBezTo>
                  <a:pt x="1326" y="53"/>
                  <a:pt x="1162" y="98"/>
                  <a:pt x="1006" y="164"/>
                </a:cubicBezTo>
                <a:cubicBezTo>
                  <a:pt x="689" y="293"/>
                  <a:pt x="449" y="540"/>
                  <a:pt x="366" y="630"/>
                </a:cubicBezTo>
                <a:cubicBezTo>
                  <a:pt x="303" y="755"/>
                  <a:pt x="199" y="892"/>
                  <a:pt x="160" y="1020"/>
                </a:cubicBezTo>
                <a:lnTo>
                  <a:pt x="157" y="1003"/>
                </a:lnTo>
                <a:cubicBezTo>
                  <a:pt x="146" y="1038"/>
                  <a:pt x="119" y="1110"/>
                  <a:pt x="88" y="1201"/>
                </a:cubicBezTo>
                <a:cubicBezTo>
                  <a:pt x="74" y="1250"/>
                  <a:pt x="59" y="1302"/>
                  <a:pt x="42" y="1354"/>
                </a:cubicBezTo>
                <a:cubicBezTo>
                  <a:pt x="32" y="1413"/>
                  <a:pt x="21" y="1469"/>
                  <a:pt x="11" y="1528"/>
                </a:cubicBezTo>
                <a:cubicBezTo>
                  <a:pt x="8" y="1587"/>
                  <a:pt x="0" y="1650"/>
                  <a:pt x="0" y="1705"/>
                </a:cubicBezTo>
                <a:cubicBezTo>
                  <a:pt x="0" y="1765"/>
                  <a:pt x="0" y="1820"/>
                  <a:pt x="4" y="1872"/>
                </a:cubicBezTo>
                <a:cubicBezTo>
                  <a:pt x="14" y="1973"/>
                  <a:pt x="28" y="2054"/>
                  <a:pt x="42" y="2091"/>
                </a:cubicBezTo>
                <a:lnTo>
                  <a:pt x="42" y="2070"/>
                </a:lnTo>
                <a:cubicBezTo>
                  <a:pt x="94" y="2206"/>
                  <a:pt x="56" y="2196"/>
                  <a:pt x="84" y="2307"/>
                </a:cubicBezTo>
                <a:cubicBezTo>
                  <a:pt x="87" y="2304"/>
                  <a:pt x="91" y="2303"/>
                  <a:pt x="96" y="2303"/>
                </a:cubicBezTo>
                <a:cubicBezTo>
                  <a:pt x="110" y="2303"/>
                  <a:pt x="127" y="2321"/>
                  <a:pt x="143" y="2346"/>
                </a:cubicBezTo>
                <a:cubicBezTo>
                  <a:pt x="167" y="2373"/>
                  <a:pt x="188" y="2408"/>
                  <a:pt x="202" y="2429"/>
                </a:cubicBezTo>
                <a:lnTo>
                  <a:pt x="192" y="2429"/>
                </a:lnTo>
                <a:cubicBezTo>
                  <a:pt x="226" y="2492"/>
                  <a:pt x="334" y="2610"/>
                  <a:pt x="404" y="2696"/>
                </a:cubicBezTo>
                <a:lnTo>
                  <a:pt x="387" y="2704"/>
                </a:lnTo>
                <a:cubicBezTo>
                  <a:pt x="422" y="2738"/>
                  <a:pt x="470" y="2784"/>
                  <a:pt x="515" y="2833"/>
                </a:cubicBezTo>
                <a:cubicBezTo>
                  <a:pt x="560" y="2881"/>
                  <a:pt x="602" y="2923"/>
                  <a:pt x="630" y="2944"/>
                </a:cubicBezTo>
                <a:cubicBezTo>
                  <a:pt x="685" y="2996"/>
                  <a:pt x="756" y="3069"/>
                  <a:pt x="846" y="3128"/>
                </a:cubicBezTo>
                <a:cubicBezTo>
                  <a:pt x="933" y="3191"/>
                  <a:pt x="1037" y="3239"/>
                  <a:pt x="1138" y="3264"/>
                </a:cubicBezTo>
                <a:cubicBezTo>
                  <a:pt x="1138" y="3264"/>
                  <a:pt x="1166" y="3288"/>
                  <a:pt x="1194" y="3313"/>
                </a:cubicBezTo>
                <a:cubicBezTo>
                  <a:pt x="1225" y="3337"/>
                  <a:pt x="1252" y="3358"/>
                  <a:pt x="1252" y="3358"/>
                </a:cubicBezTo>
                <a:lnTo>
                  <a:pt x="1273" y="3358"/>
                </a:lnTo>
                <a:cubicBezTo>
                  <a:pt x="1273" y="3358"/>
                  <a:pt x="1419" y="3431"/>
                  <a:pt x="1416" y="3459"/>
                </a:cubicBezTo>
                <a:cubicBezTo>
                  <a:pt x="1382" y="3452"/>
                  <a:pt x="1347" y="3444"/>
                  <a:pt x="1336" y="3438"/>
                </a:cubicBezTo>
                <a:lnTo>
                  <a:pt x="1336" y="3438"/>
                </a:lnTo>
                <a:cubicBezTo>
                  <a:pt x="1340" y="3452"/>
                  <a:pt x="1413" y="3469"/>
                  <a:pt x="1451" y="3469"/>
                </a:cubicBezTo>
                <a:lnTo>
                  <a:pt x="1461" y="3441"/>
                </a:lnTo>
                <a:cubicBezTo>
                  <a:pt x="1545" y="3444"/>
                  <a:pt x="1479" y="3462"/>
                  <a:pt x="1562" y="3465"/>
                </a:cubicBezTo>
                <a:cubicBezTo>
                  <a:pt x="1562" y="3480"/>
                  <a:pt x="1545" y="3483"/>
                  <a:pt x="1517" y="3486"/>
                </a:cubicBezTo>
                <a:cubicBezTo>
                  <a:pt x="1489" y="3486"/>
                  <a:pt x="1451" y="3483"/>
                  <a:pt x="1416" y="3480"/>
                </a:cubicBezTo>
                <a:lnTo>
                  <a:pt x="1416" y="3480"/>
                </a:lnTo>
                <a:cubicBezTo>
                  <a:pt x="1448" y="3486"/>
                  <a:pt x="1479" y="3494"/>
                  <a:pt x="1503" y="3500"/>
                </a:cubicBezTo>
                <a:cubicBezTo>
                  <a:pt x="1512" y="3501"/>
                  <a:pt x="1521" y="3502"/>
                  <a:pt x="1528" y="3502"/>
                </a:cubicBezTo>
                <a:cubicBezTo>
                  <a:pt x="1544" y="3502"/>
                  <a:pt x="1556" y="3499"/>
                  <a:pt x="1565" y="3490"/>
                </a:cubicBezTo>
                <a:lnTo>
                  <a:pt x="1565" y="3490"/>
                </a:lnTo>
                <a:cubicBezTo>
                  <a:pt x="1625" y="3504"/>
                  <a:pt x="1559" y="3518"/>
                  <a:pt x="1628" y="3531"/>
                </a:cubicBezTo>
                <a:cubicBezTo>
                  <a:pt x="1671" y="3531"/>
                  <a:pt x="1723" y="3515"/>
                  <a:pt x="1773" y="3515"/>
                </a:cubicBezTo>
                <a:cubicBezTo>
                  <a:pt x="1784" y="3515"/>
                  <a:pt x="1795" y="3516"/>
                  <a:pt x="1806" y="3518"/>
                </a:cubicBezTo>
                <a:lnTo>
                  <a:pt x="1806" y="3521"/>
                </a:lnTo>
                <a:cubicBezTo>
                  <a:pt x="1819" y="3523"/>
                  <a:pt x="1832" y="3524"/>
                  <a:pt x="1844" y="3524"/>
                </a:cubicBezTo>
                <a:cubicBezTo>
                  <a:pt x="1899" y="3524"/>
                  <a:pt x="1943" y="3508"/>
                  <a:pt x="1983" y="3497"/>
                </a:cubicBezTo>
                <a:cubicBezTo>
                  <a:pt x="2035" y="3483"/>
                  <a:pt x="2084" y="3462"/>
                  <a:pt x="2150" y="3455"/>
                </a:cubicBezTo>
                <a:lnTo>
                  <a:pt x="2150" y="3455"/>
                </a:lnTo>
                <a:lnTo>
                  <a:pt x="2140" y="3465"/>
                </a:lnTo>
                <a:cubicBezTo>
                  <a:pt x="2143" y="3466"/>
                  <a:pt x="2146" y="3466"/>
                  <a:pt x="2149" y="3466"/>
                </a:cubicBezTo>
                <a:cubicBezTo>
                  <a:pt x="2170" y="3466"/>
                  <a:pt x="2201" y="3457"/>
                  <a:pt x="2233" y="3448"/>
                </a:cubicBezTo>
                <a:cubicBezTo>
                  <a:pt x="2268" y="3434"/>
                  <a:pt x="2310" y="3417"/>
                  <a:pt x="2352" y="3410"/>
                </a:cubicBezTo>
                <a:lnTo>
                  <a:pt x="2352" y="3410"/>
                </a:lnTo>
                <a:cubicBezTo>
                  <a:pt x="2348" y="3411"/>
                  <a:pt x="2344" y="3411"/>
                  <a:pt x="2341" y="3411"/>
                </a:cubicBezTo>
                <a:cubicBezTo>
                  <a:pt x="2322" y="3411"/>
                  <a:pt x="2310" y="3403"/>
                  <a:pt x="2348" y="3385"/>
                </a:cubicBezTo>
                <a:cubicBezTo>
                  <a:pt x="2442" y="3364"/>
                  <a:pt x="2495" y="3323"/>
                  <a:pt x="2564" y="3306"/>
                </a:cubicBezTo>
                <a:lnTo>
                  <a:pt x="2613" y="3253"/>
                </a:lnTo>
                <a:cubicBezTo>
                  <a:pt x="2630" y="3243"/>
                  <a:pt x="2651" y="3232"/>
                  <a:pt x="2676" y="3218"/>
                </a:cubicBezTo>
                <a:cubicBezTo>
                  <a:pt x="2697" y="3202"/>
                  <a:pt x="2724" y="3184"/>
                  <a:pt x="2752" y="3163"/>
                </a:cubicBezTo>
                <a:cubicBezTo>
                  <a:pt x="2808" y="3125"/>
                  <a:pt x="2867" y="3072"/>
                  <a:pt x="2930" y="3014"/>
                </a:cubicBezTo>
                <a:cubicBezTo>
                  <a:pt x="3055" y="2895"/>
                  <a:pt x="3180" y="2731"/>
                  <a:pt x="3273" y="2550"/>
                </a:cubicBezTo>
                <a:cubicBezTo>
                  <a:pt x="3368" y="2370"/>
                  <a:pt x="3423" y="2171"/>
                  <a:pt x="3448" y="2004"/>
                </a:cubicBezTo>
                <a:cubicBezTo>
                  <a:pt x="3476" y="1834"/>
                  <a:pt x="3469" y="1691"/>
                  <a:pt x="3465" y="1611"/>
                </a:cubicBezTo>
                <a:lnTo>
                  <a:pt x="3465" y="1611"/>
                </a:lnTo>
                <a:lnTo>
                  <a:pt x="3469" y="1622"/>
                </a:lnTo>
                <a:cubicBezTo>
                  <a:pt x="3461" y="1500"/>
                  <a:pt x="3434" y="1344"/>
                  <a:pt x="3381" y="1177"/>
                </a:cubicBezTo>
                <a:cubicBezTo>
                  <a:pt x="3329" y="1013"/>
                  <a:pt x="3243" y="843"/>
                  <a:pt x="3131" y="689"/>
                </a:cubicBezTo>
                <a:cubicBezTo>
                  <a:pt x="3016" y="537"/>
                  <a:pt x="2880" y="401"/>
                  <a:pt x="2738" y="307"/>
                </a:cubicBezTo>
                <a:cubicBezTo>
                  <a:pt x="2596" y="206"/>
                  <a:pt x="2449" y="137"/>
                  <a:pt x="2328" y="102"/>
                </a:cubicBezTo>
                <a:cubicBezTo>
                  <a:pt x="2265" y="50"/>
                  <a:pt x="2157" y="29"/>
                  <a:pt x="2080" y="1"/>
                </a:cubicBezTo>
                <a:close/>
              </a:path>
            </a:pathLst>
          </a:custGeom>
          <a:solidFill>
            <a:srgbClr val="FFA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3"/>
          <p:cNvSpPr/>
          <p:nvPr/>
        </p:nvSpPr>
        <p:spPr>
          <a:xfrm rot="-3599721">
            <a:off x="7135561" y="2723078"/>
            <a:ext cx="184029" cy="189954"/>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1057" name="Shape 1057"/>
        <p:cNvGrpSpPr/>
        <p:nvPr/>
      </p:nvGrpSpPr>
      <p:grpSpPr>
        <a:xfrm>
          <a:off x="0" y="0"/>
          <a:ext cx="0" cy="0"/>
          <a:chOff x="0" y="0"/>
          <a:chExt cx="0" cy="0"/>
        </a:xfrm>
      </p:grpSpPr>
      <p:sp>
        <p:nvSpPr>
          <p:cNvPr id="1058" name="Google Shape;1058;p54"/>
          <p:cNvSpPr txBox="1"/>
          <p:nvPr>
            <p:ph type="ctrTitle"/>
          </p:nvPr>
        </p:nvSpPr>
        <p:spPr>
          <a:xfrm>
            <a:off x="720000" y="438022"/>
            <a:ext cx="6753900" cy="95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059" name="Google Shape;1059;p54"/>
          <p:cNvSpPr txBox="1"/>
          <p:nvPr>
            <p:ph idx="1" type="subTitle"/>
          </p:nvPr>
        </p:nvSpPr>
        <p:spPr>
          <a:xfrm>
            <a:off x="720000" y="1624975"/>
            <a:ext cx="4899600" cy="174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sp>
        <p:nvSpPr>
          <p:cNvPr id="1060" name="Google Shape;1060;p54"/>
          <p:cNvSpPr txBox="1"/>
          <p:nvPr/>
        </p:nvSpPr>
        <p:spPr>
          <a:xfrm>
            <a:off x="720000" y="4473193"/>
            <a:ext cx="4687200" cy="299100"/>
          </a:xfrm>
          <a:prstGeom prst="rect">
            <a:avLst/>
          </a:prstGeom>
          <a:noFill/>
          <a:ln>
            <a:noFill/>
          </a:ln>
        </p:spPr>
        <p:txBody>
          <a:bodyPr anchorCtr="0" anchor="ctr" bIns="0" lIns="91425" spcFirstLastPara="1" rIns="91425" wrap="square" tIns="91425">
            <a:noAutofit/>
          </a:bodyPr>
          <a:lstStyle/>
          <a:p>
            <a:pPr indent="0" lvl="0" marL="0" rtl="0" algn="l">
              <a:lnSpc>
                <a:spcPct val="115000"/>
              </a:lnSpc>
              <a:spcBef>
                <a:spcPts val="0"/>
              </a:spcBef>
              <a:spcAft>
                <a:spcPts val="1600"/>
              </a:spcAft>
              <a:buNone/>
            </a:pPr>
            <a:r>
              <a:rPr lang="en" sz="1200">
                <a:solidFill>
                  <a:schemeClr val="dk1"/>
                </a:solidFill>
                <a:latin typeface="Barlow"/>
                <a:ea typeface="Barlow"/>
                <a:cs typeface="Barlow"/>
                <a:sym typeface="Barlow"/>
              </a:rPr>
              <a:t>Please keep this slide for attribution.</a:t>
            </a:r>
            <a:endParaRPr sz="1200">
              <a:solidFill>
                <a:schemeClr val="dk1"/>
              </a:solidFill>
              <a:latin typeface="Barlow"/>
              <a:ea typeface="Barlow"/>
              <a:cs typeface="Barlow"/>
              <a:sym typeface="Barlow"/>
            </a:endParaRPr>
          </a:p>
        </p:txBody>
      </p:sp>
      <p:grpSp>
        <p:nvGrpSpPr>
          <p:cNvPr id="1061" name="Google Shape;1061;p54"/>
          <p:cNvGrpSpPr/>
          <p:nvPr/>
        </p:nvGrpSpPr>
        <p:grpSpPr>
          <a:xfrm>
            <a:off x="7929444" y="2500725"/>
            <a:ext cx="537425" cy="535450"/>
            <a:chOff x="5243600" y="2791425"/>
            <a:chExt cx="537425" cy="535450"/>
          </a:xfrm>
        </p:grpSpPr>
        <p:sp>
          <p:nvSpPr>
            <p:cNvPr id="1062" name="Google Shape;1062;p54"/>
            <p:cNvSpPr/>
            <p:nvPr/>
          </p:nvSpPr>
          <p:spPr>
            <a:xfrm>
              <a:off x="5335750" y="2936525"/>
              <a:ext cx="343750" cy="291200"/>
            </a:xfrm>
            <a:custGeom>
              <a:rect b="b" l="l" r="r" t="t"/>
              <a:pathLst>
                <a:path extrusionOk="0" h="11648" w="13750">
                  <a:moveTo>
                    <a:pt x="13342" y="1"/>
                  </a:moveTo>
                  <a:lnTo>
                    <a:pt x="13342" y="1"/>
                  </a:lnTo>
                  <a:cubicBezTo>
                    <a:pt x="12994" y="244"/>
                    <a:pt x="12630" y="456"/>
                    <a:pt x="12212" y="651"/>
                  </a:cubicBezTo>
                  <a:cubicBezTo>
                    <a:pt x="12209" y="651"/>
                    <a:pt x="12201" y="654"/>
                    <a:pt x="12195" y="654"/>
                  </a:cubicBezTo>
                  <a:cubicBezTo>
                    <a:pt x="12201" y="675"/>
                    <a:pt x="12212" y="689"/>
                    <a:pt x="12222" y="707"/>
                  </a:cubicBezTo>
                  <a:cubicBezTo>
                    <a:pt x="12241" y="755"/>
                    <a:pt x="12195" y="796"/>
                    <a:pt x="12151" y="796"/>
                  </a:cubicBezTo>
                  <a:cubicBezTo>
                    <a:pt x="12144" y="796"/>
                    <a:pt x="12138" y="795"/>
                    <a:pt x="12132" y="793"/>
                  </a:cubicBezTo>
                  <a:cubicBezTo>
                    <a:pt x="11315" y="593"/>
                    <a:pt x="10587" y="204"/>
                    <a:pt x="9765" y="204"/>
                  </a:cubicBezTo>
                  <a:cubicBezTo>
                    <a:pt x="9573" y="204"/>
                    <a:pt x="9375" y="225"/>
                    <a:pt x="9170" y="275"/>
                  </a:cubicBezTo>
                  <a:cubicBezTo>
                    <a:pt x="7772" y="620"/>
                    <a:pt x="6677" y="2076"/>
                    <a:pt x="7000" y="3520"/>
                  </a:cubicBezTo>
                  <a:cubicBezTo>
                    <a:pt x="7035" y="3673"/>
                    <a:pt x="6955" y="3854"/>
                    <a:pt x="6788" y="3891"/>
                  </a:cubicBezTo>
                  <a:cubicBezTo>
                    <a:pt x="6398" y="3983"/>
                    <a:pt x="6005" y="4027"/>
                    <a:pt x="5616" y="4027"/>
                  </a:cubicBezTo>
                  <a:cubicBezTo>
                    <a:pt x="3710" y="4027"/>
                    <a:pt x="1872" y="2983"/>
                    <a:pt x="720" y="1464"/>
                  </a:cubicBezTo>
                  <a:lnTo>
                    <a:pt x="720" y="1464"/>
                  </a:lnTo>
                  <a:cubicBezTo>
                    <a:pt x="115" y="2939"/>
                    <a:pt x="1" y="4733"/>
                    <a:pt x="789" y="6149"/>
                  </a:cubicBezTo>
                  <a:cubicBezTo>
                    <a:pt x="1582" y="7571"/>
                    <a:pt x="2949" y="8280"/>
                    <a:pt x="4444" y="8763"/>
                  </a:cubicBezTo>
                  <a:cubicBezTo>
                    <a:pt x="4677" y="8840"/>
                    <a:pt x="4750" y="9115"/>
                    <a:pt x="4583" y="9295"/>
                  </a:cubicBezTo>
                  <a:cubicBezTo>
                    <a:pt x="3756" y="10196"/>
                    <a:pt x="2796" y="10835"/>
                    <a:pt x="1659" y="11190"/>
                  </a:cubicBezTo>
                  <a:cubicBezTo>
                    <a:pt x="2500" y="11502"/>
                    <a:pt x="3358" y="11647"/>
                    <a:pt x="4210" y="11647"/>
                  </a:cubicBezTo>
                  <a:cubicBezTo>
                    <a:pt x="6610" y="11647"/>
                    <a:pt x="8953" y="10497"/>
                    <a:pt x="10686" y="8701"/>
                  </a:cubicBezTo>
                  <a:cubicBezTo>
                    <a:pt x="11896" y="7445"/>
                    <a:pt x="13012" y="5703"/>
                    <a:pt x="13109" y="3912"/>
                  </a:cubicBezTo>
                  <a:cubicBezTo>
                    <a:pt x="13137" y="3380"/>
                    <a:pt x="12817" y="2678"/>
                    <a:pt x="12957" y="2195"/>
                  </a:cubicBezTo>
                  <a:cubicBezTo>
                    <a:pt x="13057" y="1837"/>
                    <a:pt x="13402" y="1454"/>
                    <a:pt x="13750" y="1089"/>
                  </a:cubicBezTo>
                  <a:lnTo>
                    <a:pt x="13750" y="1089"/>
                  </a:lnTo>
                  <a:cubicBezTo>
                    <a:pt x="13624" y="1124"/>
                    <a:pt x="13488" y="1155"/>
                    <a:pt x="13346" y="1183"/>
                  </a:cubicBezTo>
                  <a:cubicBezTo>
                    <a:pt x="13330" y="1186"/>
                    <a:pt x="13314" y="1187"/>
                    <a:pt x="13298" y="1187"/>
                  </a:cubicBezTo>
                  <a:cubicBezTo>
                    <a:pt x="13112" y="1187"/>
                    <a:pt x="12901" y="1029"/>
                    <a:pt x="12984" y="821"/>
                  </a:cubicBezTo>
                  <a:cubicBezTo>
                    <a:pt x="13095" y="543"/>
                    <a:pt x="13217" y="272"/>
                    <a:pt x="133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4"/>
            <p:cNvSpPr/>
            <p:nvPr/>
          </p:nvSpPr>
          <p:spPr>
            <a:xfrm>
              <a:off x="5250550" y="2809000"/>
              <a:ext cx="512125" cy="502550"/>
            </a:xfrm>
            <a:custGeom>
              <a:rect b="b" l="l" r="r" t="t"/>
              <a:pathLst>
                <a:path extrusionOk="0" h="20102" w="20485">
                  <a:moveTo>
                    <a:pt x="17305" y="4178"/>
                  </a:moveTo>
                  <a:cubicBezTo>
                    <a:pt x="17436" y="4178"/>
                    <a:pt x="17565" y="4308"/>
                    <a:pt x="17516" y="4448"/>
                  </a:cubicBezTo>
                  <a:cubicBezTo>
                    <a:pt x="17387" y="4830"/>
                    <a:pt x="17265" y="5213"/>
                    <a:pt x="17132" y="5596"/>
                  </a:cubicBezTo>
                  <a:cubicBezTo>
                    <a:pt x="17408" y="5522"/>
                    <a:pt x="17672" y="5435"/>
                    <a:pt x="17954" y="5310"/>
                  </a:cubicBezTo>
                  <a:cubicBezTo>
                    <a:pt x="17994" y="5292"/>
                    <a:pt x="18033" y="5285"/>
                    <a:pt x="18070" y="5285"/>
                  </a:cubicBezTo>
                  <a:cubicBezTo>
                    <a:pt x="18263" y="5285"/>
                    <a:pt x="18391" y="5505"/>
                    <a:pt x="18242" y="5686"/>
                  </a:cubicBezTo>
                  <a:cubicBezTo>
                    <a:pt x="17779" y="6242"/>
                    <a:pt x="17102" y="6965"/>
                    <a:pt x="17025" y="7727"/>
                  </a:cubicBezTo>
                  <a:cubicBezTo>
                    <a:pt x="16991" y="8071"/>
                    <a:pt x="17105" y="8457"/>
                    <a:pt x="17084" y="8812"/>
                  </a:cubicBezTo>
                  <a:cubicBezTo>
                    <a:pt x="17042" y="9605"/>
                    <a:pt x="16824" y="10373"/>
                    <a:pt x="16511" y="11096"/>
                  </a:cubicBezTo>
                  <a:cubicBezTo>
                    <a:pt x="15853" y="12622"/>
                    <a:pt x="14768" y="14083"/>
                    <a:pt x="13516" y="15175"/>
                  </a:cubicBezTo>
                  <a:cubicBezTo>
                    <a:pt x="11917" y="16567"/>
                    <a:pt x="9884" y="17320"/>
                    <a:pt x="7837" y="17320"/>
                  </a:cubicBezTo>
                  <a:cubicBezTo>
                    <a:pt x="6587" y="17320"/>
                    <a:pt x="5333" y="17039"/>
                    <a:pt x="4170" y="16451"/>
                  </a:cubicBezTo>
                  <a:cubicBezTo>
                    <a:pt x="3985" y="16357"/>
                    <a:pt x="4017" y="16027"/>
                    <a:pt x="4229" y="15992"/>
                  </a:cubicBezTo>
                  <a:cubicBezTo>
                    <a:pt x="5425" y="15790"/>
                    <a:pt x="6444" y="15269"/>
                    <a:pt x="7216" y="14365"/>
                  </a:cubicBezTo>
                  <a:cubicBezTo>
                    <a:pt x="3746" y="13384"/>
                    <a:pt x="2212" y="8947"/>
                    <a:pt x="3833" y="5859"/>
                  </a:cubicBezTo>
                  <a:cubicBezTo>
                    <a:pt x="3881" y="5765"/>
                    <a:pt x="3972" y="5722"/>
                    <a:pt x="4064" y="5722"/>
                  </a:cubicBezTo>
                  <a:cubicBezTo>
                    <a:pt x="4162" y="5722"/>
                    <a:pt x="4263" y="5771"/>
                    <a:pt x="4319" y="5859"/>
                  </a:cubicBezTo>
                  <a:cubicBezTo>
                    <a:pt x="5468" y="7686"/>
                    <a:pt x="7249" y="8438"/>
                    <a:pt x="9254" y="8438"/>
                  </a:cubicBezTo>
                  <a:cubicBezTo>
                    <a:pt x="9440" y="8438"/>
                    <a:pt x="9627" y="8432"/>
                    <a:pt x="9817" y="8419"/>
                  </a:cubicBezTo>
                  <a:cubicBezTo>
                    <a:pt x="9869" y="6892"/>
                    <a:pt x="10440" y="5369"/>
                    <a:pt x="11979" y="4778"/>
                  </a:cubicBezTo>
                  <a:cubicBezTo>
                    <a:pt x="12372" y="4628"/>
                    <a:pt x="12837" y="4543"/>
                    <a:pt x="13305" y="4543"/>
                  </a:cubicBezTo>
                  <a:cubicBezTo>
                    <a:pt x="14041" y="4543"/>
                    <a:pt x="14784" y="4753"/>
                    <a:pt x="15262" y="5251"/>
                  </a:cubicBezTo>
                  <a:cubicBezTo>
                    <a:pt x="15276" y="5241"/>
                    <a:pt x="15293" y="5230"/>
                    <a:pt x="15314" y="5223"/>
                  </a:cubicBezTo>
                  <a:cubicBezTo>
                    <a:pt x="15968" y="4931"/>
                    <a:pt x="16598" y="4590"/>
                    <a:pt x="17203" y="4208"/>
                  </a:cubicBezTo>
                  <a:cubicBezTo>
                    <a:pt x="17235" y="4187"/>
                    <a:pt x="17270" y="4178"/>
                    <a:pt x="17305" y="4178"/>
                  </a:cubicBezTo>
                  <a:close/>
                  <a:moveTo>
                    <a:pt x="7782" y="0"/>
                  </a:moveTo>
                  <a:cubicBezTo>
                    <a:pt x="6607" y="35"/>
                    <a:pt x="5442" y="115"/>
                    <a:pt x="4316" y="226"/>
                  </a:cubicBezTo>
                  <a:cubicBezTo>
                    <a:pt x="2921" y="369"/>
                    <a:pt x="1457" y="675"/>
                    <a:pt x="696" y="1986"/>
                  </a:cubicBezTo>
                  <a:cubicBezTo>
                    <a:pt x="0" y="3182"/>
                    <a:pt x="192" y="4723"/>
                    <a:pt x="230" y="6047"/>
                  </a:cubicBezTo>
                  <a:cubicBezTo>
                    <a:pt x="300" y="8575"/>
                    <a:pt x="456" y="11104"/>
                    <a:pt x="540" y="13631"/>
                  </a:cubicBezTo>
                  <a:cubicBezTo>
                    <a:pt x="581" y="14956"/>
                    <a:pt x="578" y="16288"/>
                    <a:pt x="686" y="17609"/>
                  </a:cubicBezTo>
                  <a:cubicBezTo>
                    <a:pt x="748" y="18356"/>
                    <a:pt x="706" y="19233"/>
                    <a:pt x="1291" y="19716"/>
                  </a:cubicBezTo>
                  <a:cubicBezTo>
                    <a:pt x="1671" y="20033"/>
                    <a:pt x="2112" y="20073"/>
                    <a:pt x="2579" y="20073"/>
                  </a:cubicBezTo>
                  <a:cubicBezTo>
                    <a:pt x="2654" y="20073"/>
                    <a:pt x="2730" y="20072"/>
                    <a:pt x="2807" y="20071"/>
                  </a:cubicBezTo>
                  <a:cubicBezTo>
                    <a:pt x="2935" y="20071"/>
                    <a:pt x="3064" y="20071"/>
                    <a:pt x="3196" y="20075"/>
                  </a:cubicBezTo>
                  <a:cubicBezTo>
                    <a:pt x="3931" y="20094"/>
                    <a:pt x="4667" y="20102"/>
                    <a:pt x="5403" y="20102"/>
                  </a:cubicBezTo>
                  <a:cubicBezTo>
                    <a:pt x="7233" y="20102"/>
                    <a:pt x="9064" y="20052"/>
                    <a:pt x="10894" y="19995"/>
                  </a:cubicBezTo>
                  <a:cubicBezTo>
                    <a:pt x="12261" y="19953"/>
                    <a:pt x="13632" y="19900"/>
                    <a:pt x="15001" y="19849"/>
                  </a:cubicBezTo>
                  <a:cubicBezTo>
                    <a:pt x="15094" y="19845"/>
                    <a:pt x="15192" y="19843"/>
                    <a:pt x="15296" y="19843"/>
                  </a:cubicBezTo>
                  <a:cubicBezTo>
                    <a:pt x="15477" y="19843"/>
                    <a:pt x="15672" y="19848"/>
                    <a:pt x="15877" y="19852"/>
                  </a:cubicBezTo>
                  <a:cubicBezTo>
                    <a:pt x="16081" y="19856"/>
                    <a:pt x="16294" y="19860"/>
                    <a:pt x="16509" y="19860"/>
                  </a:cubicBezTo>
                  <a:cubicBezTo>
                    <a:pt x="17451" y="19860"/>
                    <a:pt x="18447" y="19783"/>
                    <a:pt x="18993" y="19285"/>
                  </a:cubicBezTo>
                  <a:cubicBezTo>
                    <a:pt x="19925" y="18440"/>
                    <a:pt x="19859" y="16556"/>
                    <a:pt x="19974" y="15429"/>
                  </a:cubicBezTo>
                  <a:cubicBezTo>
                    <a:pt x="20099" y="14243"/>
                    <a:pt x="20193" y="13057"/>
                    <a:pt x="20255" y="11868"/>
                  </a:cubicBezTo>
                  <a:cubicBezTo>
                    <a:pt x="20384" y="9372"/>
                    <a:pt x="20485" y="6840"/>
                    <a:pt x="20408" y="4336"/>
                  </a:cubicBezTo>
                  <a:cubicBezTo>
                    <a:pt x="20360" y="2831"/>
                    <a:pt x="20043" y="1314"/>
                    <a:pt x="18447" y="765"/>
                  </a:cubicBezTo>
                  <a:cubicBezTo>
                    <a:pt x="17421" y="414"/>
                    <a:pt x="16256" y="401"/>
                    <a:pt x="15186" y="327"/>
                  </a:cubicBezTo>
                  <a:cubicBezTo>
                    <a:pt x="12724" y="154"/>
                    <a:pt x="10252" y="119"/>
                    <a:pt x="7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4"/>
            <p:cNvSpPr/>
            <p:nvPr/>
          </p:nvSpPr>
          <p:spPr>
            <a:xfrm>
              <a:off x="5257850" y="2807950"/>
              <a:ext cx="507275" cy="515100"/>
            </a:xfrm>
            <a:custGeom>
              <a:rect b="b" l="l" r="r" t="t"/>
              <a:pathLst>
                <a:path extrusionOk="0" h="20604" w="20291">
                  <a:moveTo>
                    <a:pt x="17776" y="5328"/>
                  </a:moveTo>
                  <a:cubicBezTo>
                    <a:pt x="17738" y="5328"/>
                    <a:pt x="17700" y="5335"/>
                    <a:pt x="17662" y="5352"/>
                  </a:cubicBezTo>
                  <a:cubicBezTo>
                    <a:pt x="17647" y="5359"/>
                    <a:pt x="17633" y="5362"/>
                    <a:pt x="17623" y="5370"/>
                  </a:cubicBezTo>
                  <a:cubicBezTo>
                    <a:pt x="17617" y="5627"/>
                    <a:pt x="17609" y="5884"/>
                    <a:pt x="17602" y="6142"/>
                  </a:cubicBezTo>
                  <a:cubicBezTo>
                    <a:pt x="17724" y="5996"/>
                    <a:pt x="17842" y="5856"/>
                    <a:pt x="17950" y="5728"/>
                  </a:cubicBezTo>
                  <a:cubicBezTo>
                    <a:pt x="18100" y="5547"/>
                    <a:pt x="17971" y="5328"/>
                    <a:pt x="17776" y="5328"/>
                  </a:cubicBezTo>
                  <a:close/>
                  <a:moveTo>
                    <a:pt x="17227" y="0"/>
                  </a:moveTo>
                  <a:cubicBezTo>
                    <a:pt x="16851" y="0"/>
                    <a:pt x="16427" y="91"/>
                    <a:pt x="15943" y="286"/>
                  </a:cubicBezTo>
                  <a:cubicBezTo>
                    <a:pt x="15892" y="310"/>
                    <a:pt x="15860" y="380"/>
                    <a:pt x="15881" y="428"/>
                  </a:cubicBezTo>
                  <a:cubicBezTo>
                    <a:pt x="16653" y="480"/>
                    <a:pt x="17439" y="560"/>
                    <a:pt x="18155" y="807"/>
                  </a:cubicBezTo>
                  <a:cubicBezTo>
                    <a:pt x="19751" y="1356"/>
                    <a:pt x="20068" y="2873"/>
                    <a:pt x="20116" y="4378"/>
                  </a:cubicBezTo>
                  <a:cubicBezTo>
                    <a:pt x="20193" y="6882"/>
                    <a:pt x="20092" y="9414"/>
                    <a:pt x="19963" y="11910"/>
                  </a:cubicBezTo>
                  <a:cubicBezTo>
                    <a:pt x="19901" y="13099"/>
                    <a:pt x="19807" y="14285"/>
                    <a:pt x="19682" y="15471"/>
                  </a:cubicBezTo>
                  <a:cubicBezTo>
                    <a:pt x="19567" y="16598"/>
                    <a:pt x="19633" y="18482"/>
                    <a:pt x="18701" y="19327"/>
                  </a:cubicBezTo>
                  <a:cubicBezTo>
                    <a:pt x="18155" y="19825"/>
                    <a:pt x="17164" y="19901"/>
                    <a:pt x="16225" y="19901"/>
                  </a:cubicBezTo>
                  <a:cubicBezTo>
                    <a:pt x="16006" y="19901"/>
                    <a:pt x="15791" y="19897"/>
                    <a:pt x="15585" y="19894"/>
                  </a:cubicBezTo>
                  <a:cubicBezTo>
                    <a:pt x="15380" y="19891"/>
                    <a:pt x="15182" y="19883"/>
                    <a:pt x="15001" y="19883"/>
                  </a:cubicBezTo>
                  <a:cubicBezTo>
                    <a:pt x="14897" y="19883"/>
                    <a:pt x="14800" y="19887"/>
                    <a:pt x="14709" y="19891"/>
                  </a:cubicBezTo>
                  <a:cubicBezTo>
                    <a:pt x="13340" y="19942"/>
                    <a:pt x="11969" y="19995"/>
                    <a:pt x="10602" y="20037"/>
                  </a:cubicBezTo>
                  <a:cubicBezTo>
                    <a:pt x="8777" y="20092"/>
                    <a:pt x="6951" y="20144"/>
                    <a:pt x="5126" y="20144"/>
                  </a:cubicBezTo>
                  <a:cubicBezTo>
                    <a:pt x="4385" y="20144"/>
                    <a:pt x="3645" y="20133"/>
                    <a:pt x="2904" y="20117"/>
                  </a:cubicBezTo>
                  <a:cubicBezTo>
                    <a:pt x="2841" y="20113"/>
                    <a:pt x="2779" y="20113"/>
                    <a:pt x="2716" y="20113"/>
                  </a:cubicBezTo>
                  <a:lnTo>
                    <a:pt x="2515" y="20113"/>
                  </a:lnTo>
                  <a:cubicBezTo>
                    <a:pt x="2449" y="20117"/>
                    <a:pt x="2382" y="20117"/>
                    <a:pt x="2316" y="20117"/>
                  </a:cubicBezTo>
                  <a:cubicBezTo>
                    <a:pt x="1840" y="20117"/>
                    <a:pt x="1385" y="20082"/>
                    <a:pt x="999" y="19758"/>
                  </a:cubicBezTo>
                  <a:cubicBezTo>
                    <a:pt x="742" y="19546"/>
                    <a:pt x="606" y="19254"/>
                    <a:pt x="530" y="18934"/>
                  </a:cubicBezTo>
                  <a:cubicBezTo>
                    <a:pt x="384" y="18722"/>
                    <a:pt x="272" y="18464"/>
                    <a:pt x="209" y="18151"/>
                  </a:cubicBezTo>
                  <a:cubicBezTo>
                    <a:pt x="206" y="18138"/>
                    <a:pt x="199" y="18135"/>
                    <a:pt x="188" y="18135"/>
                  </a:cubicBezTo>
                  <a:cubicBezTo>
                    <a:pt x="178" y="18135"/>
                    <a:pt x="164" y="18145"/>
                    <a:pt x="161" y="18159"/>
                  </a:cubicBezTo>
                  <a:cubicBezTo>
                    <a:pt x="0" y="19390"/>
                    <a:pt x="1054" y="20158"/>
                    <a:pt x="2160" y="20377"/>
                  </a:cubicBezTo>
                  <a:cubicBezTo>
                    <a:pt x="3040" y="20555"/>
                    <a:pt x="3968" y="20603"/>
                    <a:pt x="4900" y="20603"/>
                  </a:cubicBezTo>
                  <a:cubicBezTo>
                    <a:pt x="5895" y="20603"/>
                    <a:pt x="6893" y="20547"/>
                    <a:pt x="7842" y="20537"/>
                  </a:cubicBezTo>
                  <a:cubicBezTo>
                    <a:pt x="9931" y="20516"/>
                    <a:pt x="12018" y="20485"/>
                    <a:pt x="14107" y="20454"/>
                  </a:cubicBezTo>
                  <a:cubicBezTo>
                    <a:pt x="15109" y="20436"/>
                    <a:pt x="16201" y="20461"/>
                    <a:pt x="17171" y="20165"/>
                  </a:cubicBezTo>
                  <a:cubicBezTo>
                    <a:pt x="17251" y="20228"/>
                    <a:pt x="17359" y="20269"/>
                    <a:pt x="17495" y="20269"/>
                  </a:cubicBezTo>
                  <a:cubicBezTo>
                    <a:pt x="17508" y="20269"/>
                    <a:pt x="17526" y="20266"/>
                    <a:pt x="17540" y="20266"/>
                  </a:cubicBezTo>
                  <a:cubicBezTo>
                    <a:pt x="19191" y="20165"/>
                    <a:pt x="19584" y="18267"/>
                    <a:pt x="19682" y="16917"/>
                  </a:cubicBezTo>
                  <a:cubicBezTo>
                    <a:pt x="19745" y="16055"/>
                    <a:pt x="19786" y="15189"/>
                    <a:pt x="19817" y="14323"/>
                  </a:cubicBezTo>
                  <a:cubicBezTo>
                    <a:pt x="20249" y="13203"/>
                    <a:pt x="20287" y="11847"/>
                    <a:pt x="20214" y="10676"/>
                  </a:cubicBezTo>
                  <a:cubicBezTo>
                    <a:pt x="20214" y="10631"/>
                    <a:pt x="20199" y="10596"/>
                    <a:pt x="20183" y="10565"/>
                  </a:cubicBezTo>
                  <a:cubicBezTo>
                    <a:pt x="20290" y="9668"/>
                    <a:pt x="20283" y="8746"/>
                    <a:pt x="20259" y="7862"/>
                  </a:cubicBezTo>
                  <a:cubicBezTo>
                    <a:pt x="20241" y="7209"/>
                    <a:pt x="20235" y="6541"/>
                    <a:pt x="20189" y="5880"/>
                  </a:cubicBezTo>
                  <a:cubicBezTo>
                    <a:pt x="20287" y="4444"/>
                    <a:pt x="20210" y="3019"/>
                    <a:pt x="19570" y="1732"/>
                  </a:cubicBezTo>
                  <a:cubicBezTo>
                    <a:pt x="19494" y="1583"/>
                    <a:pt x="19379" y="1520"/>
                    <a:pt x="19254" y="1513"/>
                  </a:cubicBezTo>
                  <a:cubicBezTo>
                    <a:pt x="18840" y="605"/>
                    <a:pt x="18201" y="0"/>
                    <a:pt x="17227"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4"/>
            <p:cNvSpPr/>
            <p:nvPr/>
          </p:nvSpPr>
          <p:spPr>
            <a:xfrm>
              <a:off x="5271075" y="2818650"/>
              <a:ext cx="491600" cy="492925"/>
            </a:xfrm>
            <a:custGeom>
              <a:rect b="b" l="l" r="r" t="t"/>
              <a:pathLst>
                <a:path extrusionOk="0" h="19717" w="19664">
                  <a:moveTo>
                    <a:pt x="15352" y="0"/>
                  </a:moveTo>
                  <a:lnTo>
                    <a:pt x="15352" y="0"/>
                  </a:lnTo>
                  <a:cubicBezTo>
                    <a:pt x="15359" y="25"/>
                    <a:pt x="15380" y="42"/>
                    <a:pt x="15414" y="46"/>
                  </a:cubicBezTo>
                  <a:cubicBezTo>
                    <a:pt x="17244" y="358"/>
                    <a:pt x="17154" y="2769"/>
                    <a:pt x="17115" y="4121"/>
                  </a:cubicBezTo>
                  <a:cubicBezTo>
                    <a:pt x="17108" y="4396"/>
                    <a:pt x="17101" y="4667"/>
                    <a:pt x="17094" y="4942"/>
                  </a:cubicBezTo>
                  <a:cubicBezTo>
                    <a:pt x="17104" y="4934"/>
                    <a:pt x="17118" y="4931"/>
                    <a:pt x="17133" y="4924"/>
                  </a:cubicBezTo>
                  <a:cubicBezTo>
                    <a:pt x="17171" y="4907"/>
                    <a:pt x="17209" y="4900"/>
                    <a:pt x="17247" y="4900"/>
                  </a:cubicBezTo>
                  <a:cubicBezTo>
                    <a:pt x="17442" y="4900"/>
                    <a:pt x="17571" y="5119"/>
                    <a:pt x="17421" y="5300"/>
                  </a:cubicBezTo>
                  <a:cubicBezTo>
                    <a:pt x="17313" y="5428"/>
                    <a:pt x="17195" y="5568"/>
                    <a:pt x="17073" y="5714"/>
                  </a:cubicBezTo>
                  <a:cubicBezTo>
                    <a:pt x="17046" y="6941"/>
                    <a:pt x="17021" y="8172"/>
                    <a:pt x="17007" y="9403"/>
                  </a:cubicBezTo>
                  <a:cubicBezTo>
                    <a:pt x="16987" y="11093"/>
                    <a:pt x="17007" y="12775"/>
                    <a:pt x="17046" y="14465"/>
                  </a:cubicBezTo>
                  <a:cubicBezTo>
                    <a:pt x="17067" y="15363"/>
                    <a:pt x="17080" y="16256"/>
                    <a:pt x="17108" y="17150"/>
                  </a:cubicBezTo>
                  <a:cubicBezTo>
                    <a:pt x="17125" y="17651"/>
                    <a:pt x="17181" y="18182"/>
                    <a:pt x="16882" y="18558"/>
                  </a:cubicBezTo>
                  <a:cubicBezTo>
                    <a:pt x="15491" y="19100"/>
                    <a:pt x="13906" y="19205"/>
                    <a:pt x="12323" y="19205"/>
                  </a:cubicBezTo>
                  <a:cubicBezTo>
                    <a:pt x="11819" y="19205"/>
                    <a:pt x="11315" y="19195"/>
                    <a:pt x="10818" y="19184"/>
                  </a:cubicBezTo>
                  <a:cubicBezTo>
                    <a:pt x="10324" y="19174"/>
                    <a:pt x="9834" y="19163"/>
                    <a:pt x="9357" y="19163"/>
                  </a:cubicBezTo>
                  <a:cubicBezTo>
                    <a:pt x="9176" y="19163"/>
                    <a:pt x="8996" y="19163"/>
                    <a:pt x="8815" y="19171"/>
                  </a:cubicBezTo>
                  <a:cubicBezTo>
                    <a:pt x="7396" y="19198"/>
                    <a:pt x="5974" y="19209"/>
                    <a:pt x="4555" y="19292"/>
                  </a:cubicBezTo>
                  <a:cubicBezTo>
                    <a:pt x="3947" y="19330"/>
                    <a:pt x="3188" y="19428"/>
                    <a:pt x="2452" y="19428"/>
                  </a:cubicBezTo>
                  <a:cubicBezTo>
                    <a:pt x="1464" y="19428"/>
                    <a:pt x="511" y="19251"/>
                    <a:pt x="1" y="18506"/>
                  </a:cubicBezTo>
                  <a:lnTo>
                    <a:pt x="1" y="18506"/>
                  </a:lnTo>
                  <a:cubicBezTo>
                    <a:pt x="77" y="18826"/>
                    <a:pt x="213" y="19118"/>
                    <a:pt x="470" y="19330"/>
                  </a:cubicBezTo>
                  <a:cubicBezTo>
                    <a:pt x="856" y="19654"/>
                    <a:pt x="1311" y="19689"/>
                    <a:pt x="1787" y="19689"/>
                  </a:cubicBezTo>
                  <a:cubicBezTo>
                    <a:pt x="1853" y="19689"/>
                    <a:pt x="1920" y="19689"/>
                    <a:pt x="1986" y="19685"/>
                  </a:cubicBezTo>
                  <a:lnTo>
                    <a:pt x="2187" y="19685"/>
                  </a:lnTo>
                  <a:cubicBezTo>
                    <a:pt x="2250" y="19685"/>
                    <a:pt x="2312" y="19685"/>
                    <a:pt x="2375" y="19689"/>
                  </a:cubicBezTo>
                  <a:cubicBezTo>
                    <a:pt x="3116" y="19705"/>
                    <a:pt x="3856" y="19716"/>
                    <a:pt x="4597" y="19716"/>
                  </a:cubicBezTo>
                  <a:cubicBezTo>
                    <a:pt x="6422" y="19716"/>
                    <a:pt x="8248" y="19664"/>
                    <a:pt x="10073" y="19609"/>
                  </a:cubicBezTo>
                  <a:cubicBezTo>
                    <a:pt x="11440" y="19567"/>
                    <a:pt x="12811" y="19514"/>
                    <a:pt x="14180" y="19463"/>
                  </a:cubicBezTo>
                  <a:cubicBezTo>
                    <a:pt x="14271" y="19459"/>
                    <a:pt x="14368" y="19455"/>
                    <a:pt x="14472" y="19455"/>
                  </a:cubicBezTo>
                  <a:cubicBezTo>
                    <a:pt x="14653" y="19455"/>
                    <a:pt x="14851" y="19463"/>
                    <a:pt x="15056" y="19466"/>
                  </a:cubicBezTo>
                  <a:cubicBezTo>
                    <a:pt x="15262" y="19469"/>
                    <a:pt x="15477" y="19473"/>
                    <a:pt x="15696" y="19473"/>
                  </a:cubicBezTo>
                  <a:cubicBezTo>
                    <a:pt x="16635" y="19473"/>
                    <a:pt x="17626" y="19397"/>
                    <a:pt x="18172" y="18899"/>
                  </a:cubicBezTo>
                  <a:cubicBezTo>
                    <a:pt x="19104" y="18054"/>
                    <a:pt x="19038" y="16170"/>
                    <a:pt x="19153" y="15043"/>
                  </a:cubicBezTo>
                  <a:cubicBezTo>
                    <a:pt x="19278" y="13857"/>
                    <a:pt x="19372" y="12671"/>
                    <a:pt x="19434" y="11482"/>
                  </a:cubicBezTo>
                  <a:cubicBezTo>
                    <a:pt x="19563" y="8986"/>
                    <a:pt x="19664" y="6454"/>
                    <a:pt x="19587" y="3950"/>
                  </a:cubicBezTo>
                  <a:cubicBezTo>
                    <a:pt x="19539" y="2445"/>
                    <a:pt x="19222" y="928"/>
                    <a:pt x="17626" y="379"/>
                  </a:cubicBezTo>
                  <a:cubicBezTo>
                    <a:pt x="16910" y="132"/>
                    <a:pt x="16124" y="52"/>
                    <a:pt x="15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4"/>
            <p:cNvSpPr/>
            <p:nvPr/>
          </p:nvSpPr>
          <p:spPr>
            <a:xfrm>
              <a:off x="5243600" y="2791425"/>
              <a:ext cx="537425" cy="535450"/>
            </a:xfrm>
            <a:custGeom>
              <a:rect b="b" l="l" r="r" t="t"/>
              <a:pathLst>
                <a:path extrusionOk="0" h="21418" w="21497">
                  <a:moveTo>
                    <a:pt x="8060" y="703"/>
                  </a:moveTo>
                  <a:cubicBezTo>
                    <a:pt x="10530" y="822"/>
                    <a:pt x="13002" y="857"/>
                    <a:pt x="15464" y="1030"/>
                  </a:cubicBezTo>
                  <a:cubicBezTo>
                    <a:pt x="16534" y="1104"/>
                    <a:pt x="17699" y="1117"/>
                    <a:pt x="18725" y="1468"/>
                  </a:cubicBezTo>
                  <a:cubicBezTo>
                    <a:pt x="20321" y="2017"/>
                    <a:pt x="20638" y="3534"/>
                    <a:pt x="20686" y="5039"/>
                  </a:cubicBezTo>
                  <a:cubicBezTo>
                    <a:pt x="20763" y="7543"/>
                    <a:pt x="20662" y="10075"/>
                    <a:pt x="20533" y="12571"/>
                  </a:cubicBezTo>
                  <a:cubicBezTo>
                    <a:pt x="20471" y="13760"/>
                    <a:pt x="20377" y="14946"/>
                    <a:pt x="20252" y="16132"/>
                  </a:cubicBezTo>
                  <a:cubicBezTo>
                    <a:pt x="20137" y="17259"/>
                    <a:pt x="20203" y="19143"/>
                    <a:pt x="19271" y="19988"/>
                  </a:cubicBezTo>
                  <a:cubicBezTo>
                    <a:pt x="18724" y="20485"/>
                    <a:pt x="17728" y="20563"/>
                    <a:pt x="16786" y="20563"/>
                  </a:cubicBezTo>
                  <a:cubicBezTo>
                    <a:pt x="16354" y="20563"/>
                    <a:pt x="15933" y="20547"/>
                    <a:pt x="15573" y="20547"/>
                  </a:cubicBezTo>
                  <a:cubicBezTo>
                    <a:pt x="15470" y="20547"/>
                    <a:pt x="15371" y="20548"/>
                    <a:pt x="15279" y="20552"/>
                  </a:cubicBezTo>
                  <a:cubicBezTo>
                    <a:pt x="13910" y="20603"/>
                    <a:pt x="12539" y="20656"/>
                    <a:pt x="11172" y="20698"/>
                  </a:cubicBezTo>
                  <a:cubicBezTo>
                    <a:pt x="9342" y="20755"/>
                    <a:pt x="7511" y="20805"/>
                    <a:pt x="5681" y="20805"/>
                  </a:cubicBezTo>
                  <a:cubicBezTo>
                    <a:pt x="4945" y="20805"/>
                    <a:pt x="4209" y="20797"/>
                    <a:pt x="3474" y="20778"/>
                  </a:cubicBezTo>
                  <a:cubicBezTo>
                    <a:pt x="3400" y="20776"/>
                    <a:pt x="3327" y="20775"/>
                    <a:pt x="3254" y="20775"/>
                  </a:cubicBezTo>
                  <a:cubicBezTo>
                    <a:pt x="3136" y="20775"/>
                    <a:pt x="3020" y="20777"/>
                    <a:pt x="2904" y="20777"/>
                  </a:cubicBezTo>
                  <a:cubicBezTo>
                    <a:pt x="2420" y="20777"/>
                    <a:pt x="1960" y="20745"/>
                    <a:pt x="1569" y="20419"/>
                  </a:cubicBezTo>
                  <a:cubicBezTo>
                    <a:pt x="984" y="19936"/>
                    <a:pt x="1026" y="19059"/>
                    <a:pt x="967" y="18312"/>
                  </a:cubicBezTo>
                  <a:cubicBezTo>
                    <a:pt x="859" y="16991"/>
                    <a:pt x="859" y="15659"/>
                    <a:pt x="818" y="14334"/>
                  </a:cubicBezTo>
                  <a:cubicBezTo>
                    <a:pt x="734" y="11807"/>
                    <a:pt x="578" y="9278"/>
                    <a:pt x="508" y="6750"/>
                  </a:cubicBezTo>
                  <a:cubicBezTo>
                    <a:pt x="470" y="5426"/>
                    <a:pt x="278" y="3885"/>
                    <a:pt x="974" y="2689"/>
                  </a:cubicBezTo>
                  <a:cubicBezTo>
                    <a:pt x="1735" y="1378"/>
                    <a:pt x="3199" y="1072"/>
                    <a:pt x="4594" y="929"/>
                  </a:cubicBezTo>
                  <a:cubicBezTo>
                    <a:pt x="5720" y="818"/>
                    <a:pt x="6885" y="738"/>
                    <a:pt x="8060" y="703"/>
                  </a:cubicBezTo>
                  <a:close/>
                  <a:moveTo>
                    <a:pt x="13032" y="1"/>
                  </a:moveTo>
                  <a:cubicBezTo>
                    <a:pt x="11794" y="1"/>
                    <a:pt x="10556" y="69"/>
                    <a:pt x="9357" y="186"/>
                  </a:cubicBezTo>
                  <a:cubicBezTo>
                    <a:pt x="8494" y="101"/>
                    <a:pt x="7632" y="51"/>
                    <a:pt x="6763" y="51"/>
                  </a:cubicBezTo>
                  <a:cubicBezTo>
                    <a:pt x="5807" y="51"/>
                    <a:pt x="4842" y="111"/>
                    <a:pt x="3857" y="252"/>
                  </a:cubicBezTo>
                  <a:cubicBezTo>
                    <a:pt x="1739" y="557"/>
                    <a:pt x="414" y="1552"/>
                    <a:pt x="157" y="3746"/>
                  </a:cubicBezTo>
                  <a:cubicBezTo>
                    <a:pt x="0" y="5078"/>
                    <a:pt x="115" y="6427"/>
                    <a:pt x="126" y="7762"/>
                  </a:cubicBezTo>
                  <a:cubicBezTo>
                    <a:pt x="140" y="9449"/>
                    <a:pt x="126" y="11131"/>
                    <a:pt x="136" y="12818"/>
                  </a:cubicBezTo>
                  <a:cubicBezTo>
                    <a:pt x="147" y="14327"/>
                    <a:pt x="157" y="15836"/>
                    <a:pt x="202" y="17345"/>
                  </a:cubicBezTo>
                  <a:cubicBezTo>
                    <a:pt x="230" y="18392"/>
                    <a:pt x="182" y="19995"/>
                    <a:pt x="970" y="20819"/>
                  </a:cubicBezTo>
                  <a:cubicBezTo>
                    <a:pt x="1360" y="21228"/>
                    <a:pt x="2061" y="21300"/>
                    <a:pt x="2743" y="21300"/>
                  </a:cubicBezTo>
                  <a:cubicBezTo>
                    <a:pt x="3117" y="21300"/>
                    <a:pt x="3486" y="21278"/>
                    <a:pt x="3794" y="21278"/>
                  </a:cubicBezTo>
                  <a:cubicBezTo>
                    <a:pt x="3861" y="21278"/>
                    <a:pt x="3925" y="21279"/>
                    <a:pt x="3985" y="21282"/>
                  </a:cubicBezTo>
                  <a:cubicBezTo>
                    <a:pt x="5696" y="21354"/>
                    <a:pt x="7407" y="21410"/>
                    <a:pt x="9118" y="21417"/>
                  </a:cubicBezTo>
                  <a:cubicBezTo>
                    <a:pt x="9218" y="21417"/>
                    <a:pt x="9318" y="21417"/>
                    <a:pt x="9418" y="21417"/>
                  </a:cubicBezTo>
                  <a:cubicBezTo>
                    <a:pt x="10945" y="21417"/>
                    <a:pt x="12469" y="21394"/>
                    <a:pt x="13996" y="21358"/>
                  </a:cubicBezTo>
                  <a:cubicBezTo>
                    <a:pt x="14224" y="21352"/>
                    <a:pt x="14455" y="21350"/>
                    <a:pt x="14688" y="21350"/>
                  </a:cubicBezTo>
                  <a:cubicBezTo>
                    <a:pt x="15109" y="21350"/>
                    <a:pt x="15537" y="21356"/>
                    <a:pt x="15966" y="21356"/>
                  </a:cubicBezTo>
                  <a:cubicBezTo>
                    <a:pt x="16849" y="21356"/>
                    <a:pt x="17735" y="21331"/>
                    <a:pt x="18569" y="21174"/>
                  </a:cubicBezTo>
                  <a:cubicBezTo>
                    <a:pt x="20759" y="20764"/>
                    <a:pt x="20582" y="17843"/>
                    <a:pt x="20774" y="16132"/>
                  </a:cubicBezTo>
                  <a:cubicBezTo>
                    <a:pt x="21145" y="12749"/>
                    <a:pt x="21448" y="9348"/>
                    <a:pt x="21475" y="5944"/>
                  </a:cubicBezTo>
                  <a:cubicBezTo>
                    <a:pt x="21496" y="3503"/>
                    <a:pt x="21149" y="1131"/>
                    <a:pt x="18405" y="526"/>
                  </a:cubicBezTo>
                  <a:cubicBezTo>
                    <a:pt x="16704" y="152"/>
                    <a:pt x="14869" y="1"/>
                    <a:pt x="130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4"/>
            <p:cNvSpPr/>
            <p:nvPr/>
          </p:nvSpPr>
          <p:spPr>
            <a:xfrm>
              <a:off x="5305825" y="2913450"/>
              <a:ext cx="404525" cy="328575"/>
            </a:xfrm>
            <a:custGeom>
              <a:rect b="b" l="l" r="r" t="t"/>
              <a:pathLst>
                <a:path extrusionOk="0" h="13143" w="16181">
                  <a:moveTo>
                    <a:pt x="14539" y="924"/>
                  </a:moveTo>
                  <a:lnTo>
                    <a:pt x="14539" y="924"/>
                  </a:lnTo>
                  <a:cubicBezTo>
                    <a:pt x="14414" y="1195"/>
                    <a:pt x="14292" y="1466"/>
                    <a:pt x="14181" y="1744"/>
                  </a:cubicBezTo>
                  <a:cubicBezTo>
                    <a:pt x="14098" y="1952"/>
                    <a:pt x="14309" y="2110"/>
                    <a:pt x="14495" y="2110"/>
                  </a:cubicBezTo>
                  <a:cubicBezTo>
                    <a:pt x="14511" y="2110"/>
                    <a:pt x="14527" y="2109"/>
                    <a:pt x="14543" y="2106"/>
                  </a:cubicBezTo>
                  <a:cubicBezTo>
                    <a:pt x="14685" y="2078"/>
                    <a:pt x="14821" y="2047"/>
                    <a:pt x="14947" y="2012"/>
                  </a:cubicBezTo>
                  <a:lnTo>
                    <a:pt x="14947" y="2012"/>
                  </a:lnTo>
                  <a:cubicBezTo>
                    <a:pt x="14599" y="2377"/>
                    <a:pt x="14254" y="2760"/>
                    <a:pt x="14154" y="3118"/>
                  </a:cubicBezTo>
                  <a:cubicBezTo>
                    <a:pt x="14014" y="3601"/>
                    <a:pt x="14334" y="4303"/>
                    <a:pt x="14306" y="4835"/>
                  </a:cubicBezTo>
                  <a:cubicBezTo>
                    <a:pt x="14209" y="6626"/>
                    <a:pt x="13093" y="8368"/>
                    <a:pt x="11883" y="9624"/>
                  </a:cubicBezTo>
                  <a:cubicBezTo>
                    <a:pt x="10150" y="11420"/>
                    <a:pt x="7807" y="12570"/>
                    <a:pt x="5407" y="12570"/>
                  </a:cubicBezTo>
                  <a:cubicBezTo>
                    <a:pt x="4555" y="12570"/>
                    <a:pt x="3697" y="12425"/>
                    <a:pt x="2856" y="12113"/>
                  </a:cubicBezTo>
                  <a:cubicBezTo>
                    <a:pt x="3993" y="11758"/>
                    <a:pt x="4953" y="11119"/>
                    <a:pt x="5780" y="10218"/>
                  </a:cubicBezTo>
                  <a:cubicBezTo>
                    <a:pt x="5947" y="10038"/>
                    <a:pt x="5874" y="9763"/>
                    <a:pt x="5641" y="9686"/>
                  </a:cubicBezTo>
                  <a:cubicBezTo>
                    <a:pt x="4146" y="9203"/>
                    <a:pt x="2779" y="8494"/>
                    <a:pt x="1986" y="7072"/>
                  </a:cubicBezTo>
                  <a:cubicBezTo>
                    <a:pt x="1198" y="5656"/>
                    <a:pt x="1312" y="3862"/>
                    <a:pt x="1917" y="2387"/>
                  </a:cubicBezTo>
                  <a:lnTo>
                    <a:pt x="1917" y="2387"/>
                  </a:lnTo>
                  <a:cubicBezTo>
                    <a:pt x="3069" y="3906"/>
                    <a:pt x="4907" y="4950"/>
                    <a:pt x="6813" y="4950"/>
                  </a:cubicBezTo>
                  <a:cubicBezTo>
                    <a:pt x="7202" y="4950"/>
                    <a:pt x="7595" y="4906"/>
                    <a:pt x="7985" y="4814"/>
                  </a:cubicBezTo>
                  <a:cubicBezTo>
                    <a:pt x="8152" y="4777"/>
                    <a:pt x="8232" y="4596"/>
                    <a:pt x="8197" y="4443"/>
                  </a:cubicBezTo>
                  <a:cubicBezTo>
                    <a:pt x="7874" y="2999"/>
                    <a:pt x="8969" y="1543"/>
                    <a:pt x="10367" y="1198"/>
                  </a:cubicBezTo>
                  <a:cubicBezTo>
                    <a:pt x="10572" y="1148"/>
                    <a:pt x="10770" y="1127"/>
                    <a:pt x="10962" y="1127"/>
                  </a:cubicBezTo>
                  <a:cubicBezTo>
                    <a:pt x="11784" y="1127"/>
                    <a:pt x="12512" y="1516"/>
                    <a:pt x="13329" y="1716"/>
                  </a:cubicBezTo>
                  <a:cubicBezTo>
                    <a:pt x="13335" y="1718"/>
                    <a:pt x="13341" y="1719"/>
                    <a:pt x="13348" y="1719"/>
                  </a:cubicBezTo>
                  <a:cubicBezTo>
                    <a:pt x="13392" y="1719"/>
                    <a:pt x="13438" y="1678"/>
                    <a:pt x="13419" y="1630"/>
                  </a:cubicBezTo>
                  <a:cubicBezTo>
                    <a:pt x="13409" y="1612"/>
                    <a:pt x="13398" y="1598"/>
                    <a:pt x="13392" y="1577"/>
                  </a:cubicBezTo>
                  <a:cubicBezTo>
                    <a:pt x="13398" y="1577"/>
                    <a:pt x="13406" y="1574"/>
                    <a:pt x="13409" y="1574"/>
                  </a:cubicBezTo>
                  <a:cubicBezTo>
                    <a:pt x="13827" y="1379"/>
                    <a:pt x="14191" y="1167"/>
                    <a:pt x="14539" y="924"/>
                  </a:cubicBezTo>
                  <a:close/>
                  <a:moveTo>
                    <a:pt x="15094" y="0"/>
                  </a:moveTo>
                  <a:cubicBezTo>
                    <a:pt x="15059" y="0"/>
                    <a:pt x="15024" y="9"/>
                    <a:pt x="14992" y="30"/>
                  </a:cubicBezTo>
                  <a:cubicBezTo>
                    <a:pt x="14387" y="412"/>
                    <a:pt x="13757" y="753"/>
                    <a:pt x="13100" y="1045"/>
                  </a:cubicBezTo>
                  <a:cubicBezTo>
                    <a:pt x="13082" y="1052"/>
                    <a:pt x="13065" y="1063"/>
                    <a:pt x="13051" y="1073"/>
                  </a:cubicBezTo>
                  <a:cubicBezTo>
                    <a:pt x="12573" y="575"/>
                    <a:pt x="11830" y="365"/>
                    <a:pt x="11094" y="365"/>
                  </a:cubicBezTo>
                  <a:cubicBezTo>
                    <a:pt x="10626" y="365"/>
                    <a:pt x="10161" y="450"/>
                    <a:pt x="9768" y="600"/>
                  </a:cubicBezTo>
                  <a:cubicBezTo>
                    <a:pt x="8229" y="1191"/>
                    <a:pt x="7658" y="2714"/>
                    <a:pt x="7606" y="4241"/>
                  </a:cubicBezTo>
                  <a:cubicBezTo>
                    <a:pt x="7416" y="4254"/>
                    <a:pt x="7229" y="4260"/>
                    <a:pt x="7043" y="4260"/>
                  </a:cubicBezTo>
                  <a:cubicBezTo>
                    <a:pt x="5038" y="4260"/>
                    <a:pt x="3257" y="3508"/>
                    <a:pt x="2108" y="1681"/>
                  </a:cubicBezTo>
                  <a:cubicBezTo>
                    <a:pt x="2052" y="1593"/>
                    <a:pt x="1951" y="1544"/>
                    <a:pt x="1853" y="1544"/>
                  </a:cubicBezTo>
                  <a:cubicBezTo>
                    <a:pt x="1761" y="1544"/>
                    <a:pt x="1670" y="1587"/>
                    <a:pt x="1622" y="1681"/>
                  </a:cubicBezTo>
                  <a:cubicBezTo>
                    <a:pt x="1" y="4769"/>
                    <a:pt x="1535" y="9206"/>
                    <a:pt x="5005" y="10187"/>
                  </a:cubicBezTo>
                  <a:cubicBezTo>
                    <a:pt x="4233" y="11091"/>
                    <a:pt x="3214" y="11612"/>
                    <a:pt x="2018" y="11814"/>
                  </a:cubicBezTo>
                  <a:cubicBezTo>
                    <a:pt x="1806" y="11849"/>
                    <a:pt x="1774" y="12179"/>
                    <a:pt x="1959" y="12273"/>
                  </a:cubicBezTo>
                  <a:cubicBezTo>
                    <a:pt x="3122" y="12861"/>
                    <a:pt x="4376" y="13142"/>
                    <a:pt x="5626" y="13142"/>
                  </a:cubicBezTo>
                  <a:cubicBezTo>
                    <a:pt x="7673" y="13142"/>
                    <a:pt x="9706" y="12389"/>
                    <a:pt x="11305" y="10997"/>
                  </a:cubicBezTo>
                  <a:cubicBezTo>
                    <a:pt x="12557" y="9905"/>
                    <a:pt x="13642" y="8444"/>
                    <a:pt x="14300" y="6918"/>
                  </a:cubicBezTo>
                  <a:cubicBezTo>
                    <a:pt x="14613" y="6195"/>
                    <a:pt x="14831" y="5427"/>
                    <a:pt x="14873" y="4634"/>
                  </a:cubicBezTo>
                  <a:cubicBezTo>
                    <a:pt x="14894" y="4279"/>
                    <a:pt x="14780" y="3893"/>
                    <a:pt x="14814" y="3549"/>
                  </a:cubicBezTo>
                  <a:cubicBezTo>
                    <a:pt x="14891" y="2787"/>
                    <a:pt x="15568" y="2064"/>
                    <a:pt x="16031" y="1508"/>
                  </a:cubicBezTo>
                  <a:cubicBezTo>
                    <a:pt x="16180" y="1327"/>
                    <a:pt x="16052" y="1107"/>
                    <a:pt x="15859" y="1107"/>
                  </a:cubicBezTo>
                  <a:cubicBezTo>
                    <a:pt x="15822" y="1107"/>
                    <a:pt x="15783" y="1114"/>
                    <a:pt x="15743" y="1132"/>
                  </a:cubicBezTo>
                  <a:cubicBezTo>
                    <a:pt x="15461" y="1257"/>
                    <a:pt x="15197" y="1344"/>
                    <a:pt x="14921" y="1418"/>
                  </a:cubicBezTo>
                  <a:cubicBezTo>
                    <a:pt x="15054" y="1035"/>
                    <a:pt x="15176" y="652"/>
                    <a:pt x="15305" y="270"/>
                  </a:cubicBezTo>
                  <a:cubicBezTo>
                    <a:pt x="15354" y="130"/>
                    <a:pt x="15225" y="0"/>
                    <a:pt x="150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54"/>
          <p:cNvGrpSpPr/>
          <p:nvPr/>
        </p:nvGrpSpPr>
        <p:grpSpPr>
          <a:xfrm>
            <a:off x="7928094" y="1550038"/>
            <a:ext cx="540125" cy="536775"/>
            <a:chOff x="4602800" y="1958175"/>
            <a:chExt cx="540125" cy="536775"/>
          </a:xfrm>
        </p:grpSpPr>
        <p:sp>
          <p:nvSpPr>
            <p:cNvPr id="1069" name="Google Shape;1069;p54"/>
            <p:cNvSpPr/>
            <p:nvPr/>
          </p:nvSpPr>
          <p:spPr>
            <a:xfrm>
              <a:off x="4602800" y="1972825"/>
              <a:ext cx="524550" cy="513100"/>
            </a:xfrm>
            <a:custGeom>
              <a:rect b="b" l="l" r="r" t="t"/>
              <a:pathLst>
                <a:path extrusionOk="0" h="20524" w="20982">
                  <a:moveTo>
                    <a:pt x="15326" y="0"/>
                  </a:moveTo>
                  <a:cubicBezTo>
                    <a:pt x="15115" y="0"/>
                    <a:pt x="14906" y="4"/>
                    <a:pt x="14702" y="10"/>
                  </a:cubicBezTo>
                  <a:cubicBezTo>
                    <a:pt x="12724" y="201"/>
                    <a:pt x="10769" y="228"/>
                    <a:pt x="8783" y="228"/>
                  </a:cubicBezTo>
                  <a:cubicBezTo>
                    <a:pt x="8381" y="228"/>
                    <a:pt x="7978" y="227"/>
                    <a:pt x="7574" y="226"/>
                  </a:cubicBezTo>
                  <a:cubicBezTo>
                    <a:pt x="6654" y="221"/>
                    <a:pt x="5728" y="166"/>
                    <a:pt x="4806" y="166"/>
                  </a:cubicBezTo>
                  <a:cubicBezTo>
                    <a:pt x="4481" y="166"/>
                    <a:pt x="4156" y="173"/>
                    <a:pt x="3832" y="191"/>
                  </a:cubicBezTo>
                  <a:cubicBezTo>
                    <a:pt x="1910" y="302"/>
                    <a:pt x="908" y="1133"/>
                    <a:pt x="644" y="3084"/>
                  </a:cubicBezTo>
                  <a:cubicBezTo>
                    <a:pt x="0" y="7865"/>
                    <a:pt x="664" y="12730"/>
                    <a:pt x="1239" y="17483"/>
                  </a:cubicBezTo>
                  <a:cubicBezTo>
                    <a:pt x="1353" y="18429"/>
                    <a:pt x="1481" y="19650"/>
                    <a:pt x="2379" y="20151"/>
                  </a:cubicBezTo>
                  <a:cubicBezTo>
                    <a:pt x="2953" y="20470"/>
                    <a:pt x="3829" y="20439"/>
                    <a:pt x="4476" y="20484"/>
                  </a:cubicBezTo>
                  <a:cubicBezTo>
                    <a:pt x="4893" y="20511"/>
                    <a:pt x="5314" y="20524"/>
                    <a:pt x="5734" y="20524"/>
                  </a:cubicBezTo>
                  <a:cubicBezTo>
                    <a:pt x="6448" y="20524"/>
                    <a:pt x="7163" y="20487"/>
                    <a:pt x="7869" y="20422"/>
                  </a:cubicBezTo>
                  <a:cubicBezTo>
                    <a:pt x="8941" y="20324"/>
                    <a:pt x="10005" y="20175"/>
                    <a:pt x="11069" y="20029"/>
                  </a:cubicBezTo>
                  <a:cubicBezTo>
                    <a:pt x="10894" y="18774"/>
                    <a:pt x="10898" y="17522"/>
                    <a:pt x="10873" y="16249"/>
                  </a:cubicBezTo>
                  <a:cubicBezTo>
                    <a:pt x="10857" y="15470"/>
                    <a:pt x="10877" y="14577"/>
                    <a:pt x="10686" y="13815"/>
                  </a:cubicBezTo>
                  <a:cubicBezTo>
                    <a:pt x="10411" y="12744"/>
                    <a:pt x="9472" y="12869"/>
                    <a:pt x="8482" y="12786"/>
                  </a:cubicBezTo>
                  <a:cubicBezTo>
                    <a:pt x="8290" y="12768"/>
                    <a:pt x="8074" y="12619"/>
                    <a:pt x="8095" y="12399"/>
                  </a:cubicBezTo>
                  <a:cubicBezTo>
                    <a:pt x="8186" y="11481"/>
                    <a:pt x="8304" y="10605"/>
                    <a:pt x="8290" y="9681"/>
                  </a:cubicBezTo>
                  <a:cubicBezTo>
                    <a:pt x="8286" y="9549"/>
                    <a:pt x="8398" y="9458"/>
                    <a:pt x="8523" y="9448"/>
                  </a:cubicBezTo>
                  <a:cubicBezTo>
                    <a:pt x="9208" y="9403"/>
                    <a:pt x="9883" y="9392"/>
                    <a:pt x="10568" y="9392"/>
                  </a:cubicBezTo>
                  <a:cubicBezTo>
                    <a:pt x="10262" y="7639"/>
                    <a:pt x="10401" y="5181"/>
                    <a:pt x="11531" y="3828"/>
                  </a:cubicBezTo>
                  <a:cubicBezTo>
                    <a:pt x="12507" y="2658"/>
                    <a:pt x="14064" y="2385"/>
                    <a:pt x="15555" y="2385"/>
                  </a:cubicBezTo>
                  <a:cubicBezTo>
                    <a:pt x="16014" y="2385"/>
                    <a:pt x="16466" y="2411"/>
                    <a:pt x="16893" y="2444"/>
                  </a:cubicBezTo>
                  <a:cubicBezTo>
                    <a:pt x="17091" y="2458"/>
                    <a:pt x="17244" y="2597"/>
                    <a:pt x="17251" y="2802"/>
                  </a:cubicBezTo>
                  <a:cubicBezTo>
                    <a:pt x="17296" y="3887"/>
                    <a:pt x="17299" y="4983"/>
                    <a:pt x="17411" y="6060"/>
                  </a:cubicBezTo>
                  <a:cubicBezTo>
                    <a:pt x="17432" y="6273"/>
                    <a:pt x="17221" y="6440"/>
                    <a:pt x="17019" y="6440"/>
                  </a:cubicBezTo>
                  <a:cubicBezTo>
                    <a:pt x="16956" y="6440"/>
                    <a:pt x="16894" y="6424"/>
                    <a:pt x="16840" y="6387"/>
                  </a:cubicBezTo>
                  <a:cubicBezTo>
                    <a:pt x="16611" y="6230"/>
                    <a:pt x="16359" y="6158"/>
                    <a:pt x="16107" y="6158"/>
                  </a:cubicBezTo>
                  <a:cubicBezTo>
                    <a:pt x="15682" y="6158"/>
                    <a:pt x="15259" y="6360"/>
                    <a:pt x="14949" y="6690"/>
                  </a:cubicBezTo>
                  <a:cubicBezTo>
                    <a:pt x="14312" y="7365"/>
                    <a:pt x="14320" y="8408"/>
                    <a:pt x="14479" y="9273"/>
                  </a:cubicBezTo>
                  <a:cubicBezTo>
                    <a:pt x="15029" y="9127"/>
                    <a:pt x="15582" y="9037"/>
                    <a:pt x="16145" y="8944"/>
                  </a:cubicBezTo>
                  <a:cubicBezTo>
                    <a:pt x="16172" y="8939"/>
                    <a:pt x="16199" y="8937"/>
                    <a:pt x="16225" y="8937"/>
                  </a:cubicBezTo>
                  <a:cubicBezTo>
                    <a:pt x="16436" y="8937"/>
                    <a:pt x="16606" y="9073"/>
                    <a:pt x="16618" y="9305"/>
                  </a:cubicBezTo>
                  <a:cubicBezTo>
                    <a:pt x="16670" y="10310"/>
                    <a:pt x="16723" y="11315"/>
                    <a:pt x="16774" y="12319"/>
                  </a:cubicBezTo>
                  <a:cubicBezTo>
                    <a:pt x="16785" y="12502"/>
                    <a:pt x="16609" y="12711"/>
                    <a:pt x="16419" y="12711"/>
                  </a:cubicBezTo>
                  <a:cubicBezTo>
                    <a:pt x="16409" y="12711"/>
                    <a:pt x="16399" y="12710"/>
                    <a:pt x="16389" y="12709"/>
                  </a:cubicBezTo>
                  <a:cubicBezTo>
                    <a:pt x="15919" y="12646"/>
                    <a:pt x="15450" y="12584"/>
                    <a:pt x="14980" y="12518"/>
                  </a:cubicBezTo>
                  <a:lnTo>
                    <a:pt x="14980" y="12518"/>
                  </a:lnTo>
                  <a:cubicBezTo>
                    <a:pt x="14810" y="14827"/>
                    <a:pt x="15081" y="17160"/>
                    <a:pt x="15471" y="19434"/>
                  </a:cubicBezTo>
                  <a:cubicBezTo>
                    <a:pt x="15477" y="19486"/>
                    <a:pt x="15477" y="19531"/>
                    <a:pt x="15467" y="19576"/>
                  </a:cubicBezTo>
                  <a:cubicBezTo>
                    <a:pt x="15541" y="19575"/>
                    <a:pt x="15614" y="19575"/>
                    <a:pt x="15688" y="19575"/>
                  </a:cubicBezTo>
                  <a:cubicBezTo>
                    <a:pt x="15867" y="19575"/>
                    <a:pt x="16047" y="19577"/>
                    <a:pt x="16228" y="19580"/>
                  </a:cubicBezTo>
                  <a:cubicBezTo>
                    <a:pt x="16411" y="19582"/>
                    <a:pt x="16594" y="19585"/>
                    <a:pt x="16777" y="19585"/>
                  </a:cubicBezTo>
                  <a:cubicBezTo>
                    <a:pt x="17379" y="19585"/>
                    <a:pt x="17977" y="19558"/>
                    <a:pt x="18538" y="19417"/>
                  </a:cubicBezTo>
                  <a:cubicBezTo>
                    <a:pt x="19932" y="19066"/>
                    <a:pt x="20485" y="17734"/>
                    <a:pt x="20662" y="16437"/>
                  </a:cubicBezTo>
                  <a:cubicBezTo>
                    <a:pt x="20982" y="14121"/>
                    <a:pt x="20968" y="11781"/>
                    <a:pt x="20898" y="9451"/>
                  </a:cubicBezTo>
                  <a:cubicBezTo>
                    <a:pt x="20860" y="8199"/>
                    <a:pt x="20788" y="6951"/>
                    <a:pt x="20669" y="5706"/>
                  </a:cubicBezTo>
                  <a:cubicBezTo>
                    <a:pt x="20554" y="4506"/>
                    <a:pt x="20571" y="3018"/>
                    <a:pt x="20175" y="1884"/>
                  </a:cubicBezTo>
                  <a:cubicBezTo>
                    <a:pt x="19634" y="332"/>
                    <a:pt x="17353" y="0"/>
                    <a:pt x="15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4"/>
            <p:cNvSpPr/>
            <p:nvPr/>
          </p:nvSpPr>
          <p:spPr>
            <a:xfrm>
              <a:off x="4815875" y="2049525"/>
              <a:ext cx="203250" cy="422550"/>
            </a:xfrm>
            <a:custGeom>
              <a:rect b="b" l="l" r="r" t="t"/>
              <a:pathLst>
                <a:path extrusionOk="0" h="16902" w="8130">
                  <a:moveTo>
                    <a:pt x="6601" y="0"/>
                  </a:moveTo>
                  <a:cubicBezTo>
                    <a:pt x="5670" y="0"/>
                    <a:pt x="4741" y="124"/>
                    <a:pt x="3961" y="601"/>
                  </a:cubicBezTo>
                  <a:cubicBezTo>
                    <a:pt x="2125" y="1716"/>
                    <a:pt x="2034" y="4738"/>
                    <a:pt x="2796" y="6505"/>
                  </a:cubicBezTo>
                  <a:cubicBezTo>
                    <a:pt x="2894" y="6732"/>
                    <a:pt x="2791" y="7048"/>
                    <a:pt x="2506" y="7048"/>
                  </a:cubicBezTo>
                  <a:cubicBezTo>
                    <a:pt x="2498" y="7048"/>
                    <a:pt x="2491" y="7048"/>
                    <a:pt x="2483" y="7047"/>
                  </a:cubicBezTo>
                  <a:cubicBezTo>
                    <a:pt x="2166" y="7032"/>
                    <a:pt x="1453" y="6876"/>
                    <a:pt x="895" y="6876"/>
                  </a:cubicBezTo>
                  <a:cubicBezTo>
                    <a:pt x="590" y="6876"/>
                    <a:pt x="331" y="6923"/>
                    <a:pt x="209" y="7065"/>
                  </a:cubicBezTo>
                  <a:cubicBezTo>
                    <a:pt x="0" y="7315"/>
                    <a:pt x="191" y="8365"/>
                    <a:pt x="296" y="8973"/>
                  </a:cubicBezTo>
                  <a:cubicBezTo>
                    <a:pt x="1005" y="9033"/>
                    <a:pt x="1694" y="9172"/>
                    <a:pt x="2382" y="9394"/>
                  </a:cubicBezTo>
                  <a:cubicBezTo>
                    <a:pt x="2517" y="9436"/>
                    <a:pt x="2647" y="9572"/>
                    <a:pt x="2636" y="9724"/>
                  </a:cubicBezTo>
                  <a:cubicBezTo>
                    <a:pt x="2424" y="12127"/>
                    <a:pt x="3136" y="14495"/>
                    <a:pt x="2984" y="16901"/>
                  </a:cubicBezTo>
                  <a:cubicBezTo>
                    <a:pt x="4099" y="16749"/>
                    <a:pt x="5216" y="16609"/>
                    <a:pt x="6343" y="16533"/>
                  </a:cubicBezTo>
                  <a:cubicBezTo>
                    <a:pt x="6335" y="16505"/>
                    <a:pt x="6332" y="16481"/>
                    <a:pt x="6328" y="16449"/>
                  </a:cubicBezTo>
                  <a:cubicBezTo>
                    <a:pt x="6207" y="14008"/>
                    <a:pt x="6144" y="11533"/>
                    <a:pt x="5738" y="9119"/>
                  </a:cubicBezTo>
                  <a:cubicBezTo>
                    <a:pt x="5701" y="8915"/>
                    <a:pt x="5822" y="8631"/>
                    <a:pt x="6067" y="8631"/>
                  </a:cubicBezTo>
                  <a:cubicBezTo>
                    <a:pt x="6079" y="8631"/>
                    <a:pt x="6092" y="8631"/>
                    <a:pt x="6106" y="8633"/>
                  </a:cubicBezTo>
                  <a:cubicBezTo>
                    <a:pt x="6558" y="8688"/>
                    <a:pt x="7007" y="8751"/>
                    <a:pt x="7458" y="8810"/>
                  </a:cubicBezTo>
                  <a:cubicBezTo>
                    <a:pt x="7428" y="8097"/>
                    <a:pt x="7396" y="7381"/>
                    <a:pt x="7365" y="6664"/>
                  </a:cubicBezTo>
                  <a:cubicBezTo>
                    <a:pt x="6829" y="6748"/>
                    <a:pt x="6293" y="6818"/>
                    <a:pt x="5744" y="6828"/>
                  </a:cubicBezTo>
                  <a:cubicBezTo>
                    <a:pt x="5598" y="6828"/>
                    <a:pt x="5466" y="6699"/>
                    <a:pt x="5470" y="6550"/>
                  </a:cubicBezTo>
                  <a:cubicBezTo>
                    <a:pt x="5484" y="5301"/>
                    <a:pt x="5213" y="3591"/>
                    <a:pt x="6353" y="2697"/>
                  </a:cubicBezTo>
                  <a:cubicBezTo>
                    <a:pt x="6714" y="2412"/>
                    <a:pt x="7135" y="2272"/>
                    <a:pt x="7553" y="2272"/>
                  </a:cubicBezTo>
                  <a:cubicBezTo>
                    <a:pt x="7748" y="2272"/>
                    <a:pt x="7943" y="2302"/>
                    <a:pt x="8129" y="2363"/>
                  </a:cubicBezTo>
                  <a:cubicBezTo>
                    <a:pt x="8116" y="1599"/>
                    <a:pt x="8067" y="830"/>
                    <a:pt x="8029" y="68"/>
                  </a:cubicBezTo>
                  <a:cubicBezTo>
                    <a:pt x="7566" y="34"/>
                    <a:pt x="7083" y="0"/>
                    <a:pt x="66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4"/>
            <p:cNvSpPr/>
            <p:nvPr/>
          </p:nvSpPr>
          <p:spPr>
            <a:xfrm>
              <a:off x="4630175" y="1965500"/>
              <a:ext cx="501350" cy="524300"/>
            </a:xfrm>
            <a:custGeom>
              <a:rect b="b" l="l" r="r" t="t"/>
              <a:pathLst>
                <a:path extrusionOk="0" h="20972" w="20054">
                  <a:moveTo>
                    <a:pt x="17136" y="1"/>
                  </a:moveTo>
                  <a:cubicBezTo>
                    <a:pt x="16823" y="1"/>
                    <a:pt x="16475" y="94"/>
                    <a:pt x="16086" y="300"/>
                  </a:cubicBezTo>
                  <a:cubicBezTo>
                    <a:pt x="16045" y="320"/>
                    <a:pt x="16037" y="370"/>
                    <a:pt x="16055" y="404"/>
                  </a:cubicBezTo>
                  <a:cubicBezTo>
                    <a:pt x="16146" y="418"/>
                    <a:pt x="16233" y="432"/>
                    <a:pt x="16319" y="446"/>
                  </a:cubicBezTo>
                  <a:cubicBezTo>
                    <a:pt x="16545" y="453"/>
                    <a:pt x="16737" y="495"/>
                    <a:pt x="16900" y="564"/>
                  </a:cubicBezTo>
                  <a:cubicBezTo>
                    <a:pt x="17936" y="829"/>
                    <a:pt x="18778" y="1315"/>
                    <a:pt x="19080" y="2177"/>
                  </a:cubicBezTo>
                  <a:cubicBezTo>
                    <a:pt x="19476" y="3311"/>
                    <a:pt x="19459" y="4799"/>
                    <a:pt x="19574" y="5999"/>
                  </a:cubicBezTo>
                  <a:cubicBezTo>
                    <a:pt x="19693" y="7244"/>
                    <a:pt x="19765" y="8492"/>
                    <a:pt x="19803" y="9744"/>
                  </a:cubicBezTo>
                  <a:cubicBezTo>
                    <a:pt x="19873" y="12074"/>
                    <a:pt x="19887" y="14414"/>
                    <a:pt x="19567" y="16730"/>
                  </a:cubicBezTo>
                  <a:cubicBezTo>
                    <a:pt x="19390" y="18027"/>
                    <a:pt x="18837" y="19359"/>
                    <a:pt x="17443" y="19710"/>
                  </a:cubicBezTo>
                  <a:cubicBezTo>
                    <a:pt x="16883" y="19849"/>
                    <a:pt x="16284" y="19877"/>
                    <a:pt x="15679" y="19877"/>
                  </a:cubicBezTo>
                  <a:cubicBezTo>
                    <a:pt x="15499" y="19877"/>
                    <a:pt x="15315" y="19873"/>
                    <a:pt x="15133" y="19873"/>
                  </a:cubicBezTo>
                  <a:cubicBezTo>
                    <a:pt x="14949" y="19869"/>
                    <a:pt x="14769" y="19866"/>
                    <a:pt x="14588" y="19866"/>
                  </a:cubicBezTo>
                  <a:cubicBezTo>
                    <a:pt x="14514" y="19866"/>
                    <a:pt x="14445" y="19866"/>
                    <a:pt x="14372" y="19869"/>
                  </a:cubicBezTo>
                  <a:cubicBezTo>
                    <a:pt x="14382" y="19824"/>
                    <a:pt x="14382" y="19779"/>
                    <a:pt x="14376" y="19727"/>
                  </a:cubicBezTo>
                  <a:cubicBezTo>
                    <a:pt x="14316" y="19380"/>
                    <a:pt x="14257" y="19032"/>
                    <a:pt x="14205" y="18684"/>
                  </a:cubicBezTo>
                  <a:cubicBezTo>
                    <a:pt x="14069" y="18701"/>
                    <a:pt x="13934" y="18722"/>
                    <a:pt x="13798" y="18743"/>
                  </a:cubicBezTo>
                  <a:cubicBezTo>
                    <a:pt x="13771" y="18746"/>
                    <a:pt x="13739" y="18754"/>
                    <a:pt x="13708" y="18757"/>
                  </a:cubicBezTo>
                  <a:cubicBezTo>
                    <a:pt x="13726" y="19108"/>
                    <a:pt x="13739" y="19460"/>
                    <a:pt x="13756" y="19810"/>
                  </a:cubicBezTo>
                  <a:cubicBezTo>
                    <a:pt x="13760" y="19842"/>
                    <a:pt x="13763" y="19866"/>
                    <a:pt x="13771" y="19894"/>
                  </a:cubicBezTo>
                  <a:cubicBezTo>
                    <a:pt x="12644" y="19970"/>
                    <a:pt x="11527" y="20110"/>
                    <a:pt x="10412" y="20262"/>
                  </a:cubicBezTo>
                  <a:cubicBezTo>
                    <a:pt x="10436" y="19911"/>
                    <a:pt x="10439" y="19564"/>
                    <a:pt x="10429" y="19216"/>
                  </a:cubicBezTo>
                  <a:lnTo>
                    <a:pt x="10429" y="19216"/>
                  </a:lnTo>
                  <a:cubicBezTo>
                    <a:pt x="10241" y="19233"/>
                    <a:pt x="10054" y="19254"/>
                    <a:pt x="9866" y="19268"/>
                  </a:cubicBezTo>
                  <a:cubicBezTo>
                    <a:pt x="9890" y="19619"/>
                    <a:pt x="9924" y="19970"/>
                    <a:pt x="9974" y="20322"/>
                  </a:cubicBezTo>
                  <a:cubicBezTo>
                    <a:pt x="8910" y="20468"/>
                    <a:pt x="7846" y="20617"/>
                    <a:pt x="6774" y="20715"/>
                  </a:cubicBezTo>
                  <a:cubicBezTo>
                    <a:pt x="6075" y="20781"/>
                    <a:pt x="5366" y="20819"/>
                    <a:pt x="4660" y="20819"/>
                  </a:cubicBezTo>
                  <a:cubicBezTo>
                    <a:pt x="4233" y="20819"/>
                    <a:pt x="3805" y="20805"/>
                    <a:pt x="3381" y="20777"/>
                  </a:cubicBezTo>
                  <a:cubicBezTo>
                    <a:pt x="2734" y="20732"/>
                    <a:pt x="1858" y="20763"/>
                    <a:pt x="1284" y="20444"/>
                  </a:cubicBezTo>
                  <a:cubicBezTo>
                    <a:pt x="675" y="20106"/>
                    <a:pt x="422" y="19431"/>
                    <a:pt x="282" y="18739"/>
                  </a:cubicBezTo>
                  <a:cubicBezTo>
                    <a:pt x="272" y="18736"/>
                    <a:pt x="258" y="18736"/>
                    <a:pt x="248" y="18736"/>
                  </a:cubicBezTo>
                  <a:cubicBezTo>
                    <a:pt x="139" y="18736"/>
                    <a:pt x="28" y="18813"/>
                    <a:pt x="25" y="18938"/>
                  </a:cubicBezTo>
                  <a:cubicBezTo>
                    <a:pt x="1" y="20290"/>
                    <a:pt x="911" y="20909"/>
                    <a:pt x="2167" y="20958"/>
                  </a:cubicBezTo>
                  <a:cubicBezTo>
                    <a:pt x="2459" y="20968"/>
                    <a:pt x="2755" y="20972"/>
                    <a:pt x="3050" y="20972"/>
                  </a:cubicBezTo>
                  <a:cubicBezTo>
                    <a:pt x="4946" y="20972"/>
                    <a:pt x="6913" y="20767"/>
                    <a:pt x="8774" y="20569"/>
                  </a:cubicBezTo>
                  <a:cubicBezTo>
                    <a:pt x="10922" y="20339"/>
                    <a:pt x="13079" y="20252"/>
                    <a:pt x="15231" y="20060"/>
                  </a:cubicBezTo>
                  <a:cubicBezTo>
                    <a:pt x="16772" y="19922"/>
                    <a:pt x="18329" y="19919"/>
                    <a:pt x="19181" y="18388"/>
                  </a:cubicBezTo>
                  <a:cubicBezTo>
                    <a:pt x="20054" y="16820"/>
                    <a:pt x="19831" y="14570"/>
                    <a:pt x="19855" y="12849"/>
                  </a:cubicBezTo>
                  <a:cubicBezTo>
                    <a:pt x="19887" y="10697"/>
                    <a:pt x="19852" y="8541"/>
                    <a:pt x="19755" y="6392"/>
                  </a:cubicBezTo>
                  <a:cubicBezTo>
                    <a:pt x="19688" y="4942"/>
                    <a:pt x="19407" y="1"/>
                    <a:pt x="17136"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4"/>
            <p:cNvSpPr/>
            <p:nvPr/>
          </p:nvSpPr>
          <p:spPr>
            <a:xfrm>
              <a:off x="4637225" y="1975575"/>
              <a:ext cx="490125" cy="510425"/>
            </a:xfrm>
            <a:custGeom>
              <a:rect b="b" l="l" r="r" t="t"/>
              <a:pathLst>
                <a:path extrusionOk="0" h="20417" w="19605">
                  <a:moveTo>
                    <a:pt x="15773" y="1"/>
                  </a:moveTo>
                  <a:lnTo>
                    <a:pt x="15773" y="1"/>
                  </a:lnTo>
                  <a:cubicBezTo>
                    <a:pt x="15784" y="25"/>
                    <a:pt x="15808" y="46"/>
                    <a:pt x="15839" y="46"/>
                  </a:cubicBezTo>
                  <a:lnTo>
                    <a:pt x="15843" y="46"/>
                  </a:lnTo>
                  <a:cubicBezTo>
                    <a:pt x="15888" y="43"/>
                    <a:pt x="15933" y="43"/>
                    <a:pt x="15978" y="43"/>
                  </a:cubicBezTo>
                  <a:lnTo>
                    <a:pt x="16037" y="43"/>
                  </a:lnTo>
                  <a:cubicBezTo>
                    <a:pt x="15951" y="29"/>
                    <a:pt x="15864" y="15"/>
                    <a:pt x="15773" y="1"/>
                  </a:cubicBezTo>
                  <a:close/>
                  <a:moveTo>
                    <a:pt x="16618" y="161"/>
                  </a:moveTo>
                  <a:lnTo>
                    <a:pt x="16618" y="161"/>
                  </a:lnTo>
                  <a:cubicBezTo>
                    <a:pt x="17769" y="672"/>
                    <a:pt x="17428" y="2658"/>
                    <a:pt x="17418" y="3756"/>
                  </a:cubicBezTo>
                  <a:cubicBezTo>
                    <a:pt x="17408" y="5245"/>
                    <a:pt x="17456" y="6733"/>
                    <a:pt x="17432" y="8224"/>
                  </a:cubicBezTo>
                  <a:cubicBezTo>
                    <a:pt x="17411" y="9633"/>
                    <a:pt x="17341" y="11038"/>
                    <a:pt x="17247" y="12446"/>
                  </a:cubicBezTo>
                  <a:cubicBezTo>
                    <a:pt x="17157" y="13757"/>
                    <a:pt x="17254" y="15426"/>
                    <a:pt x="16803" y="16678"/>
                  </a:cubicBezTo>
                  <a:cubicBezTo>
                    <a:pt x="16339" y="17961"/>
                    <a:pt x="15105" y="18118"/>
                    <a:pt x="13923" y="18281"/>
                  </a:cubicBezTo>
                  <a:cubicBezTo>
                    <a:pt x="13975" y="18629"/>
                    <a:pt x="14034" y="18977"/>
                    <a:pt x="14094" y="19324"/>
                  </a:cubicBezTo>
                  <a:cubicBezTo>
                    <a:pt x="14100" y="19376"/>
                    <a:pt x="14100" y="19421"/>
                    <a:pt x="14090" y="19466"/>
                  </a:cubicBezTo>
                  <a:cubicBezTo>
                    <a:pt x="14163" y="19463"/>
                    <a:pt x="14232" y="19463"/>
                    <a:pt x="14306" y="19463"/>
                  </a:cubicBezTo>
                  <a:cubicBezTo>
                    <a:pt x="14487" y="19463"/>
                    <a:pt x="14667" y="19466"/>
                    <a:pt x="14851" y="19470"/>
                  </a:cubicBezTo>
                  <a:cubicBezTo>
                    <a:pt x="15033" y="19470"/>
                    <a:pt x="15217" y="19474"/>
                    <a:pt x="15397" y="19474"/>
                  </a:cubicBezTo>
                  <a:cubicBezTo>
                    <a:pt x="16002" y="19474"/>
                    <a:pt x="16601" y="19446"/>
                    <a:pt x="17161" y="19307"/>
                  </a:cubicBezTo>
                  <a:cubicBezTo>
                    <a:pt x="18555" y="18956"/>
                    <a:pt x="19108" y="17624"/>
                    <a:pt x="19285" y="16327"/>
                  </a:cubicBezTo>
                  <a:cubicBezTo>
                    <a:pt x="19605" y="14011"/>
                    <a:pt x="19591" y="11671"/>
                    <a:pt x="19521" y="9341"/>
                  </a:cubicBezTo>
                  <a:cubicBezTo>
                    <a:pt x="19483" y="8089"/>
                    <a:pt x="19411" y="6841"/>
                    <a:pt x="19292" y="5596"/>
                  </a:cubicBezTo>
                  <a:cubicBezTo>
                    <a:pt x="19177" y="4396"/>
                    <a:pt x="19194" y="2908"/>
                    <a:pt x="18798" y="1774"/>
                  </a:cubicBezTo>
                  <a:cubicBezTo>
                    <a:pt x="18496" y="912"/>
                    <a:pt x="17654" y="426"/>
                    <a:pt x="16618" y="161"/>
                  </a:cubicBezTo>
                  <a:close/>
                  <a:moveTo>
                    <a:pt x="0" y="18336"/>
                  </a:moveTo>
                  <a:lnTo>
                    <a:pt x="0" y="18336"/>
                  </a:lnTo>
                  <a:cubicBezTo>
                    <a:pt x="140" y="19028"/>
                    <a:pt x="393" y="19703"/>
                    <a:pt x="1002" y="20041"/>
                  </a:cubicBezTo>
                  <a:cubicBezTo>
                    <a:pt x="1576" y="20360"/>
                    <a:pt x="2452" y="20329"/>
                    <a:pt x="3099" y="20374"/>
                  </a:cubicBezTo>
                  <a:cubicBezTo>
                    <a:pt x="3523" y="20402"/>
                    <a:pt x="3951" y="20416"/>
                    <a:pt x="4378" y="20416"/>
                  </a:cubicBezTo>
                  <a:cubicBezTo>
                    <a:pt x="5084" y="20416"/>
                    <a:pt x="5793" y="20378"/>
                    <a:pt x="6492" y="20312"/>
                  </a:cubicBezTo>
                  <a:cubicBezTo>
                    <a:pt x="7564" y="20214"/>
                    <a:pt x="8628" y="20065"/>
                    <a:pt x="9692" y="19919"/>
                  </a:cubicBezTo>
                  <a:cubicBezTo>
                    <a:pt x="9642" y="19567"/>
                    <a:pt x="9608" y="19216"/>
                    <a:pt x="9584" y="18865"/>
                  </a:cubicBezTo>
                  <a:cubicBezTo>
                    <a:pt x="9385" y="18882"/>
                    <a:pt x="9188" y="18900"/>
                    <a:pt x="8989" y="18911"/>
                  </a:cubicBezTo>
                  <a:cubicBezTo>
                    <a:pt x="7493" y="19007"/>
                    <a:pt x="6002" y="19119"/>
                    <a:pt x="4507" y="19219"/>
                  </a:cubicBezTo>
                  <a:cubicBezTo>
                    <a:pt x="4027" y="19254"/>
                    <a:pt x="3070" y="19415"/>
                    <a:pt x="2173" y="19415"/>
                  </a:cubicBezTo>
                  <a:cubicBezTo>
                    <a:pt x="1204" y="19415"/>
                    <a:pt x="303" y="19227"/>
                    <a:pt x="150" y="18479"/>
                  </a:cubicBezTo>
                  <a:cubicBezTo>
                    <a:pt x="133" y="18392"/>
                    <a:pt x="70" y="18347"/>
                    <a:pt x="0" y="1833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4"/>
            <p:cNvSpPr/>
            <p:nvPr/>
          </p:nvSpPr>
          <p:spPr>
            <a:xfrm>
              <a:off x="4890450" y="2434400"/>
              <a:ext cx="84000" cy="37675"/>
            </a:xfrm>
            <a:custGeom>
              <a:rect b="b" l="l" r="r" t="t"/>
              <a:pathLst>
                <a:path extrusionOk="0" h="1507" w="3360">
                  <a:moveTo>
                    <a:pt x="3297" y="1"/>
                  </a:moveTo>
                  <a:cubicBezTo>
                    <a:pt x="2209" y="171"/>
                    <a:pt x="1116" y="341"/>
                    <a:pt x="18" y="460"/>
                  </a:cubicBezTo>
                  <a:cubicBezTo>
                    <a:pt x="28" y="808"/>
                    <a:pt x="25" y="1155"/>
                    <a:pt x="1" y="1506"/>
                  </a:cubicBezTo>
                  <a:cubicBezTo>
                    <a:pt x="1116" y="1354"/>
                    <a:pt x="2233" y="1214"/>
                    <a:pt x="3360" y="1138"/>
                  </a:cubicBezTo>
                  <a:cubicBezTo>
                    <a:pt x="3352" y="1110"/>
                    <a:pt x="3349" y="1086"/>
                    <a:pt x="3345" y="1054"/>
                  </a:cubicBezTo>
                  <a:cubicBezTo>
                    <a:pt x="3328" y="704"/>
                    <a:pt x="3315" y="352"/>
                    <a:pt x="32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4"/>
            <p:cNvSpPr/>
            <p:nvPr/>
          </p:nvSpPr>
          <p:spPr>
            <a:xfrm>
              <a:off x="4602800" y="1958175"/>
              <a:ext cx="540125" cy="536775"/>
            </a:xfrm>
            <a:custGeom>
              <a:rect b="b" l="l" r="r" t="t"/>
              <a:pathLst>
                <a:path extrusionOk="0" h="21471" w="21605">
                  <a:moveTo>
                    <a:pt x="15124" y="3654"/>
                  </a:moveTo>
                  <a:cubicBezTo>
                    <a:pt x="15606" y="3654"/>
                    <a:pt x="16089" y="3688"/>
                    <a:pt x="16552" y="3722"/>
                  </a:cubicBezTo>
                  <a:cubicBezTo>
                    <a:pt x="16590" y="4484"/>
                    <a:pt x="16639" y="5253"/>
                    <a:pt x="16652" y="6017"/>
                  </a:cubicBezTo>
                  <a:cubicBezTo>
                    <a:pt x="16466" y="5956"/>
                    <a:pt x="16271" y="5926"/>
                    <a:pt x="16076" y="5926"/>
                  </a:cubicBezTo>
                  <a:cubicBezTo>
                    <a:pt x="15658" y="5926"/>
                    <a:pt x="15237" y="6066"/>
                    <a:pt x="14876" y="6351"/>
                  </a:cubicBezTo>
                  <a:cubicBezTo>
                    <a:pt x="13736" y="7245"/>
                    <a:pt x="14007" y="8955"/>
                    <a:pt x="13993" y="10204"/>
                  </a:cubicBezTo>
                  <a:cubicBezTo>
                    <a:pt x="13989" y="10353"/>
                    <a:pt x="14121" y="10482"/>
                    <a:pt x="14267" y="10482"/>
                  </a:cubicBezTo>
                  <a:cubicBezTo>
                    <a:pt x="14816" y="10472"/>
                    <a:pt x="15352" y="10402"/>
                    <a:pt x="15888" y="10318"/>
                  </a:cubicBezTo>
                  <a:cubicBezTo>
                    <a:pt x="15919" y="11035"/>
                    <a:pt x="15951" y="11751"/>
                    <a:pt x="15981" y="12464"/>
                  </a:cubicBezTo>
                  <a:cubicBezTo>
                    <a:pt x="15530" y="12405"/>
                    <a:pt x="15081" y="12342"/>
                    <a:pt x="14629" y="12287"/>
                  </a:cubicBezTo>
                  <a:cubicBezTo>
                    <a:pt x="14615" y="12285"/>
                    <a:pt x="14602" y="12285"/>
                    <a:pt x="14590" y="12285"/>
                  </a:cubicBezTo>
                  <a:cubicBezTo>
                    <a:pt x="14345" y="12285"/>
                    <a:pt x="14224" y="12569"/>
                    <a:pt x="14261" y="12773"/>
                  </a:cubicBezTo>
                  <a:cubicBezTo>
                    <a:pt x="14667" y="15187"/>
                    <a:pt x="14730" y="17662"/>
                    <a:pt x="14851" y="20103"/>
                  </a:cubicBezTo>
                  <a:cubicBezTo>
                    <a:pt x="14855" y="20135"/>
                    <a:pt x="14858" y="20159"/>
                    <a:pt x="14866" y="20187"/>
                  </a:cubicBezTo>
                  <a:cubicBezTo>
                    <a:pt x="13739" y="20263"/>
                    <a:pt x="12622" y="20403"/>
                    <a:pt x="11507" y="20555"/>
                  </a:cubicBezTo>
                  <a:cubicBezTo>
                    <a:pt x="11659" y="18149"/>
                    <a:pt x="10947" y="15781"/>
                    <a:pt x="11159" y="13378"/>
                  </a:cubicBezTo>
                  <a:cubicBezTo>
                    <a:pt x="11170" y="13226"/>
                    <a:pt x="11040" y="13090"/>
                    <a:pt x="10905" y="13048"/>
                  </a:cubicBezTo>
                  <a:cubicBezTo>
                    <a:pt x="10217" y="12826"/>
                    <a:pt x="9528" y="12687"/>
                    <a:pt x="8819" y="12627"/>
                  </a:cubicBezTo>
                  <a:cubicBezTo>
                    <a:pt x="8714" y="12019"/>
                    <a:pt x="8523" y="10969"/>
                    <a:pt x="8732" y="10719"/>
                  </a:cubicBezTo>
                  <a:cubicBezTo>
                    <a:pt x="8854" y="10577"/>
                    <a:pt x="9113" y="10530"/>
                    <a:pt x="9418" y="10530"/>
                  </a:cubicBezTo>
                  <a:cubicBezTo>
                    <a:pt x="9976" y="10530"/>
                    <a:pt x="10689" y="10686"/>
                    <a:pt x="11006" y="10701"/>
                  </a:cubicBezTo>
                  <a:cubicBezTo>
                    <a:pt x="11014" y="10702"/>
                    <a:pt x="11021" y="10702"/>
                    <a:pt x="11029" y="10702"/>
                  </a:cubicBezTo>
                  <a:cubicBezTo>
                    <a:pt x="11314" y="10702"/>
                    <a:pt x="11417" y="10386"/>
                    <a:pt x="11319" y="10159"/>
                  </a:cubicBezTo>
                  <a:cubicBezTo>
                    <a:pt x="10557" y="8392"/>
                    <a:pt x="10648" y="5370"/>
                    <a:pt x="12484" y="4255"/>
                  </a:cubicBezTo>
                  <a:cubicBezTo>
                    <a:pt x="13264" y="3778"/>
                    <a:pt x="14193" y="3654"/>
                    <a:pt x="15124" y="3654"/>
                  </a:cubicBezTo>
                  <a:close/>
                  <a:moveTo>
                    <a:pt x="15326" y="586"/>
                  </a:moveTo>
                  <a:cubicBezTo>
                    <a:pt x="17353" y="586"/>
                    <a:pt x="19634" y="918"/>
                    <a:pt x="20175" y="2470"/>
                  </a:cubicBezTo>
                  <a:cubicBezTo>
                    <a:pt x="20571" y="3604"/>
                    <a:pt x="20554" y="5092"/>
                    <a:pt x="20669" y="6292"/>
                  </a:cubicBezTo>
                  <a:cubicBezTo>
                    <a:pt x="20788" y="7537"/>
                    <a:pt x="20860" y="8785"/>
                    <a:pt x="20898" y="10037"/>
                  </a:cubicBezTo>
                  <a:cubicBezTo>
                    <a:pt x="20968" y="12367"/>
                    <a:pt x="20982" y="14707"/>
                    <a:pt x="20662" y="17023"/>
                  </a:cubicBezTo>
                  <a:cubicBezTo>
                    <a:pt x="20485" y="18320"/>
                    <a:pt x="19932" y="19652"/>
                    <a:pt x="18538" y="20003"/>
                  </a:cubicBezTo>
                  <a:cubicBezTo>
                    <a:pt x="17974" y="20144"/>
                    <a:pt x="17372" y="20171"/>
                    <a:pt x="16768" y="20171"/>
                  </a:cubicBezTo>
                  <a:cubicBezTo>
                    <a:pt x="16405" y="20171"/>
                    <a:pt x="16042" y="20161"/>
                    <a:pt x="15685" y="20161"/>
                  </a:cubicBezTo>
                  <a:cubicBezTo>
                    <a:pt x="15612" y="20161"/>
                    <a:pt x="15540" y="20161"/>
                    <a:pt x="15467" y="20162"/>
                  </a:cubicBezTo>
                  <a:cubicBezTo>
                    <a:pt x="15477" y="20117"/>
                    <a:pt x="15477" y="20072"/>
                    <a:pt x="15471" y="20020"/>
                  </a:cubicBezTo>
                  <a:cubicBezTo>
                    <a:pt x="15081" y="17746"/>
                    <a:pt x="14810" y="15413"/>
                    <a:pt x="14980" y="13104"/>
                  </a:cubicBezTo>
                  <a:lnTo>
                    <a:pt x="14980" y="13104"/>
                  </a:lnTo>
                  <a:cubicBezTo>
                    <a:pt x="15450" y="13170"/>
                    <a:pt x="15919" y="13232"/>
                    <a:pt x="16389" y="13295"/>
                  </a:cubicBezTo>
                  <a:cubicBezTo>
                    <a:pt x="16399" y="13296"/>
                    <a:pt x="16409" y="13297"/>
                    <a:pt x="16419" y="13297"/>
                  </a:cubicBezTo>
                  <a:cubicBezTo>
                    <a:pt x="16609" y="13297"/>
                    <a:pt x="16785" y="13088"/>
                    <a:pt x="16774" y="12905"/>
                  </a:cubicBezTo>
                  <a:cubicBezTo>
                    <a:pt x="16723" y="11901"/>
                    <a:pt x="16670" y="10896"/>
                    <a:pt x="16618" y="9891"/>
                  </a:cubicBezTo>
                  <a:cubicBezTo>
                    <a:pt x="16606" y="9659"/>
                    <a:pt x="16436" y="9523"/>
                    <a:pt x="16225" y="9523"/>
                  </a:cubicBezTo>
                  <a:cubicBezTo>
                    <a:pt x="16199" y="9523"/>
                    <a:pt x="16172" y="9525"/>
                    <a:pt x="16145" y="9530"/>
                  </a:cubicBezTo>
                  <a:cubicBezTo>
                    <a:pt x="15582" y="9623"/>
                    <a:pt x="15029" y="9713"/>
                    <a:pt x="14479" y="9859"/>
                  </a:cubicBezTo>
                  <a:cubicBezTo>
                    <a:pt x="14320" y="8994"/>
                    <a:pt x="14312" y="7951"/>
                    <a:pt x="14949" y="7276"/>
                  </a:cubicBezTo>
                  <a:cubicBezTo>
                    <a:pt x="15259" y="6946"/>
                    <a:pt x="15682" y="6744"/>
                    <a:pt x="16107" y="6744"/>
                  </a:cubicBezTo>
                  <a:cubicBezTo>
                    <a:pt x="16359" y="6744"/>
                    <a:pt x="16611" y="6816"/>
                    <a:pt x="16840" y="6973"/>
                  </a:cubicBezTo>
                  <a:cubicBezTo>
                    <a:pt x="16894" y="7010"/>
                    <a:pt x="16956" y="7026"/>
                    <a:pt x="17019" y="7026"/>
                  </a:cubicBezTo>
                  <a:cubicBezTo>
                    <a:pt x="17221" y="7026"/>
                    <a:pt x="17432" y="6859"/>
                    <a:pt x="17411" y="6646"/>
                  </a:cubicBezTo>
                  <a:cubicBezTo>
                    <a:pt x="17299" y="5569"/>
                    <a:pt x="17296" y="4473"/>
                    <a:pt x="17251" y="3388"/>
                  </a:cubicBezTo>
                  <a:cubicBezTo>
                    <a:pt x="17244" y="3183"/>
                    <a:pt x="17091" y="3044"/>
                    <a:pt x="16893" y="3030"/>
                  </a:cubicBezTo>
                  <a:cubicBezTo>
                    <a:pt x="16466" y="2997"/>
                    <a:pt x="16014" y="2971"/>
                    <a:pt x="15555" y="2971"/>
                  </a:cubicBezTo>
                  <a:cubicBezTo>
                    <a:pt x="14064" y="2971"/>
                    <a:pt x="12507" y="3244"/>
                    <a:pt x="11531" y="4414"/>
                  </a:cubicBezTo>
                  <a:cubicBezTo>
                    <a:pt x="10401" y="5767"/>
                    <a:pt x="10262" y="8225"/>
                    <a:pt x="10568" y="9978"/>
                  </a:cubicBezTo>
                  <a:cubicBezTo>
                    <a:pt x="9883" y="9978"/>
                    <a:pt x="9208" y="9989"/>
                    <a:pt x="8523" y="10034"/>
                  </a:cubicBezTo>
                  <a:cubicBezTo>
                    <a:pt x="8398" y="10044"/>
                    <a:pt x="8286" y="10135"/>
                    <a:pt x="8290" y="10267"/>
                  </a:cubicBezTo>
                  <a:cubicBezTo>
                    <a:pt x="8304" y="11191"/>
                    <a:pt x="8186" y="12067"/>
                    <a:pt x="8095" y="12985"/>
                  </a:cubicBezTo>
                  <a:cubicBezTo>
                    <a:pt x="8074" y="13205"/>
                    <a:pt x="8290" y="13354"/>
                    <a:pt x="8482" y="13372"/>
                  </a:cubicBezTo>
                  <a:cubicBezTo>
                    <a:pt x="9472" y="13455"/>
                    <a:pt x="10411" y="13330"/>
                    <a:pt x="10686" y="14401"/>
                  </a:cubicBezTo>
                  <a:cubicBezTo>
                    <a:pt x="10877" y="15163"/>
                    <a:pt x="10857" y="16056"/>
                    <a:pt x="10873" y="16835"/>
                  </a:cubicBezTo>
                  <a:cubicBezTo>
                    <a:pt x="10898" y="18108"/>
                    <a:pt x="10894" y="19360"/>
                    <a:pt x="11069" y="20615"/>
                  </a:cubicBezTo>
                  <a:cubicBezTo>
                    <a:pt x="10005" y="20761"/>
                    <a:pt x="8941" y="20910"/>
                    <a:pt x="7869" y="21008"/>
                  </a:cubicBezTo>
                  <a:cubicBezTo>
                    <a:pt x="7163" y="21073"/>
                    <a:pt x="6448" y="21110"/>
                    <a:pt x="5734" y="21110"/>
                  </a:cubicBezTo>
                  <a:cubicBezTo>
                    <a:pt x="5314" y="21110"/>
                    <a:pt x="4893" y="21097"/>
                    <a:pt x="4476" y="21070"/>
                  </a:cubicBezTo>
                  <a:cubicBezTo>
                    <a:pt x="3829" y="21025"/>
                    <a:pt x="2953" y="21056"/>
                    <a:pt x="2379" y="20737"/>
                  </a:cubicBezTo>
                  <a:cubicBezTo>
                    <a:pt x="1481" y="20236"/>
                    <a:pt x="1353" y="19015"/>
                    <a:pt x="1242" y="18069"/>
                  </a:cubicBezTo>
                  <a:cubicBezTo>
                    <a:pt x="664" y="13316"/>
                    <a:pt x="0" y="8451"/>
                    <a:pt x="644" y="3670"/>
                  </a:cubicBezTo>
                  <a:cubicBezTo>
                    <a:pt x="908" y="1719"/>
                    <a:pt x="1910" y="888"/>
                    <a:pt x="3832" y="777"/>
                  </a:cubicBezTo>
                  <a:cubicBezTo>
                    <a:pt x="4156" y="759"/>
                    <a:pt x="4481" y="752"/>
                    <a:pt x="4806" y="752"/>
                  </a:cubicBezTo>
                  <a:cubicBezTo>
                    <a:pt x="5728" y="752"/>
                    <a:pt x="6654" y="807"/>
                    <a:pt x="7574" y="812"/>
                  </a:cubicBezTo>
                  <a:cubicBezTo>
                    <a:pt x="7978" y="813"/>
                    <a:pt x="8381" y="814"/>
                    <a:pt x="8783" y="814"/>
                  </a:cubicBezTo>
                  <a:cubicBezTo>
                    <a:pt x="10769" y="814"/>
                    <a:pt x="12724" y="787"/>
                    <a:pt x="14702" y="596"/>
                  </a:cubicBezTo>
                  <a:cubicBezTo>
                    <a:pt x="14906" y="590"/>
                    <a:pt x="15115" y="586"/>
                    <a:pt x="15326" y="586"/>
                  </a:cubicBezTo>
                  <a:close/>
                  <a:moveTo>
                    <a:pt x="15739" y="0"/>
                  </a:moveTo>
                  <a:cubicBezTo>
                    <a:pt x="15262" y="0"/>
                    <a:pt x="14796" y="35"/>
                    <a:pt x="14327" y="103"/>
                  </a:cubicBezTo>
                  <a:cubicBezTo>
                    <a:pt x="11994" y="220"/>
                    <a:pt x="9658" y="364"/>
                    <a:pt x="7325" y="364"/>
                  </a:cubicBezTo>
                  <a:cubicBezTo>
                    <a:pt x="6913" y="364"/>
                    <a:pt x="6501" y="360"/>
                    <a:pt x="6089" y="350"/>
                  </a:cubicBezTo>
                  <a:cubicBezTo>
                    <a:pt x="5368" y="332"/>
                    <a:pt x="4423" y="186"/>
                    <a:pt x="3507" y="186"/>
                  </a:cubicBezTo>
                  <a:cubicBezTo>
                    <a:pt x="2308" y="186"/>
                    <a:pt x="1160" y="436"/>
                    <a:pt x="629" y="1546"/>
                  </a:cubicBezTo>
                  <a:cubicBezTo>
                    <a:pt x="150" y="2554"/>
                    <a:pt x="220" y="4094"/>
                    <a:pt x="136" y="5179"/>
                  </a:cubicBezTo>
                  <a:cubicBezTo>
                    <a:pt x="8" y="6862"/>
                    <a:pt x="14" y="8545"/>
                    <a:pt x="24" y="10231"/>
                  </a:cubicBezTo>
                  <a:cubicBezTo>
                    <a:pt x="42" y="13414"/>
                    <a:pt x="258" y="16689"/>
                    <a:pt x="780" y="19832"/>
                  </a:cubicBezTo>
                  <a:cubicBezTo>
                    <a:pt x="887" y="20486"/>
                    <a:pt x="1064" y="20938"/>
                    <a:pt x="1735" y="21130"/>
                  </a:cubicBezTo>
                  <a:cubicBezTo>
                    <a:pt x="2864" y="21454"/>
                    <a:pt x="4286" y="21470"/>
                    <a:pt x="5510" y="21470"/>
                  </a:cubicBezTo>
                  <a:cubicBezTo>
                    <a:pt x="5651" y="21470"/>
                    <a:pt x="5790" y="21470"/>
                    <a:pt x="5925" y="21470"/>
                  </a:cubicBezTo>
                  <a:cubicBezTo>
                    <a:pt x="9031" y="21467"/>
                    <a:pt x="12108" y="20969"/>
                    <a:pt x="15206" y="20872"/>
                  </a:cubicBezTo>
                  <a:cubicBezTo>
                    <a:pt x="15322" y="20868"/>
                    <a:pt x="15441" y="20867"/>
                    <a:pt x="15563" y="20867"/>
                  </a:cubicBezTo>
                  <a:cubicBezTo>
                    <a:pt x="16044" y="20867"/>
                    <a:pt x="16562" y="20890"/>
                    <a:pt x="17080" y="20890"/>
                  </a:cubicBezTo>
                  <a:cubicBezTo>
                    <a:pt x="18619" y="20890"/>
                    <a:pt x="20158" y="20683"/>
                    <a:pt x="20728" y="19039"/>
                  </a:cubicBezTo>
                  <a:cubicBezTo>
                    <a:pt x="21075" y="18031"/>
                    <a:pt x="21114" y="16832"/>
                    <a:pt x="21215" y="15781"/>
                  </a:cubicBezTo>
                  <a:cubicBezTo>
                    <a:pt x="21372" y="14123"/>
                    <a:pt x="21514" y="12454"/>
                    <a:pt x="21559" y="10788"/>
                  </a:cubicBezTo>
                  <a:cubicBezTo>
                    <a:pt x="21605" y="9039"/>
                    <a:pt x="21528" y="7283"/>
                    <a:pt x="21378" y="5545"/>
                  </a:cubicBezTo>
                  <a:cubicBezTo>
                    <a:pt x="21274" y="4314"/>
                    <a:pt x="21385" y="2223"/>
                    <a:pt x="20540" y="1226"/>
                  </a:cubicBezTo>
                  <a:cubicBezTo>
                    <a:pt x="19820" y="377"/>
                    <a:pt x="18169" y="238"/>
                    <a:pt x="17153" y="99"/>
                  </a:cubicBezTo>
                  <a:cubicBezTo>
                    <a:pt x="16665" y="33"/>
                    <a:pt x="16198" y="0"/>
                    <a:pt x="15739"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54"/>
          <p:cNvGrpSpPr/>
          <p:nvPr/>
        </p:nvGrpSpPr>
        <p:grpSpPr>
          <a:xfrm>
            <a:off x="7917531" y="582388"/>
            <a:ext cx="561250" cy="553725"/>
            <a:chOff x="7084313" y="582388"/>
            <a:chExt cx="561250" cy="553725"/>
          </a:xfrm>
        </p:grpSpPr>
        <p:sp>
          <p:nvSpPr>
            <p:cNvPr id="1076" name="Google Shape;1076;p54"/>
            <p:cNvSpPr/>
            <p:nvPr/>
          </p:nvSpPr>
          <p:spPr>
            <a:xfrm>
              <a:off x="7324063" y="797213"/>
              <a:ext cx="226300" cy="228775"/>
            </a:xfrm>
            <a:custGeom>
              <a:rect b="b" l="l" r="r" t="t"/>
              <a:pathLst>
                <a:path extrusionOk="0" h="9151" w="9052">
                  <a:moveTo>
                    <a:pt x="1180" y="1"/>
                  </a:moveTo>
                  <a:cubicBezTo>
                    <a:pt x="722" y="1"/>
                    <a:pt x="388" y="247"/>
                    <a:pt x="574" y="966"/>
                  </a:cubicBezTo>
                  <a:cubicBezTo>
                    <a:pt x="607" y="1098"/>
                    <a:pt x="500" y="1204"/>
                    <a:pt x="386" y="1204"/>
                  </a:cubicBezTo>
                  <a:cubicBezTo>
                    <a:pt x="367" y="1204"/>
                    <a:pt x="349" y="1201"/>
                    <a:pt x="331" y="1196"/>
                  </a:cubicBezTo>
                  <a:lnTo>
                    <a:pt x="331" y="1196"/>
                  </a:lnTo>
                  <a:cubicBezTo>
                    <a:pt x="515" y="2816"/>
                    <a:pt x="289" y="4586"/>
                    <a:pt x="261" y="6168"/>
                  </a:cubicBezTo>
                  <a:cubicBezTo>
                    <a:pt x="258" y="6436"/>
                    <a:pt x="0" y="8814"/>
                    <a:pt x="206" y="8960"/>
                  </a:cubicBezTo>
                  <a:cubicBezTo>
                    <a:pt x="251" y="8993"/>
                    <a:pt x="336" y="9005"/>
                    <a:pt x="440" y="9005"/>
                  </a:cubicBezTo>
                  <a:cubicBezTo>
                    <a:pt x="687" y="9005"/>
                    <a:pt x="1038" y="8938"/>
                    <a:pt x="1204" y="8928"/>
                  </a:cubicBezTo>
                  <a:cubicBezTo>
                    <a:pt x="1781" y="8887"/>
                    <a:pt x="2382" y="8946"/>
                    <a:pt x="2664" y="8310"/>
                  </a:cubicBezTo>
                  <a:cubicBezTo>
                    <a:pt x="2970" y="7618"/>
                    <a:pt x="2640" y="6189"/>
                    <a:pt x="2657" y="5438"/>
                  </a:cubicBezTo>
                  <a:cubicBezTo>
                    <a:pt x="2671" y="4829"/>
                    <a:pt x="2692" y="4255"/>
                    <a:pt x="2924" y="3685"/>
                  </a:cubicBezTo>
                  <a:cubicBezTo>
                    <a:pt x="3273" y="2829"/>
                    <a:pt x="4004" y="2104"/>
                    <a:pt x="4937" y="2104"/>
                  </a:cubicBezTo>
                  <a:cubicBezTo>
                    <a:pt x="5046" y="2104"/>
                    <a:pt x="5158" y="2114"/>
                    <a:pt x="5272" y="2135"/>
                  </a:cubicBezTo>
                  <a:cubicBezTo>
                    <a:pt x="6339" y="2322"/>
                    <a:pt x="6569" y="3237"/>
                    <a:pt x="6646" y="4182"/>
                  </a:cubicBezTo>
                  <a:cubicBezTo>
                    <a:pt x="6722" y="5118"/>
                    <a:pt x="6739" y="6060"/>
                    <a:pt x="6777" y="6999"/>
                  </a:cubicBezTo>
                  <a:cubicBezTo>
                    <a:pt x="6792" y="7364"/>
                    <a:pt x="6715" y="8060"/>
                    <a:pt x="6830" y="8407"/>
                  </a:cubicBezTo>
                  <a:cubicBezTo>
                    <a:pt x="6993" y="8905"/>
                    <a:pt x="7356" y="9151"/>
                    <a:pt x="7730" y="9151"/>
                  </a:cubicBezTo>
                  <a:cubicBezTo>
                    <a:pt x="8103" y="9151"/>
                    <a:pt x="8487" y="8906"/>
                    <a:pt x="8694" y="8421"/>
                  </a:cubicBezTo>
                  <a:cubicBezTo>
                    <a:pt x="9031" y="7628"/>
                    <a:pt x="8965" y="6307"/>
                    <a:pt x="9003" y="5444"/>
                  </a:cubicBezTo>
                  <a:cubicBezTo>
                    <a:pt x="9052" y="4359"/>
                    <a:pt x="8979" y="3209"/>
                    <a:pt x="8638" y="2173"/>
                  </a:cubicBezTo>
                  <a:cubicBezTo>
                    <a:pt x="8169" y="762"/>
                    <a:pt x="6996" y="13"/>
                    <a:pt x="5783" y="13"/>
                  </a:cubicBezTo>
                  <a:cubicBezTo>
                    <a:pt x="4897" y="13"/>
                    <a:pt x="3990" y="412"/>
                    <a:pt x="3321" y="1244"/>
                  </a:cubicBezTo>
                  <a:cubicBezTo>
                    <a:pt x="3261" y="1318"/>
                    <a:pt x="3182" y="1350"/>
                    <a:pt x="3100" y="1350"/>
                  </a:cubicBezTo>
                  <a:cubicBezTo>
                    <a:pt x="2888" y="1350"/>
                    <a:pt x="2663" y="1136"/>
                    <a:pt x="2744" y="907"/>
                  </a:cubicBezTo>
                  <a:cubicBezTo>
                    <a:pt x="2864" y="571"/>
                    <a:pt x="1877" y="1"/>
                    <a:pt x="1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4"/>
            <p:cNvSpPr/>
            <p:nvPr/>
          </p:nvSpPr>
          <p:spPr>
            <a:xfrm>
              <a:off x="7212788" y="691563"/>
              <a:ext cx="60450" cy="57525"/>
            </a:xfrm>
            <a:custGeom>
              <a:rect b="b" l="l" r="r" t="t"/>
              <a:pathLst>
                <a:path extrusionOk="0" h="2301" w="2418">
                  <a:moveTo>
                    <a:pt x="1151" y="0"/>
                  </a:moveTo>
                  <a:cubicBezTo>
                    <a:pt x="1088" y="0"/>
                    <a:pt x="1025" y="6"/>
                    <a:pt x="964" y="18"/>
                  </a:cubicBezTo>
                  <a:cubicBezTo>
                    <a:pt x="693" y="178"/>
                    <a:pt x="418" y="359"/>
                    <a:pt x="234" y="595"/>
                  </a:cubicBezTo>
                  <a:cubicBezTo>
                    <a:pt x="206" y="654"/>
                    <a:pt x="178" y="717"/>
                    <a:pt x="157" y="787"/>
                  </a:cubicBezTo>
                  <a:cubicBezTo>
                    <a:pt x="147" y="828"/>
                    <a:pt x="115" y="853"/>
                    <a:pt x="81" y="866"/>
                  </a:cubicBezTo>
                  <a:cubicBezTo>
                    <a:pt x="25" y="1002"/>
                    <a:pt x="1" y="1155"/>
                    <a:pt x="15" y="1329"/>
                  </a:cubicBezTo>
                  <a:cubicBezTo>
                    <a:pt x="68" y="1914"/>
                    <a:pt x="555" y="2300"/>
                    <a:pt x="1090" y="2300"/>
                  </a:cubicBezTo>
                  <a:cubicBezTo>
                    <a:pt x="1247" y="2300"/>
                    <a:pt x="1409" y="2267"/>
                    <a:pt x="1565" y="2195"/>
                  </a:cubicBezTo>
                  <a:cubicBezTo>
                    <a:pt x="2268" y="1867"/>
                    <a:pt x="2417" y="870"/>
                    <a:pt x="1882" y="320"/>
                  </a:cubicBezTo>
                  <a:cubicBezTo>
                    <a:pt x="1667" y="100"/>
                    <a:pt x="1407" y="0"/>
                    <a:pt x="11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4"/>
            <p:cNvSpPr/>
            <p:nvPr/>
          </p:nvSpPr>
          <p:spPr>
            <a:xfrm>
              <a:off x="7209388" y="814138"/>
              <a:ext cx="55150" cy="208250"/>
            </a:xfrm>
            <a:custGeom>
              <a:rect b="b" l="l" r="r" t="t"/>
              <a:pathLst>
                <a:path extrusionOk="0" h="8330" w="2206">
                  <a:moveTo>
                    <a:pt x="1135" y="1"/>
                  </a:moveTo>
                  <a:cubicBezTo>
                    <a:pt x="882" y="1"/>
                    <a:pt x="608" y="67"/>
                    <a:pt x="355" y="174"/>
                  </a:cubicBezTo>
                  <a:cubicBezTo>
                    <a:pt x="300" y="223"/>
                    <a:pt x="227" y="254"/>
                    <a:pt x="133" y="265"/>
                  </a:cubicBezTo>
                  <a:cubicBezTo>
                    <a:pt x="116" y="265"/>
                    <a:pt x="98" y="268"/>
                    <a:pt x="81" y="268"/>
                  </a:cubicBezTo>
                  <a:cubicBezTo>
                    <a:pt x="435" y="1575"/>
                    <a:pt x="234" y="3175"/>
                    <a:pt x="213" y="4483"/>
                  </a:cubicBezTo>
                  <a:cubicBezTo>
                    <a:pt x="199" y="5282"/>
                    <a:pt x="1" y="6266"/>
                    <a:pt x="130" y="7046"/>
                  </a:cubicBezTo>
                  <a:cubicBezTo>
                    <a:pt x="238" y="7709"/>
                    <a:pt x="286" y="8214"/>
                    <a:pt x="1207" y="8318"/>
                  </a:cubicBezTo>
                  <a:cubicBezTo>
                    <a:pt x="1275" y="8326"/>
                    <a:pt x="1344" y="8329"/>
                    <a:pt x="1414" y="8329"/>
                  </a:cubicBezTo>
                  <a:cubicBezTo>
                    <a:pt x="1591" y="8329"/>
                    <a:pt x="1773" y="8309"/>
                    <a:pt x="1955" y="8297"/>
                  </a:cubicBezTo>
                  <a:cubicBezTo>
                    <a:pt x="1952" y="6624"/>
                    <a:pt x="1976" y="4955"/>
                    <a:pt x="1983" y="3283"/>
                  </a:cubicBezTo>
                  <a:cubicBezTo>
                    <a:pt x="1987" y="2493"/>
                    <a:pt x="2205" y="1339"/>
                    <a:pt x="1990" y="585"/>
                  </a:cubicBezTo>
                  <a:cubicBezTo>
                    <a:pt x="1871" y="163"/>
                    <a:pt x="1530" y="1"/>
                    <a:pt x="11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4"/>
            <p:cNvSpPr/>
            <p:nvPr/>
          </p:nvSpPr>
          <p:spPr>
            <a:xfrm>
              <a:off x="7126463" y="604988"/>
              <a:ext cx="494400" cy="510400"/>
            </a:xfrm>
            <a:custGeom>
              <a:rect b="b" l="l" r="r" t="t"/>
              <a:pathLst>
                <a:path extrusionOk="0" h="20416" w="19776">
                  <a:moveTo>
                    <a:pt x="4687" y="2735"/>
                  </a:moveTo>
                  <a:cubicBezTo>
                    <a:pt x="5048" y="2735"/>
                    <a:pt x="5415" y="2838"/>
                    <a:pt x="5700" y="3056"/>
                  </a:cubicBezTo>
                  <a:cubicBezTo>
                    <a:pt x="6712" y="3832"/>
                    <a:pt x="6698" y="5529"/>
                    <a:pt x="5609" y="6232"/>
                  </a:cubicBezTo>
                  <a:cubicBezTo>
                    <a:pt x="5280" y="6446"/>
                    <a:pt x="4910" y="6547"/>
                    <a:pt x="4548" y="6547"/>
                  </a:cubicBezTo>
                  <a:cubicBezTo>
                    <a:pt x="3744" y="6547"/>
                    <a:pt x="2974" y="6049"/>
                    <a:pt x="2751" y="5181"/>
                  </a:cubicBezTo>
                  <a:cubicBezTo>
                    <a:pt x="2612" y="4632"/>
                    <a:pt x="2713" y="3989"/>
                    <a:pt x="3109" y="3561"/>
                  </a:cubicBezTo>
                  <a:cubicBezTo>
                    <a:pt x="3213" y="3449"/>
                    <a:pt x="3339" y="3356"/>
                    <a:pt x="3471" y="3279"/>
                  </a:cubicBezTo>
                  <a:cubicBezTo>
                    <a:pt x="3719" y="2925"/>
                    <a:pt x="4198" y="2735"/>
                    <a:pt x="4687" y="2735"/>
                  </a:cubicBezTo>
                  <a:close/>
                  <a:moveTo>
                    <a:pt x="5085" y="7418"/>
                  </a:moveTo>
                  <a:cubicBezTo>
                    <a:pt x="5277" y="7418"/>
                    <a:pt x="5448" y="7440"/>
                    <a:pt x="5578" y="7494"/>
                  </a:cubicBezTo>
                  <a:cubicBezTo>
                    <a:pt x="6187" y="7744"/>
                    <a:pt x="6030" y="8412"/>
                    <a:pt x="6023" y="8951"/>
                  </a:cubicBezTo>
                  <a:cubicBezTo>
                    <a:pt x="5992" y="11649"/>
                    <a:pt x="6062" y="14348"/>
                    <a:pt x="6041" y="17046"/>
                  </a:cubicBezTo>
                  <a:cubicBezTo>
                    <a:pt x="6041" y="17228"/>
                    <a:pt x="5879" y="17429"/>
                    <a:pt x="5683" y="17429"/>
                  </a:cubicBezTo>
                  <a:cubicBezTo>
                    <a:pt x="5673" y="17429"/>
                    <a:pt x="5664" y="17429"/>
                    <a:pt x="5654" y="17428"/>
                  </a:cubicBezTo>
                  <a:cubicBezTo>
                    <a:pt x="4125" y="17282"/>
                    <a:pt x="2678" y="17699"/>
                    <a:pt x="2775" y="15669"/>
                  </a:cubicBezTo>
                  <a:cubicBezTo>
                    <a:pt x="2834" y="14385"/>
                    <a:pt x="2894" y="13106"/>
                    <a:pt x="2908" y="11823"/>
                  </a:cubicBezTo>
                  <a:cubicBezTo>
                    <a:pt x="2921" y="10710"/>
                    <a:pt x="2741" y="9479"/>
                    <a:pt x="3026" y="8394"/>
                  </a:cubicBezTo>
                  <a:cubicBezTo>
                    <a:pt x="3009" y="8349"/>
                    <a:pt x="3001" y="8304"/>
                    <a:pt x="3001" y="8259"/>
                  </a:cubicBezTo>
                  <a:cubicBezTo>
                    <a:pt x="3005" y="8230"/>
                    <a:pt x="3005" y="8203"/>
                    <a:pt x="3009" y="8175"/>
                  </a:cubicBezTo>
                  <a:cubicBezTo>
                    <a:pt x="3019" y="7977"/>
                    <a:pt x="3134" y="7827"/>
                    <a:pt x="3322" y="7761"/>
                  </a:cubicBezTo>
                  <a:cubicBezTo>
                    <a:pt x="3705" y="7627"/>
                    <a:pt x="4493" y="7418"/>
                    <a:pt x="5085" y="7418"/>
                  </a:cubicBezTo>
                  <a:close/>
                  <a:moveTo>
                    <a:pt x="8851" y="6996"/>
                  </a:moveTo>
                  <a:cubicBezTo>
                    <a:pt x="9662" y="6996"/>
                    <a:pt x="10910" y="7195"/>
                    <a:pt x="11287" y="7883"/>
                  </a:cubicBezTo>
                  <a:cubicBezTo>
                    <a:pt x="11966" y="7313"/>
                    <a:pt x="12758" y="7049"/>
                    <a:pt x="13540" y="7049"/>
                  </a:cubicBezTo>
                  <a:cubicBezTo>
                    <a:pt x="15114" y="7049"/>
                    <a:pt x="16651" y="8117"/>
                    <a:pt x="17164" y="9910"/>
                  </a:cubicBezTo>
                  <a:cubicBezTo>
                    <a:pt x="17679" y="11725"/>
                    <a:pt x="17620" y="13759"/>
                    <a:pt x="17411" y="15613"/>
                  </a:cubicBezTo>
                  <a:cubicBezTo>
                    <a:pt x="17272" y="16840"/>
                    <a:pt x="17160" y="17565"/>
                    <a:pt x="15861" y="17565"/>
                  </a:cubicBezTo>
                  <a:cubicBezTo>
                    <a:pt x="15802" y="17565"/>
                    <a:pt x="15740" y="17563"/>
                    <a:pt x="15676" y="17560"/>
                  </a:cubicBezTo>
                  <a:cubicBezTo>
                    <a:pt x="14550" y="17508"/>
                    <a:pt x="14111" y="16927"/>
                    <a:pt x="14046" y="15860"/>
                  </a:cubicBezTo>
                  <a:cubicBezTo>
                    <a:pt x="13983" y="14844"/>
                    <a:pt x="13948" y="13826"/>
                    <a:pt x="13910" y="12810"/>
                  </a:cubicBezTo>
                  <a:cubicBezTo>
                    <a:pt x="13903" y="12581"/>
                    <a:pt x="13916" y="12330"/>
                    <a:pt x="13882" y="12104"/>
                  </a:cubicBezTo>
                  <a:cubicBezTo>
                    <a:pt x="13840" y="11823"/>
                    <a:pt x="13572" y="10661"/>
                    <a:pt x="13315" y="10509"/>
                  </a:cubicBezTo>
                  <a:cubicBezTo>
                    <a:pt x="13132" y="10401"/>
                    <a:pt x="12945" y="10353"/>
                    <a:pt x="12763" y="10353"/>
                  </a:cubicBezTo>
                  <a:cubicBezTo>
                    <a:pt x="11986" y="10353"/>
                    <a:pt x="11271" y="11209"/>
                    <a:pt x="11096" y="11899"/>
                  </a:cubicBezTo>
                  <a:cubicBezTo>
                    <a:pt x="10822" y="12995"/>
                    <a:pt x="11166" y="14142"/>
                    <a:pt x="11250" y="15245"/>
                  </a:cubicBezTo>
                  <a:cubicBezTo>
                    <a:pt x="11284" y="15696"/>
                    <a:pt x="11472" y="16597"/>
                    <a:pt x="11128" y="17001"/>
                  </a:cubicBezTo>
                  <a:cubicBezTo>
                    <a:pt x="10812" y="17376"/>
                    <a:pt x="10001" y="17285"/>
                    <a:pt x="9584" y="17313"/>
                  </a:cubicBezTo>
                  <a:cubicBezTo>
                    <a:pt x="9246" y="17336"/>
                    <a:pt x="8748" y="17460"/>
                    <a:pt x="8313" y="17460"/>
                  </a:cubicBezTo>
                  <a:cubicBezTo>
                    <a:pt x="8095" y="17460"/>
                    <a:pt x="7892" y="17428"/>
                    <a:pt x="7734" y="17338"/>
                  </a:cubicBezTo>
                  <a:cubicBezTo>
                    <a:pt x="7484" y="17195"/>
                    <a:pt x="7432" y="17014"/>
                    <a:pt x="7379" y="16739"/>
                  </a:cubicBezTo>
                  <a:cubicBezTo>
                    <a:pt x="7212" y="15860"/>
                    <a:pt x="7414" y="14754"/>
                    <a:pt x="7442" y="13857"/>
                  </a:cubicBezTo>
                  <a:cubicBezTo>
                    <a:pt x="7490" y="12032"/>
                    <a:pt x="7289" y="9952"/>
                    <a:pt x="7737" y="8168"/>
                  </a:cubicBezTo>
                  <a:cubicBezTo>
                    <a:pt x="7557" y="7588"/>
                    <a:pt x="7828" y="7031"/>
                    <a:pt x="8673" y="6999"/>
                  </a:cubicBezTo>
                  <a:cubicBezTo>
                    <a:pt x="8729" y="6997"/>
                    <a:pt x="8789" y="6996"/>
                    <a:pt x="8851" y="6996"/>
                  </a:cubicBezTo>
                  <a:close/>
                  <a:moveTo>
                    <a:pt x="4622" y="0"/>
                  </a:moveTo>
                  <a:cubicBezTo>
                    <a:pt x="3186" y="4"/>
                    <a:pt x="1496" y="66"/>
                    <a:pt x="706" y="1450"/>
                  </a:cubicBezTo>
                  <a:cubicBezTo>
                    <a:pt x="32" y="2626"/>
                    <a:pt x="167" y="4086"/>
                    <a:pt x="133" y="5393"/>
                  </a:cubicBezTo>
                  <a:cubicBezTo>
                    <a:pt x="60" y="8001"/>
                    <a:pt x="81" y="10613"/>
                    <a:pt x="50" y="13224"/>
                  </a:cubicBezTo>
                  <a:cubicBezTo>
                    <a:pt x="32" y="14552"/>
                    <a:pt x="0" y="15881"/>
                    <a:pt x="0" y="17209"/>
                  </a:cubicBezTo>
                  <a:cubicBezTo>
                    <a:pt x="5" y="18124"/>
                    <a:pt x="63" y="18975"/>
                    <a:pt x="918" y="19497"/>
                  </a:cubicBezTo>
                  <a:cubicBezTo>
                    <a:pt x="1531" y="19872"/>
                    <a:pt x="2199" y="19897"/>
                    <a:pt x="2900" y="19970"/>
                  </a:cubicBezTo>
                  <a:cubicBezTo>
                    <a:pt x="5463" y="20238"/>
                    <a:pt x="8044" y="20390"/>
                    <a:pt x="10624" y="20411"/>
                  </a:cubicBezTo>
                  <a:cubicBezTo>
                    <a:pt x="10899" y="20414"/>
                    <a:pt x="11175" y="20416"/>
                    <a:pt x="11450" y="20416"/>
                  </a:cubicBezTo>
                  <a:cubicBezTo>
                    <a:pt x="12505" y="20416"/>
                    <a:pt x="13559" y="20395"/>
                    <a:pt x="14616" y="20356"/>
                  </a:cubicBezTo>
                  <a:cubicBezTo>
                    <a:pt x="15739" y="20314"/>
                    <a:pt x="17032" y="20387"/>
                    <a:pt x="18096" y="19994"/>
                  </a:cubicBezTo>
                  <a:cubicBezTo>
                    <a:pt x="19751" y="19382"/>
                    <a:pt x="19685" y="17651"/>
                    <a:pt x="19716" y="16184"/>
                  </a:cubicBezTo>
                  <a:cubicBezTo>
                    <a:pt x="19745" y="14893"/>
                    <a:pt x="19775" y="13596"/>
                    <a:pt x="19772" y="12306"/>
                  </a:cubicBezTo>
                  <a:cubicBezTo>
                    <a:pt x="19765" y="9632"/>
                    <a:pt x="19671" y="6954"/>
                    <a:pt x="19595" y="4284"/>
                  </a:cubicBezTo>
                  <a:cubicBezTo>
                    <a:pt x="19563" y="3199"/>
                    <a:pt x="19748" y="1377"/>
                    <a:pt x="18663" y="703"/>
                  </a:cubicBezTo>
                  <a:cubicBezTo>
                    <a:pt x="17655" y="77"/>
                    <a:pt x="15665" y="206"/>
                    <a:pt x="14484" y="135"/>
                  </a:cubicBezTo>
                  <a:cubicBezTo>
                    <a:pt x="13623" y="86"/>
                    <a:pt x="12761" y="73"/>
                    <a:pt x="11900" y="73"/>
                  </a:cubicBezTo>
                  <a:cubicBezTo>
                    <a:pt x="11442" y="73"/>
                    <a:pt x="10984" y="77"/>
                    <a:pt x="10526" y="80"/>
                  </a:cubicBezTo>
                  <a:cubicBezTo>
                    <a:pt x="10032" y="84"/>
                    <a:pt x="9535" y="87"/>
                    <a:pt x="9042" y="87"/>
                  </a:cubicBezTo>
                  <a:cubicBezTo>
                    <a:pt x="8739" y="106"/>
                    <a:pt x="8436" y="114"/>
                    <a:pt x="8131" y="114"/>
                  </a:cubicBezTo>
                  <a:cubicBezTo>
                    <a:pt x="7556" y="114"/>
                    <a:pt x="6978" y="87"/>
                    <a:pt x="6395" y="60"/>
                  </a:cubicBezTo>
                  <a:cubicBezTo>
                    <a:pt x="5805" y="31"/>
                    <a:pt x="5213" y="0"/>
                    <a:pt x="4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4"/>
            <p:cNvSpPr/>
            <p:nvPr/>
          </p:nvSpPr>
          <p:spPr>
            <a:xfrm>
              <a:off x="7111863" y="606388"/>
              <a:ext cx="518225" cy="518625"/>
            </a:xfrm>
            <a:custGeom>
              <a:rect b="b" l="l" r="r" t="t"/>
              <a:pathLst>
                <a:path extrusionOk="0" h="20745" w="20729">
                  <a:moveTo>
                    <a:pt x="18594" y="0"/>
                  </a:moveTo>
                  <a:cubicBezTo>
                    <a:pt x="18454" y="0"/>
                    <a:pt x="18360" y="94"/>
                    <a:pt x="18318" y="209"/>
                  </a:cubicBezTo>
                  <a:cubicBezTo>
                    <a:pt x="18103" y="105"/>
                    <a:pt x="17863" y="42"/>
                    <a:pt x="17599" y="42"/>
                  </a:cubicBezTo>
                  <a:cubicBezTo>
                    <a:pt x="17414" y="42"/>
                    <a:pt x="17220" y="73"/>
                    <a:pt x="17011" y="135"/>
                  </a:cubicBezTo>
                  <a:cubicBezTo>
                    <a:pt x="17004" y="139"/>
                    <a:pt x="17000" y="139"/>
                    <a:pt x="16997" y="142"/>
                  </a:cubicBezTo>
                  <a:cubicBezTo>
                    <a:pt x="17846" y="188"/>
                    <a:pt x="18694" y="306"/>
                    <a:pt x="19247" y="647"/>
                  </a:cubicBezTo>
                  <a:cubicBezTo>
                    <a:pt x="20332" y="1321"/>
                    <a:pt x="20147" y="3143"/>
                    <a:pt x="20179" y="4228"/>
                  </a:cubicBezTo>
                  <a:cubicBezTo>
                    <a:pt x="20255" y="6898"/>
                    <a:pt x="20349" y="9576"/>
                    <a:pt x="20356" y="12250"/>
                  </a:cubicBezTo>
                  <a:cubicBezTo>
                    <a:pt x="20359" y="13540"/>
                    <a:pt x="20329" y="14837"/>
                    <a:pt x="20300" y="16128"/>
                  </a:cubicBezTo>
                  <a:cubicBezTo>
                    <a:pt x="20269" y="17595"/>
                    <a:pt x="20335" y="19326"/>
                    <a:pt x="18680" y="19938"/>
                  </a:cubicBezTo>
                  <a:cubicBezTo>
                    <a:pt x="17616" y="20331"/>
                    <a:pt x="16323" y="20258"/>
                    <a:pt x="15200" y="20300"/>
                  </a:cubicBezTo>
                  <a:cubicBezTo>
                    <a:pt x="14115" y="20338"/>
                    <a:pt x="13030" y="20359"/>
                    <a:pt x="11945" y="20359"/>
                  </a:cubicBezTo>
                  <a:cubicBezTo>
                    <a:pt x="11698" y="20359"/>
                    <a:pt x="11454" y="20359"/>
                    <a:pt x="11208" y="20355"/>
                  </a:cubicBezTo>
                  <a:cubicBezTo>
                    <a:pt x="8628" y="20334"/>
                    <a:pt x="6047" y="20182"/>
                    <a:pt x="3484" y="19914"/>
                  </a:cubicBezTo>
                  <a:cubicBezTo>
                    <a:pt x="2783" y="19841"/>
                    <a:pt x="2115" y="19816"/>
                    <a:pt x="1502" y="19441"/>
                  </a:cubicBezTo>
                  <a:cubicBezTo>
                    <a:pt x="682" y="18940"/>
                    <a:pt x="595" y="18137"/>
                    <a:pt x="584" y="17264"/>
                  </a:cubicBezTo>
                  <a:cubicBezTo>
                    <a:pt x="512" y="17073"/>
                    <a:pt x="446" y="16868"/>
                    <a:pt x="376" y="16662"/>
                  </a:cubicBezTo>
                  <a:cubicBezTo>
                    <a:pt x="362" y="16614"/>
                    <a:pt x="324" y="16593"/>
                    <a:pt x="286" y="16593"/>
                  </a:cubicBezTo>
                  <a:cubicBezTo>
                    <a:pt x="241" y="16593"/>
                    <a:pt x="192" y="16628"/>
                    <a:pt x="185" y="16687"/>
                  </a:cubicBezTo>
                  <a:cubicBezTo>
                    <a:pt x="0" y="18439"/>
                    <a:pt x="571" y="19893"/>
                    <a:pt x="2407" y="20307"/>
                  </a:cubicBezTo>
                  <a:cubicBezTo>
                    <a:pt x="4180" y="20703"/>
                    <a:pt x="6127" y="20745"/>
                    <a:pt x="7995" y="20745"/>
                  </a:cubicBezTo>
                  <a:cubicBezTo>
                    <a:pt x="8228" y="20745"/>
                    <a:pt x="8457" y="20745"/>
                    <a:pt x="8684" y="20742"/>
                  </a:cubicBezTo>
                  <a:lnTo>
                    <a:pt x="9639" y="20742"/>
                  </a:lnTo>
                  <a:cubicBezTo>
                    <a:pt x="11969" y="20742"/>
                    <a:pt x="14344" y="20682"/>
                    <a:pt x="16663" y="20414"/>
                  </a:cubicBezTo>
                  <a:cubicBezTo>
                    <a:pt x="16691" y="20442"/>
                    <a:pt x="16723" y="20467"/>
                    <a:pt x="16764" y="20488"/>
                  </a:cubicBezTo>
                  <a:cubicBezTo>
                    <a:pt x="17025" y="20613"/>
                    <a:pt x="17289" y="20668"/>
                    <a:pt x="17543" y="20668"/>
                  </a:cubicBezTo>
                  <a:cubicBezTo>
                    <a:pt x="18159" y="20668"/>
                    <a:pt x="18732" y="20334"/>
                    <a:pt x="19164" y="19851"/>
                  </a:cubicBezTo>
                  <a:cubicBezTo>
                    <a:pt x="19382" y="19848"/>
                    <a:pt x="19570" y="19653"/>
                    <a:pt x="19727" y="19350"/>
                  </a:cubicBezTo>
                  <a:cubicBezTo>
                    <a:pt x="19835" y="19347"/>
                    <a:pt x="19939" y="19291"/>
                    <a:pt x="20001" y="19159"/>
                  </a:cubicBezTo>
                  <a:cubicBezTo>
                    <a:pt x="20196" y="18756"/>
                    <a:pt x="20339" y="18352"/>
                    <a:pt x="20430" y="17911"/>
                  </a:cubicBezTo>
                  <a:cubicBezTo>
                    <a:pt x="20464" y="17755"/>
                    <a:pt x="20419" y="17630"/>
                    <a:pt x="20339" y="17546"/>
                  </a:cubicBezTo>
                  <a:cubicBezTo>
                    <a:pt x="20391" y="17129"/>
                    <a:pt x="20446" y="16708"/>
                    <a:pt x="20502" y="16290"/>
                  </a:cubicBezTo>
                  <a:cubicBezTo>
                    <a:pt x="20520" y="16144"/>
                    <a:pt x="20457" y="16037"/>
                    <a:pt x="20363" y="15967"/>
                  </a:cubicBezTo>
                  <a:cubicBezTo>
                    <a:pt x="20370" y="15759"/>
                    <a:pt x="20377" y="15553"/>
                    <a:pt x="20380" y="15359"/>
                  </a:cubicBezTo>
                  <a:cubicBezTo>
                    <a:pt x="20440" y="13147"/>
                    <a:pt x="20440" y="10933"/>
                    <a:pt x="20464" y="8721"/>
                  </a:cubicBezTo>
                  <a:cubicBezTo>
                    <a:pt x="20492" y="6722"/>
                    <a:pt x="20728" y="4593"/>
                    <a:pt x="20419" y="2608"/>
                  </a:cubicBezTo>
                  <a:cubicBezTo>
                    <a:pt x="20258" y="1568"/>
                    <a:pt x="19831" y="146"/>
                    <a:pt x="18631" y="4"/>
                  </a:cubicBezTo>
                  <a:cubicBezTo>
                    <a:pt x="18618" y="4"/>
                    <a:pt x="18607" y="0"/>
                    <a:pt x="18594"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4"/>
            <p:cNvSpPr/>
            <p:nvPr/>
          </p:nvSpPr>
          <p:spPr>
            <a:xfrm>
              <a:off x="7126463" y="609938"/>
              <a:ext cx="494400" cy="505425"/>
            </a:xfrm>
            <a:custGeom>
              <a:rect b="b" l="l" r="r" t="t"/>
              <a:pathLst>
                <a:path extrusionOk="0" h="20217" w="19776">
                  <a:moveTo>
                    <a:pt x="16413" y="0"/>
                  </a:moveTo>
                  <a:lnTo>
                    <a:pt x="16413" y="0"/>
                  </a:lnTo>
                  <a:cubicBezTo>
                    <a:pt x="16375" y="25"/>
                    <a:pt x="16378" y="84"/>
                    <a:pt x="16427" y="101"/>
                  </a:cubicBezTo>
                  <a:cubicBezTo>
                    <a:pt x="18395" y="748"/>
                    <a:pt x="17710" y="3780"/>
                    <a:pt x="17713" y="5338"/>
                  </a:cubicBezTo>
                  <a:cubicBezTo>
                    <a:pt x="17717" y="7007"/>
                    <a:pt x="17734" y="8673"/>
                    <a:pt x="17755" y="10338"/>
                  </a:cubicBezTo>
                  <a:cubicBezTo>
                    <a:pt x="17776" y="11927"/>
                    <a:pt x="17793" y="13516"/>
                    <a:pt x="17822" y="15102"/>
                  </a:cubicBezTo>
                  <a:cubicBezTo>
                    <a:pt x="17832" y="15777"/>
                    <a:pt x="17975" y="16844"/>
                    <a:pt x="17877" y="17769"/>
                  </a:cubicBezTo>
                  <a:cubicBezTo>
                    <a:pt x="17400" y="18785"/>
                    <a:pt x="14459" y="18635"/>
                    <a:pt x="13680" y="18684"/>
                  </a:cubicBezTo>
                  <a:cubicBezTo>
                    <a:pt x="12004" y="18788"/>
                    <a:pt x="10328" y="18854"/>
                    <a:pt x="8649" y="18899"/>
                  </a:cubicBezTo>
                  <a:cubicBezTo>
                    <a:pt x="7227" y="18937"/>
                    <a:pt x="5800" y="18965"/>
                    <a:pt x="4378" y="18965"/>
                  </a:cubicBezTo>
                  <a:cubicBezTo>
                    <a:pt x="4208" y="18965"/>
                    <a:pt x="4038" y="18961"/>
                    <a:pt x="3864" y="18961"/>
                  </a:cubicBezTo>
                  <a:lnTo>
                    <a:pt x="3526" y="18961"/>
                  </a:lnTo>
                  <a:cubicBezTo>
                    <a:pt x="3447" y="18961"/>
                    <a:pt x="3370" y="18965"/>
                    <a:pt x="3290" y="18965"/>
                  </a:cubicBezTo>
                  <a:cubicBezTo>
                    <a:pt x="2730" y="18965"/>
                    <a:pt x="2160" y="18948"/>
                    <a:pt x="1628" y="18795"/>
                  </a:cubicBezTo>
                  <a:cubicBezTo>
                    <a:pt x="689" y="18527"/>
                    <a:pt x="300" y="17901"/>
                    <a:pt x="0" y="17122"/>
                  </a:cubicBezTo>
                  <a:lnTo>
                    <a:pt x="0" y="17122"/>
                  </a:lnTo>
                  <a:cubicBezTo>
                    <a:pt x="11" y="17995"/>
                    <a:pt x="98" y="18798"/>
                    <a:pt x="918" y="19299"/>
                  </a:cubicBezTo>
                  <a:cubicBezTo>
                    <a:pt x="1531" y="19674"/>
                    <a:pt x="2199" y="19699"/>
                    <a:pt x="2900" y="19772"/>
                  </a:cubicBezTo>
                  <a:cubicBezTo>
                    <a:pt x="5463" y="20040"/>
                    <a:pt x="8044" y="20192"/>
                    <a:pt x="10624" y="20213"/>
                  </a:cubicBezTo>
                  <a:cubicBezTo>
                    <a:pt x="10870" y="20217"/>
                    <a:pt x="11114" y="20217"/>
                    <a:pt x="11361" y="20217"/>
                  </a:cubicBezTo>
                  <a:cubicBezTo>
                    <a:pt x="12446" y="20217"/>
                    <a:pt x="13531" y="20196"/>
                    <a:pt x="14616" y="20158"/>
                  </a:cubicBezTo>
                  <a:cubicBezTo>
                    <a:pt x="15739" y="20116"/>
                    <a:pt x="17032" y="20189"/>
                    <a:pt x="18096" y="19796"/>
                  </a:cubicBezTo>
                  <a:cubicBezTo>
                    <a:pt x="19751" y="19184"/>
                    <a:pt x="19685" y="17453"/>
                    <a:pt x="19716" y="15986"/>
                  </a:cubicBezTo>
                  <a:cubicBezTo>
                    <a:pt x="19745" y="14695"/>
                    <a:pt x="19775" y="13398"/>
                    <a:pt x="19772" y="12108"/>
                  </a:cubicBezTo>
                  <a:cubicBezTo>
                    <a:pt x="19765" y="9434"/>
                    <a:pt x="19671" y="6756"/>
                    <a:pt x="19595" y="4086"/>
                  </a:cubicBezTo>
                  <a:cubicBezTo>
                    <a:pt x="19563" y="3001"/>
                    <a:pt x="19748" y="1179"/>
                    <a:pt x="18663" y="505"/>
                  </a:cubicBezTo>
                  <a:cubicBezTo>
                    <a:pt x="18110" y="164"/>
                    <a:pt x="17262" y="46"/>
                    <a:pt x="16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4"/>
            <p:cNvSpPr/>
            <p:nvPr/>
          </p:nvSpPr>
          <p:spPr>
            <a:xfrm>
              <a:off x="7084313" y="582388"/>
              <a:ext cx="561250" cy="553725"/>
            </a:xfrm>
            <a:custGeom>
              <a:rect b="b" l="l" r="r" t="t"/>
              <a:pathLst>
                <a:path extrusionOk="0" h="22149" w="22450">
                  <a:moveTo>
                    <a:pt x="6308" y="904"/>
                  </a:moveTo>
                  <a:cubicBezTo>
                    <a:pt x="7486" y="904"/>
                    <a:pt x="8664" y="1018"/>
                    <a:pt x="9825" y="1018"/>
                  </a:cubicBezTo>
                  <a:cubicBezTo>
                    <a:pt x="10127" y="1018"/>
                    <a:pt x="10428" y="1011"/>
                    <a:pt x="10728" y="991"/>
                  </a:cubicBezTo>
                  <a:cubicBezTo>
                    <a:pt x="10779" y="991"/>
                    <a:pt x="10829" y="991"/>
                    <a:pt x="10880" y="991"/>
                  </a:cubicBezTo>
                  <a:cubicBezTo>
                    <a:pt x="11782" y="991"/>
                    <a:pt x="12684" y="977"/>
                    <a:pt x="13587" y="977"/>
                  </a:cubicBezTo>
                  <a:cubicBezTo>
                    <a:pt x="14448" y="977"/>
                    <a:pt x="15310" y="990"/>
                    <a:pt x="16170" y="1039"/>
                  </a:cubicBezTo>
                  <a:cubicBezTo>
                    <a:pt x="17351" y="1110"/>
                    <a:pt x="19341" y="981"/>
                    <a:pt x="20349" y="1607"/>
                  </a:cubicBezTo>
                  <a:cubicBezTo>
                    <a:pt x="21434" y="2281"/>
                    <a:pt x="21249" y="4103"/>
                    <a:pt x="21281" y="5188"/>
                  </a:cubicBezTo>
                  <a:cubicBezTo>
                    <a:pt x="21357" y="7858"/>
                    <a:pt x="21451" y="10536"/>
                    <a:pt x="21458" y="13210"/>
                  </a:cubicBezTo>
                  <a:cubicBezTo>
                    <a:pt x="21461" y="14500"/>
                    <a:pt x="21431" y="15797"/>
                    <a:pt x="21402" y="17088"/>
                  </a:cubicBezTo>
                  <a:cubicBezTo>
                    <a:pt x="21371" y="18555"/>
                    <a:pt x="21437" y="20286"/>
                    <a:pt x="19782" y="20898"/>
                  </a:cubicBezTo>
                  <a:cubicBezTo>
                    <a:pt x="18718" y="21291"/>
                    <a:pt x="17425" y="21218"/>
                    <a:pt x="16302" y="21260"/>
                  </a:cubicBezTo>
                  <a:cubicBezTo>
                    <a:pt x="15245" y="21299"/>
                    <a:pt x="14191" y="21320"/>
                    <a:pt x="13136" y="21320"/>
                  </a:cubicBezTo>
                  <a:cubicBezTo>
                    <a:pt x="12861" y="21320"/>
                    <a:pt x="12585" y="21318"/>
                    <a:pt x="12310" y="21315"/>
                  </a:cubicBezTo>
                  <a:cubicBezTo>
                    <a:pt x="9730" y="21294"/>
                    <a:pt x="7149" y="21142"/>
                    <a:pt x="4586" y="20874"/>
                  </a:cubicBezTo>
                  <a:cubicBezTo>
                    <a:pt x="3885" y="20801"/>
                    <a:pt x="3217" y="20776"/>
                    <a:pt x="2604" y="20401"/>
                  </a:cubicBezTo>
                  <a:cubicBezTo>
                    <a:pt x="1749" y="19879"/>
                    <a:pt x="1691" y="19028"/>
                    <a:pt x="1686" y="18113"/>
                  </a:cubicBezTo>
                  <a:cubicBezTo>
                    <a:pt x="1686" y="16785"/>
                    <a:pt x="1718" y="15456"/>
                    <a:pt x="1736" y="14128"/>
                  </a:cubicBezTo>
                  <a:cubicBezTo>
                    <a:pt x="1767" y="11517"/>
                    <a:pt x="1746" y="8905"/>
                    <a:pt x="1819" y="6297"/>
                  </a:cubicBezTo>
                  <a:cubicBezTo>
                    <a:pt x="1853" y="4990"/>
                    <a:pt x="1718" y="3530"/>
                    <a:pt x="2392" y="2354"/>
                  </a:cubicBezTo>
                  <a:cubicBezTo>
                    <a:pt x="3182" y="970"/>
                    <a:pt x="4872" y="908"/>
                    <a:pt x="6308" y="904"/>
                  </a:cubicBezTo>
                  <a:close/>
                  <a:moveTo>
                    <a:pt x="13864" y="0"/>
                  </a:moveTo>
                  <a:cubicBezTo>
                    <a:pt x="12422" y="0"/>
                    <a:pt x="10986" y="112"/>
                    <a:pt x="9608" y="393"/>
                  </a:cubicBezTo>
                  <a:cubicBezTo>
                    <a:pt x="8389" y="290"/>
                    <a:pt x="7166" y="109"/>
                    <a:pt x="5941" y="109"/>
                  </a:cubicBezTo>
                  <a:cubicBezTo>
                    <a:pt x="5423" y="109"/>
                    <a:pt x="4904" y="141"/>
                    <a:pt x="4385" y="226"/>
                  </a:cubicBezTo>
                  <a:cubicBezTo>
                    <a:pt x="1986" y="619"/>
                    <a:pt x="1370" y="2204"/>
                    <a:pt x="1287" y="4419"/>
                  </a:cubicBezTo>
                  <a:cubicBezTo>
                    <a:pt x="1165" y="7741"/>
                    <a:pt x="1081" y="11061"/>
                    <a:pt x="967" y="14379"/>
                  </a:cubicBezTo>
                  <a:cubicBezTo>
                    <a:pt x="898" y="16378"/>
                    <a:pt x="1" y="20175"/>
                    <a:pt x="2309" y="21294"/>
                  </a:cubicBezTo>
                  <a:cubicBezTo>
                    <a:pt x="3408" y="21827"/>
                    <a:pt x="4893" y="21771"/>
                    <a:pt x="6079" y="21865"/>
                  </a:cubicBezTo>
                  <a:cubicBezTo>
                    <a:pt x="7737" y="21994"/>
                    <a:pt x="9399" y="22056"/>
                    <a:pt x="11062" y="22105"/>
                  </a:cubicBezTo>
                  <a:cubicBezTo>
                    <a:pt x="12032" y="22134"/>
                    <a:pt x="13004" y="22149"/>
                    <a:pt x="13976" y="22149"/>
                  </a:cubicBezTo>
                  <a:cubicBezTo>
                    <a:pt x="14585" y="22149"/>
                    <a:pt x="15193" y="22143"/>
                    <a:pt x="15801" y="22132"/>
                  </a:cubicBezTo>
                  <a:cubicBezTo>
                    <a:pt x="15985" y="22129"/>
                    <a:pt x="16173" y="22128"/>
                    <a:pt x="16364" y="22128"/>
                  </a:cubicBezTo>
                  <a:cubicBezTo>
                    <a:pt x="16536" y="22128"/>
                    <a:pt x="16711" y="22129"/>
                    <a:pt x="16887" y="22129"/>
                  </a:cubicBezTo>
                  <a:cubicBezTo>
                    <a:pt x="17948" y="22129"/>
                    <a:pt x="19054" y="22106"/>
                    <a:pt x="20025" y="21778"/>
                  </a:cubicBezTo>
                  <a:cubicBezTo>
                    <a:pt x="22450" y="20957"/>
                    <a:pt x="21991" y="18102"/>
                    <a:pt x="22021" y="16054"/>
                  </a:cubicBezTo>
                  <a:cubicBezTo>
                    <a:pt x="22077" y="12605"/>
                    <a:pt x="22174" y="9155"/>
                    <a:pt x="22147" y="5706"/>
                  </a:cubicBezTo>
                  <a:cubicBezTo>
                    <a:pt x="22126" y="3352"/>
                    <a:pt x="22262" y="848"/>
                    <a:pt x="19407" y="442"/>
                  </a:cubicBezTo>
                  <a:cubicBezTo>
                    <a:pt x="17628" y="190"/>
                    <a:pt x="15742" y="0"/>
                    <a:pt x="138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4"/>
            <p:cNvSpPr/>
            <p:nvPr/>
          </p:nvSpPr>
          <p:spPr>
            <a:xfrm>
              <a:off x="7191763" y="673338"/>
              <a:ext cx="102500" cy="95325"/>
            </a:xfrm>
            <a:custGeom>
              <a:rect b="b" l="l" r="r" t="t"/>
              <a:pathLst>
                <a:path extrusionOk="0" h="3813" w="4100">
                  <a:moveTo>
                    <a:pt x="1992" y="729"/>
                  </a:moveTo>
                  <a:cubicBezTo>
                    <a:pt x="2248" y="729"/>
                    <a:pt x="2508" y="829"/>
                    <a:pt x="2723" y="1049"/>
                  </a:cubicBezTo>
                  <a:cubicBezTo>
                    <a:pt x="3258" y="1599"/>
                    <a:pt x="3109" y="2596"/>
                    <a:pt x="2406" y="2924"/>
                  </a:cubicBezTo>
                  <a:cubicBezTo>
                    <a:pt x="2250" y="2996"/>
                    <a:pt x="2088" y="3029"/>
                    <a:pt x="1931" y="3029"/>
                  </a:cubicBezTo>
                  <a:cubicBezTo>
                    <a:pt x="1396" y="3029"/>
                    <a:pt x="909" y="2643"/>
                    <a:pt x="856" y="2058"/>
                  </a:cubicBezTo>
                  <a:cubicBezTo>
                    <a:pt x="842" y="1884"/>
                    <a:pt x="866" y="1731"/>
                    <a:pt x="922" y="1595"/>
                  </a:cubicBezTo>
                  <a:cubicBezTo>
                    <a:pt x="956" y="1582"/>
                    <a:pt x="988" y="1557"/>
                    <a:pt x="998" y="1516"/>
                  </a:cubicBezTo>
                  <a:cubicBezTo>
                    <a:pt x="1019" y="1446"/>
                    <a:pt x="1047" y="1383"/>
                    <a:pt x="1075" y="1324"/>
                  </a:cubicBezTo>
                  <a:cubicBezTo>
                    <a:pt x="1259" y="1088"/>
                    <a:pt x="1534" y="907"/>
                    <a:pt x="1805" y="747"/>
                  </a:cubicBezTo>
                  <a:cubicBezTo>
                    <a:pt x="1866" y="735"/>
                    <a:pt x="1929" y="729"/>
                    <a:pt x="1992" y="729"/>
                  </a:cubicBezTo>
                  <a:close/>
                  <a:moveTo>
                    <a:pt x="2075" y="1"/>
                  </a:moveTo>
                  <a:cubicBezTo>
                    <a:pt x="1586" y="1"/>
                    <a:pt x="1107" y="191"/>
                    <a:pt x="859" y="545"/>
                  </a:cubicBezTo>
                  <a:cubicBezTo>
                    <a:pt x="727" y="622"/>
                    <a:pt x="601" y="715"/>
                    <a:pt x="497" y="827"/>
                  </a:cubicBezTo>
                  <a:cubicBezTo>
                    <a:pt x="101" y="1255"/>
                    <a:pt x="0" y="1898"/>
                    <a:pt x="139" y="2447"/>
                  </a:cubicBezTo>
                  <a:cubicBezTo>
                    <a:pt x="362" y="3315"/>
                    <a:pt x="1132" y="3813"/>
                    <a:pt x="1936" y="3813"/>
                  </a:cubicBezTo>
                  <a:cubicBezTo>
                    <a:pt x="2298" y="3813"/>
                    <a:pt x="2668" y="3712"/>
                    <a:pt x="2997" y="3498"/>
                  </a:cubicBezTo>
                  <a:cubicBezTo>
                    <a:pt x="4086" y="2795"/>
                    <a:pt x="4100" y="1098"/>
                    <a:pt x="3088" y="322"/>
                  </a:cubicBezTo>
                  <a:cubicBezTo>
                    <a:pt x="2803" y="104"/>
                    <a:pt x="2436" y="1"/>
                    <a:pt x="20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4"/>
            <p:cNvSpPr/>
            <p:nvPr/>
          </p:nvSpPr>
          <p:spPr>
            <a:xfrm>
              <a:off x="7193413" y="790438"/>
              <a:ext cx="87725" cy="257050"/>
            </a:xfrm>
            <a:custGeom>
              <a:rect b="b" l="l" r="r" t="t"/>
              <a:pathLst>
                <a:path extrusionOk="0" h="10282" w="3509">
                  <a:moveTo>
                    <a:pt x="1774" y="949"/>
                  </a:moveTo>
                  <a:cubicBezTo>
                    <a:pt x="2169" y="949"/>
                    <a:pt x="2510" y="1111"/>
                    <a:pt x="2629" y="1533"/>
                  </a:cubicBezTo>
                  <a:cubicBezTo>
                    <a:pt x="2844" y="2287"/>
                    <a:pt x="2626" y="3441"/>
                    <a:pt x="2622" y="4231"/>
                  </a:cubicBezTo>
                  <a:cubicBezTo>
                    <a:pt x="2615" y="5903"/>
                    <a:pt x="2591" y="7572"/>
                    <a:pt x="2594" y="9245"/>
                  </a:cubicBezTo>
                  <a:cubicBezTo>
                    <a:pt x="2412" y="9257"/>
                    <a:pt x="2230" y="9277"/>
                    <a:pt x="2053" y="9277"/>
                  </a:cubicBezTo>
                  <a:cubicBezTo>
                    <a:pt x="1983" y="9277"/>
                    <a:pt x="1914" y="9274"/>
                    <a:pt x="1846" y="9266"/>
                  </a:cubicBezTo>
                  <a:cubicBezTo>
                    <a:pt x="925" y="9162"/>
                    <a:pt x="877" y="8657"/>
                    <a:pt x="769" y="7994"/>
                  </a:cubicBezTo>
                  <a:cubicBezTo>
                    <a:pt x="640" y="7214"/>
                    <a:pt x="838" y="6230"/>
                    <a:pt x="852" y="5431"/>
                  </a:cubicBezTo>
                  <a:cubicBezTo>
                    <a:pt x="873" y="4123"/>
                    <a:pt x="1074" y="2523"/>
                    <a:pt x="720" y="1216"/>
                  </a:cubicBezTo>
                  <a:cubicBezTo>
                    <a:pt x="737" y="1216"/>
                    <a:pt x="755" y="1213"/>
                    <a:pt x="772" y="1213"/>
                  </a:cubicBezTo>
                  <a:cubicBezTo>
                    <a:pt x="866" y="1202"/>
                    <a:pt x="939" y="1171"/>
                    <a:pt x="994" y="1122"/>
                  </a:cubicBezTo>
                  <a:cubicBezTo>
                    <a:pt x="1247" y="1015"/>
                    <a:pt x="1521" y="949"/>
                    <a:pt x="1774" y="949"/>
                  </a:cubicBezTo>
                  <a:close/>
                  <a:moveTo>
                    <a:pt x="2407" y="0"/>
                  </a:moveTo>
                  <a:cubicBezTo>
                    <a:pt x="1815" y="0"/>
                    <a:pt x="1027" y="209"/>
                    <a:pt x="644" y="343"/>
                  </a:cubicBezTo>
                  <a:cubicBezTo>
                    <a:pt x="456" y="409"/>
                    <a:pt x="341" y="559"/>
                    <a:pt x="331" y="757"/>
                  </a:cubicBezTo>
                  <a:cubicBezTo>
                    <a:pt x="327" y="785"/>
                    <a:pt x="327" y="812"/>
                    <a:pt x="323" y="841"/>
                  </a:cubicBezTo>
                  <a:cubicBezTo>
                    <a:pt x="323" y="886"/>
                    <a:pt x="331" y="931"/>
                    <a:pt x="348" y="976"/>
                  </a:cubicBezTo>
                  <a:cubicBezTo>
                    <a:pt x="63" y="2061"/>
                    <a:pt x="243" y="3292"/>
                    <a:pt x="230" y="4405"/>
                  </a:cubicBezTo>
                  <a:cubicBezTo>
                    <a:pt x="216" y="5688"/>
                    <a:pt x="156" y="6967"/>
                    <a:pt x="97" y="8251"/>
                  </a:cubicBezTo>
                  <a:cubicBezTo>
                    <a:pt x="0" y="10281"/>
                    <a:pt x="1447" y="9864"/>
                    <a:pt x="2976" y="10010"/>
                  </a:cubicBezTo>
                  <a:cubicBezTo>
                    <a:pt x="2986" y="10011"/>
                    <a:pt x="2995" y="10011"/>
                    <a:pt x="3005" y="10011"/>
                  </a:cubicBezTo>
                  <a:cubicBezTo>
                    <a:pt x="3201" y="10011"/>
                    <a:pt x="3363" y="9810"/>
                    <a:pt x="3363" y="9628"/>
                  </a:cubicBezTo>
                  <a:cubicBezTo>
                    <a:pt x="3384" y="6930"/>
                    <a:pt x="3314" y="4231"/>
                    <a:pt x="3345" y="1533"/>
                  </a:cubicBezTo>
                  <a:cubicBezTo>
                    <a:pt x="3352" y="994"/>
                    <a:pt x="3509" y="326"/>
                    <a:pt x="2900" y="76"/>
                  </a:cubicBezTo>
                  <a:cubicBezTo>
                    <a:pt x="2770" y="22"/>
                    <a:pt x="2599" y="0"/>
                    <a:pt x="24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4"/>
            <p:cNvSpPr/>
            <p:nvPr/>
          </p:nvSpPr>
          <p:spPr>
            <a:xfrm>
              <a:off x="7306763" y="779888"/>
              <a:ext cx="261700" cy="264225"/>
            </a:xfrm>
            <a:custGeom>
              <a:rect b="b" l="l" r="r" t="t"/>
              <a:pathLst>
                <a:path extrusionOk="0" h="10569" w="10468">
                  <a:moveTo>
                    <a:pt x="1872" y="694"/>
                  </a:moveTo>
                  <a:cubicBezTo>
                    <a:pt x="2569" y="694"/>
                    <a:pt x="3556" y="1264"/>
                    <a:pt x="3436" y="1600"/>
                  </a:cubicBezTo>
                  <a:cubicBezTo>
                    <a:pt x="3355" y="1829"/>
                    <a:pt x="3580" y="2043"/>
                    <a:pt x="3792" y="2043"/>
                  </a:cubicBezTo>
                  <a:cubicBezTo>
                    <a:pt x="3874" y="2043"/>
                    <a:pt x="3953" y="2011"/>
                    <a:pt x="4013" y="1937"/>
                  </a:cubicBezTo>
                  <a:cubicBezTo>
                    <a:pt x="4682" y="1105"/>
                    <a:pt x="5589" y="706"/>
                    <a:pt x="6475" y="706"/>
                  </a:cubicBezTo>
                  <a:cubicBezTo>
                    <a:pt x="7688" y="706"/>
                    <a:pt x="8861" y="1455"/>
                    <a:pt x="9330" y="2866"/>
                  </a:cubicBezTo>
                  <a:cubicBezTo>
                    <a:pt x="9671" y="3902"/>
                    <a:pt x="9744" y="5052"/>
                    <a:pt x="9695" y="6137"/>
                  </a:cubicBezTo>
                  <a:cubicBezTo>
                    <a:pt x="9657" y="7000"/>
                    <a:pt x="9723" y="8321"/>
                    <a:pt x="9386" y="9114"/>
                  </a:cubicBezTo>
                  <a:cubicBezTo>
                    <a:pt x="9179" y="9599"/>
                    <a:pt x="8795" y="9844"/>
                    <a:pt x="8422" y="9844"/>
                  </a:cubicBezTo>
                  <a:cubicBezTo>
                    <a:pt x="8048" y="9844"/>
                    <a:pt x="7685" y="9598"/>
                    <a:pt x="7522" y="9100"/>
                  </a:cubicBezTo>
                  <a:cubicBezTo>
                    <a:pt x="7407" y="8753"/>
                    <a:pt x="7484" y="8057"/>
                    <a:pt x="7469" y="7692"/>
                  </a:cubicBezTo>
                  <a:cubicBezTo>
                    <a:pt x="7431" y="6753"/>
                    <a:pt x="7414" y="5811"/>
                    <a:pt x="7338" y="4875"/>
                  </a:cubicBezTo>
                  <a:cubicBezTo>
                    <a:pt x="7261" y="3930"/>
                    <a:pt x="7031" y="3015"/>
                    <a:pt x="5964" y="2828"/>
                  </a:cubicBezTo>
                  <a:cubicBezTo>
                    <a:pt x="5850" y="2807"/>
                    <a:pt x="5738" y="2797"/>
                    <a:pt x="5629" y="2797"/>
                  </a:cubicBezTo>
                  <a:cubicBezTo>
                    <a:pt x="4696" y="2797"/>
                    <a:pt x="3965" y="3522"/>
                    <a:pt x="3616" y="4378"/>
                  </a:cubicBezTo>
                  <a:cubicBezTo>
                    <a:pt x="3384" y="4948"/>
                    <a:pt x="3363" y="5522"/>
                    <a:pt x="3349" y="6131"/>
                  </a:cubicBezTo>
                  <a:cubicBezTo>
                    <a:pt x="3332" y="6882"/>
                    <a:pt x="3662" y="8311"/>
                    <a:pt x="3356" y="9003"/>
                  </a:cubicBezTo>
                  <a:cubicBezTo>
                    <a:pt x="3074" y="9639"/>
                    <a:pt x="2473" y="9580"/>
                    <a:pt x="1896" y="9621"/>
                  </a:cubicBezTo>
                  <a:cubicBezTo>
                    <a:pt x="1730" y="9631"/>
                    <a:pt x="1379" y="9698"/>
                    <a:pt x="1132" y="9698"/>
                  </a:cubicBezTo>
                  <a:cubicBezTo>
                    <a:pt x="1028" y="9698"/>
                    <a:pt x="943" y="9686"/>
                    <a:pt x="898" y="9653"/>
                  </a:cubicBezTo>
                  <a:cubicBezTo>
                    <a:pt x="692" y="9507"/>
                    <a:pt x="950" y="7129"/>
                    <a:pt x="953" y="6861"/>
                  </a:cubicBezTo>
                  <a:cubicBezTo>
                    <a:pt x="981" y="5279"/>
                    <a:pt x="1207" y="3509"/>
                    <a:pt x="1023" y="1889"/>
                  </a:cubicBezTo>
                  <a:lnTo>
                    <a:pt x="1023" y="1889"/>
                  </a:lnTo>
                  <a:cubicBezTo>
                    <a:pt x="1041" y="1894"/>
                    <a:pt x="1059" y="1897"/>
                    <a:pt x="1078" y="1897"/>
                  </a:cubicBezTo>
                  <a:cubicBezTo>
                    <a:pt x="1192" y="1897"/>
                    <a:pt x="1299" y="1791"/>
                    <a:pt x="1266" y="1659"/>
                  </a:cubicBezTo>
                  <a:cubicBezTo>
                    <a:pt x="1080" y="940"/>
                    <a:pt x="1414" y="694"/>
                    <a:pt x="1872" y="694"/>
                  </a:cubicBezTo>
                  <a:close/>
                  <a:moveTo>
                    <a:pt x="1639" y="0"/>
                  </a:moveTo>
                  <a:cubicBezTo>
                    <a:pt x="1577" y="0"/>
                    <a:pt x="1517" y="1"/>
                    <a:pt x="1461" y="3"/>
                  </a:cubicBezTo>
                  <a:cubicBezTo>
                    <a:pt x="616" y="35"/>
                    <a:pt x="345" y="592"/>
                    <a:pt x="525" y="1172"/>
                  </a:cubicBezTo>
                  <a:cubicBezTo>
                    <a:pt x="77" y="2956"/>
                    <a:pt x="278" y="5036"/>
                    <a:pt x="230" y="6861"/>
                  </a:cubicBezTo>
                  <a:cubicBezTo>
                    <a:pt x="202" y="7758"/>
                    <a:pt x="0" y="8864"/>
                    <a:pt x="167" y="9743"/>
                  </a:cubicBezTo>
                  <a:cubicBezTo>
                    <a:pt x="220" y="10018"/>
                    <a:pt x="272" y="10199"/>
                    <a:pt x="522" y="10342"/>
                  </a:cubicBezTo>
                  <a:cubicBezTo>
                    <a:pt x="680" y="10432"/>
                    <a:pt x="883" y="10464"/>
                    <a:pt x="1101" y="10464"/>
                  </a:cubicBezTo>
                  <a:cubicBezTo>
                    <a:pt x="1536" y="10464"/>
                    <a:pt x="2034" y="10340"/>
                    <a:pt x="2372" y="10317"/>
                  </a:cubicBezTo>
                  <a:cubicBezTo>
                    <a:pt x="2789" y="10289"/>
                    <a:pt x="3600" y="10380"/>
                    <a:pt x="3916" y="10005"/>
                  </a:cubicBezTo>
                  <a:cubicBezTo>
                    <a:pt x="4260" y="9601"/>
                    <a:pt x="4072" y="8700"/>
                    <a:pt x="4038" y="8249"/>
                  </a:cubicBezTo>
                  <a:cubicBezTo>
                    <a:pt x="3954" y="7146"/>
                    <a:pt x="3610" y="5999"/>
                    <a:pt x="3884" y="4903"/>
                  </a:cubicBezTo>
                  <a:cubicBezTo>
                    <a:pt x="4059" y="4213"/>
                    <a:pt x="4774" y="3357"/>
                    <a:pt x="5551" y="3357"/>
                  </a:cubicBezTo>
                  <a:cubicBezTo>
                    <a:pt x="5733" y="3357"/>
                    <a:pt x="5920" y="3405"/>
                    <a:pt x="6103" y="3513"/>
                  </a:cubicBezTo>
                  <a:cubicBezTo>
                    <a:pt x="6360" y="3665"/>
                    <a:pt x="6628" y="4827"/>
                    <a:pt x="6670" y="5108"/>
                  </a:cubicBezTo>
                  <a:cubicBezTo>
                    <a:pt x="6704" y="5334"/>
                    <a:pt x="6691" y="5585"/>
                    <a:pt x="6698" y="5814"/>
                  </a:cubicBezTo>
                  <a:cubicBezTo>
                    <a:pt x="6736" y="6830"/>
                    <a:pt x="6771" y="7848"/>
                    <a:pt x="6834" y="8864"/>
                  </a:cubicBezTo>
                  <a:cubicBezTo>
                    <a:pt x="6899" y="9931"/>
                    <a:pt x="7338" y="10512"/>
                    <a:pt x="8464" y="10564"/>
                  </a:cubicBezTo>
                  <a:cubicBezTo>
                    <a:pt x="8528" y="10567"/>
                    <a:pt x="8590" y="10569"/>
                    <a:pt x="8649" y="10569"/>
                  </a:cubicBezTo>
                  <a:cubicBezTo>
                    <a:pt x="9948" y="10569"/>
                    <a:pt x="10060" y="9844"/>
                    <a:pt x="10199" y="8617"/>
                  </a:cubicBezTo>
                  <a:cubicBezTo>
                    <a:pt x="10408" y="6763"/>
                    <a:pt x="10467" y="4729"/>
                    <a:pt x="9952" y="2914"/>
                  </a:cubicBezTo>
                  <a:cubicBezTo>
                    <a:pt x="9439" y="1121"/>
                    <a:pt x="7902" y="53"/>
                    <a:pt x="6328" y="53"/>
                  </a:cubicBezTo>
                  <a:cubicBezTo>
                    <a:pt x="5546" y="53"/>
                    <a:pt x="4754" y="317"/>
                    <a:pt x="4075" y="887"/>
                  </a:cubicBezTo>
                  <a:cubicBezTo>
                    <a:pt x="3698" y="199"/>
                    <a:pt x="2450" y="0"/>
                    <a:pt x="16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1089" name="Shape 1089"/>
        <p:cNvGrpSpPr/>
        <p:nvPr/>
      </p:nvGrpSpPr>
      <p:grpSpPr>
        <a:xfrm>
          <a:off x="0" y="0"/>
          <a:ext cx="0" cy="0"/>
          <a:chOff x="0" y="0"/>
          <a:chExt cx="0" cy="0"/>
        </a:xfrm>
      </p:grpSpPr>
      <p:sp>
        <p:nvSpPr>
          <p:cNvPr id="1090" name="Google Shape;1090;p55"/>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Alternatives </a:t>
            </a:r>
            <a:r>
              <a:rPr lang="en">
                <a:solidFill>
                  <a:schemeClr val="accent4"/>
                </a:solidFill>
              </a:rPr>
              <a:t>R</a:t>
            </a:r>
            <a:r>
              <a:rPr lang="en">
                <a:solidFill>
                  <a:schemeClr val="accent4"/>
                </a:solidFill>
              </a:rPr>
              <a:t>esources</a:t>
            </a:r>
            <a:endParaRPr>
              <a:solidFill>
                <a:schemeClr val="accent4"/>
              </a:solidFill>
            </a:endParaRPr>
          </a:p>
        </p:txBody>
      </p:sp>
      <p:sp>
        <p:nvSpPr>
          <p:cNvPr id="1091" name="Google Shape;1091;p55"/>
          <p:cNvSpPr txBox="1"/>
          <p:nvPr>
            <p:ph idx="1" type="body"/>
          </p:nvPr>
        </p:nvSpPr>
        <p:spPr>
          <a:xfrm>
            <a:off x="720000" y="1041450"/>
            <a:ext cx="7703700" cy="356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Viga"/>
                <a:ea typeface="Viga"/>
                <a:cs typeface="Viga"/>
                <a:sym typeface="Viga"/>
              </a:rPr>
              <a:t>PHOTOS</a:t>
            </a:r>
            <a:endParaRPr sz="1600">
              <a:solidFill>
                <a:schemeClr val="dk1"/>
              </a:solidFill>
              <a:latin typeface="Viga"/>
              <a:ea typeface="Viga"/>
              <a:cs typeface="Viga"/>
              <a:sym typeface="Viga"/>
            </a:endParaRPr>
          </a:p>
          <a:p>
            <a:pPr indent="-317500" lvl="0" marL="457200" rtl="0" algn="l">
              <a:spcBef>
                <a:spcPts val="1600"/>
              </a:spcBef>
              <a:spcAft>
                <a:spcPts val="0"/>
              </a:spcAft>
              <a:buClr>
                <a:schemeClr val="lt2"/>
              </a:buClr>
              <a:buSzPts val="1400"/>
              <a:buChar char="●"/>
            </a:pPr>
            <a:r>
              <a:rPr lang="en" sz="1400">
                <a:solidFill>
                  <a:schemeClr val="dk1"/>
                </a:solidFill>
                <a:uFill>
                  <a:noFill/>
                </a:uFill>
                <a:hlinkClick r:id="rId3"/>
              </a:rPr>
              <a:t>Senior woman with medical problems</a:t>
            </a:r>
            <a:endParaRPr sz="1400">
              <a:solidFill>
                <a:schemeClr val="dk1"/>
              </a:solidFill>
            </a:endParaRPr>
          </a:p>
          <a:p>
            <a:pPr indent="-317500" lvl="0" marL="457200" rtl="0" algn="l">
              <a:spcBef>
                <a:spcPts val="0"/>
              </a:spcBef>
              <a:spcAft>
                <a:spcPts val="0"/>
              </a:spcAft>
              <a:buClr>
                <a:schemeClr val="lt2"/>
              </a:buClr>
              <a:buSzPts val="1400"/>
              <a:buChar char="●"/>
            </a:pPr>
            <a:r>
              <a:rPr lang="en" sz="1400">
                <a:solidFill>
                  <a:schemeClr val="dk1"/>
                </a:solidFill>
                <a:uFill>
                  <a:noFill/>
                </a:uFill>
                <a:hlinkClick r:id="rId4"/>
              </a:rPr>
              <a:t>Male suffering from stomachache</a:t>
            </a:r>
            <a:endParaRPr sz="1400">
              <a:solidFill>
                <a:schemeClr val="dk1"/>
              </a:solidFill>
            </a:endParaRPr>
          </a:p>
          <a:p>
            <a:pPr indent="-317500" lvl="0" marL="457200" rtl="0" algn="l">
              <a:spcBef>
                <a:spcPts val="0"/>
              </a:spcBef>
              <a:spcAft>
                <a:spcPts val="0"/>
              </a:spcAft>
              <a:buClr>
                <a:schemeClr val="lt2"/>
              </a:buClr>
              <a:buSzPts val="1400"/>
              <a:buChar char="●"/>
            </a:pPr>
            <a:r>
              <a:rPr lang="en" sz="1400">
                <a:solidFill>
                  <a:schemeClr val="dk1"/>
                </a:solidFill>
                <a:uFill>
                  <a:noFill/>
                </a:uFill>
                <a:hlinkClick r:id="rId5"/>
              </a:rPr>
              <a:t>Front view smiley doctor posing</a:t>
            </a:r>
            <a:endParaRPr sz="1400">
              <a:solidFill>
                <a:schemeClr val="dk1"/>
              </a:solidFill>
            </a:endParaRPr>
          </a:p>
          <a:p>
            <a:pPr indent="-317500" lvl="0" marL="457200" rtl="0" algn="l">
              <a:spcBef>
                <a:spcPts val="0"/>
              </a:spcBef>
              <a:spcAft>
                <a:spcPts val="0"/>
              </a:spcAft>
              <a:buClr>
                <a:schemeClr val="lt2"/>
              </a:buClr>
              <a:buSzPts val="1400"/>
              <a:buChar char="●"/>
            </a:pPr>
            <a:r>
              <a:rPr lang="en" sz="1400">
                <a:solidFill>
                  <a:schemeClr val="dk1"/>
                </a:solidFill>
                <a:uFill>
                  <a:noFill/>
                </a:uFill>
                <a:hlinkClick r:id="rId6"/>
              </a:rPr>
              <a:t>Low angle smiley doctor</a:t>
            </a:r>
            <a:endParaRPr sz="1400">
              <a:solidFill>
                <a:schemeClr val="dk1"/>
              </a:solidFill>
            </a:endParaRPr>
          </a:p>
          <a:p>
            <a:pPr indent="-317500" lvl="0" marL="457200" rtl="0" algn="l">
              <a:spcBef>
                <a:spcPts val="0"/>
              </a:spcBef>
              <a:spcAft>
                <a:spcPts val="0"/>
              </a:spcAft>
              <a:buClr>
                <a:schemeClr val="lt2"/>
              </a:buClr>
              <a:buSzPts val="1400"/>
              <a:buChar char="●"/>
            </a:pPr>
            <a:r>
              <a:rPr lang="en" sz="1400">
                <a:solidFill>
                  <a:schemeClr val="dk1"/>
                </a:solidFill>
                <a:uFill>
                  <a:noFill/>
                </a:uFill>
                <a:hlinkClick r:id="rId7"/>
              </a:rPr>
              <a:t>Portrait of smiling doctor with cross hands</a:t>
            </a:r>
            <a:endParaRPr sz="1400">
              <a:solidFill>
                <a:schemeClr val="dk1"/>
              </a:solidFill>
            </a:endParaRPr>
          </a:p>
          <a:p>
            <a:pPr indent="-317500" lvl="0" marL="457200" rtl="0" algn="l">
              <a:spcBef>
                <a:spcPts val="0"/>
              </a:spcBef>
              <a:spcAft>
                <a:spcPts val="0"/>
              </a:spcAft>
              <a:buClr>
                <a:schemeClr val="lt2"/>
              </a:buClr>
              <a:buSzPts val="1400"/>
              <a:buChar char="●"/>
            </a:pPr>
            <a:r>
              <a:rPr lang="en" sz="1400">
                <a:solidFill>
                  <a:schemeClr val="dk1"/>
                </a:solidFill>
                <a:uFill>
                  <a:noFill/>
                </a:uFill>
                <a:hlinkClick r:id="rId8"/>
              </a:rPr>
              <a:t>Frame of vegetables on table</a:t>
            </a:r>
            <a:endParaRPr>
              <a:solidFill>
                <a:schemeClr val="dk1"/>
              </a:solidFill>
            </a:endParaRPr>
          </a:p>
        </p:txBody>
      </p:sp>
      <p:sp>
        <p:nvSpPr>
          <p:cNvPr id="1092" name="Google Shape;1092;p55"/>
          <p:cNvSpPr/>
          <p:nvPr/>
        </p:nvSpPr>
        <p:spPr>
          <a:xfrm rot="-1166160">
            <a:off x="6786158" y="3547498"/>
            <a:ext cx="798239" cy="823954"/>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1096" name="Shape 1096"/>
        <p:cNvGrpSpPr/>
        <p:nvPr/>
      </p:nvGrpSpPr>
      <p:grpSpPr>
        <a:xfrm>
          <a:off x="0" y="0"/>
          <a:ext cx="0" cy="0"/>
          <a:chOff x="0" y="0"/>
          <a:chExt cx="0" cy="0"/>
        </a:xfrm>
      </p:grpSpPr>
      <p:sp>
        <p:nvSpPr>
          <p:cNvPr id="1097" name="Google Shape;1097;p56"/>
          <p:cNvSpPr txBox="1"/>
          <p:nvPr>
            <p:ph type="title"/>
          </p:nvPr>
        </p:nvSpPr>
        <p:spPr>
          <a:xfrm>
            <a:off x="720000" y="394684"/>
            <a:ext cx="7703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Resources</a:t>
            </a:r>
            <a:endParaRPr>
              <a:solidFill>
                <a:schemeClr val="accent4"/>
              </a:solidFill>
            </a:endParaRPr>
          </a:p>
        </p:txBody>
      </p:sp>
      <p:sp>
        <p:nvSpPr>
          <p:cNvPr id="1098" name="Google Shape;1098;p56"/>
          <p:cNvSpPr txBox="1"/>
          <p:nvPr>
            <p:ph idx="1" type="body"/>
          </p:nvPr>
        </p:nvSpPr>
        <p:spPr>
          <a:xfrm>
            <a:off x="720000" y="1041450"/>
            <a:ext cx="7703700" cy="356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latin typeface="Viga"/>
                <a:ea typeface="Viga"/>
                <a:cs typeface="Viga"/>
                <a:sym typeface="Viga"/>
              </a:rPr>
              <a:t>PHOTOS</a:t>
            </a:r>
            <a:endParaRPr sz="1600">
              <a:latin typeface="Viga"/>
              <a:ea typeface="Viga"/>
              <a:cs typeface="Viga"/>
              <a:sym typeface="Viga"/>
            </a:endParaRPr>
          </a:p>
          <a:p>
            <a:pPr indent="-317500" lvl="0" marL="457200" rtl="0" algn="l">
              <a:spcBef>
                <a:spcPts val="1600"/>
              </a:spcBef>
              <a:spcAft>
                <a:spcPts val="0"/>
              </a:spcAft>
              <a:buClr>
                <a:schemeClr val="lt2"/>
              </a:buClr>
              <a:buSzPts val="1400"/>
              <a:buChar char="●"/>
            </a:pPr>
            <a:r>
              <a:rPr lang="en" sz="1400">
                <a:solidFill>
                  <a:schemeClr val="dk1"/>
                </a:solidFill>
                <a:uFill>
                  <a:noFill/>
                </a:uFill>
                <a:hlinkClick r:id="rId3"/>
              </a:rPr>
              <a:t>Man with a stomach pain</a:t>
            </a:r>
            <a:endParaRPr sz="1400">
              <a:solidFill>
                <a:schemeClr val="dk1"/>
              </a:solidFill>
            </a:endParaRPr>
          </a:p>
          <a:p>
            <a:pPr indent="-317500" lvl="0" marL="457200" rtl="0" algn="l">
              <a:spcBef>
                <a:spcPts val="0"/>
              </a:spcBef>
              <a:spcAft>
                <a:spcPts val="0"/>
              </a:spcAft>
              <a:buClr>
                <a:schemeClr val="lt2"/>
              </a:buClr>
              <a:buSzPts val="1400"/>
              <a:buChar char="●"/>
            </a:pPr>
            <a:r>
              <a:rPr lang="en" sz="1400">
                <a:solidFill>
                  <a:schemeClr val="dk1"/>
                </a:solidFill>
                <a:uFill>
                  <a:noFill/>
                </a:uFill>
                <a:hlinkClick r:id="rId4"/>
              </a:rPr>
              <a:t>Specialist male doctor copy space</a:t>
            </a:r>
            <a:endParaRPr sz="1400">
              <a:solidFill>
                <a:schemeClr val="dk1"/>
              </a:solidFill>
            </a:endParaRPr>
          </a:p>
          <a:p>
            <a:pPr indent="-317500" lvl="0" marL="457200" rtl="0" algn="l">
              <a:spcBef>
                <a:spcPts val="0"/>
              </a:spcBef>
              <a:spcAft>
                <a:spcPts val="0"/>
              </a:spcAft>
              <a:buClr>
                <a:schemeClr val="lt2"/>
              </a:buClr>
              <a:buSzPts val="1400"/>
              <a:buChar char="●"/>
            </a:pPr>
            <a:r>
              <a:rPr lang="en" sz="1400">
                <a:solidFill>
                  <a:schemeClr val="dk1"/>
                </a:solidFill>
                <a:uFill>
                  <a:noFill/>
                </a:uFill>
                <a:hlinkClick r:id="rId5"/>
              </a:rPr>
              <a:t>Front view man in casual clothes</a:t>
            </a:r>
            <a:endParaRPr sz="1400">
              <a:solidFill>
                <a:schemeClr val="dk1"/>
              </a:solidFill>
            </a:endParaRPr>
          </a:p>
          <a:p>
            <a:pPr indent="-317500" lvl="0" marL="457200" rtl="0" algn="l">
              <a:spcBef>
                <a:spcPts val="0"/>
              </a:spcBef>
              <a:spcAft>
                <a:spcPts val="0"/>
              </a:spcAft>
              <a:buClr>
                <a:schemeClr val="lt2"/>
              </a:buClr>
              <a:buSzPts val="1400"/>
              <a:buChar char="●"/>
            </a:pPr>
            <a:r>
              <a:rPr lang="en" sz="1400">
                <a:solidFill>
                  <a:schemeClr val="dk1"/>
                </a:solidFill>
                <a:uFill>
                  <a:noFill/>
                </a:uFill>
                <a:hlinkClick r:id="rId6"/>
              </a:rPr>
              <a:t>Man with a stomach pain</a:t>
            </a:r>
            <a:endParaRPr sz="1400">
              <a:solidFill>
                <a:schemeClr val="dk1"/>
              </a:solidFill>
            </a:endParaRPr>
          </a:p>
          <a:p>
            <a:pPr indent="-317500" lvl="0" marL="457200" rtl="0" algn="l">
              <a:spcBef>
                <a:spcPts val="0"/>
              </a:spcBef>
              <a:spcAft>
                <a:spcPts val="0"/>
              </a:spcAft>
              <a:buClr>
                <a:schemeClr val="lt2"/>
              </a:buClr>
              <a:buSzPts val="1400"/>
              <a:buChar char="●"/>
            </a:pPr>
            <a:r>
              <a:rPr lang="en" sz="1400">
                <a:solidFill>
                  <a:schemeClr val="dk1"/>
                </a:solidFill>
                <a:uFill>
                  <a:noFill/>
                </a:uFill>
                <a:hlinkClick r:id="rId7"/>
              </a:rPr>
              <a:t>Front view healthy salad with fork</a:t>
            </a:r>
            <a:endParaRPr sz="1400">
              <a:solidFill>
                <a:schemeClr val="dk1"/>
              </a:solidFill>
            </a:endParaRPr>
          </a:p>
          <a:p>
            <a:pPr indent="-317500" lvl="0" marL="457200" rtl="0" algn="l">
              <a:spcBef>
                <a:spcPts val="0"/>
              </a:spcBef>
              <a:spcAft>
                <a:spcPts val="0"/>
              </a:spcAft>
              <a:buClr>
                <a:schemeClr val="lt2"/>
              </a:buClr>
              <a:buSzPts val="1400"/>
              <a:buChar char="●"/>
            </a:pPr>
            <a:r>
              <a:rPr lang="en" sz="1400">
                <a:solidFill>
                  <a:schemeClr val="dk1"/>
                </a:solidFill>
                <a:uFill>
                  <a:noFill/>
                </a:uFill>
                <a:hlinkClick r:id="rId8"/>
              </a:rPr>
              <a:t>Delicious assortment of fruit and juice</a:t>
            </a:r>
            <a:endParaRPr sz="1400">
              <a:solidFill>
                <a:schemeClr val="dk1"/>
              </a:solidFill>
            </a:endParaRPr>
          </a:p>
          <a:p>
            <a:pPr indent="0" lvl="0" marL="0" rtl="0" algn="l">
              <a:spcBef>
                <a:spcPts val="1600"/>
              </a:spcBef>
              <a:spcAft>
                <a:spcPts val="0"/>
              </a:spcAft>
              <a:buNone/>
            </a:pPr>
            <a:r>
              <a:rPr lang="en" sz="1600">
                <a:solidFill>
                  <a:schemeClr val="dk1"/>
                </a:solidFill>
                <a:latin typeface="Viga"/>
                <a:ea typeface="Viga"/>
                <a:cs typeface="Viga"/>
                <a:sym typeface="Viga"/>
              </a:rPr>
              <a:t>VECTORS</a:t>
            </a:r>
            <a:endParaRPr sz="1400">
              <a:solidFill>
                <a:schemeClr val="dk1"/>
              </a:solidFill>
              <a:latin typeface="Viga"/>
              <a:ea typeface="Viga"/>
              <a:cs typeface="Viga"/>
              <a:sym typeface="Viga"/>
            </a:endParaRPr>
          </a:p>
          <a:p>
            <a:pPr indent="-317500" lvl="0" marL="457200" rtl="0" algn="l">
              <a:spcBef>
                <a:spcPts val="1600"/>
              </a:spcBef>
              <a:spcAft>
                <a:spcPts val="0"/>
              </a:spcAft>
              <a:buClr>
                <a:schemeClr val="lt2"/>
              </a:buClr>
              <a:buSzPts val="1400"/>
              <a:buFont typeface="Barlow"/>
              <a:buChar char="●"/>
            </a:pPr>
            <a:r>
              <a:rPr lang="en" sz="1400">
                <a:solidFill>
                  <a:schemeClr val="dk1"/>
                </a:solidFill>
                <a:uFill>
                  <a:noFill/>
                </a:uFill>
                <a:latin typeface="Barlow"/>
                <a:ea typeface="Barlow"/>
                <a:cs typeface="Barlow"/>
                <a:sym typeface="Barlow"/>
                <a:hlinkClick r:id="rId9"/>
              </a:rPr>
              <a:t>Hand drawn abstract pattern collection</a:t>
            </a:r>
            <a:endParaRPr sz="1400">
              <a:solidFill>
                <a:schemeClr val="dk1"/>
              </a:solidFill>
              <a:latin typeface="Barlow"/>
              <a:ea typeface="Barlow"/>
              <a:cs typeface="Barlow"/>
              <a:sym typeface="Barlow"/>
            </a:endParaRPr>
          </a:p>
          <a:p>
            <a:pPr indent="-317500" lvl="0" marL="457200" rtl="0" algn="l">
              <a:spcBef>
                <a:spcPts val="0"/>
              </a:spcBef>
              <a:spcAft>
                <a:spcPts val="0"/>
              </a:spcAft>
              <a:buClr>
                <a:schemeClr val="lt2"/>
              </a:buClr>
              <a:buSzPts val="1400"/>
              <a:buFont typeface="Barlow"/>
              <a:buChar char="●"/>
            </a:pPr>
            <a:r>
              <a:rPr lang="en" sz="1400">
                <a:solidFill>
                  <a:schemeClr val="hlink"/>
                </a:solidFill>
                <a:uFill>
                  <a:noFill/>
                </a:uFill>
                <a:latin typeface="Barlow"/>
                <a:ea typeface="Barlow"/>
                <a:cs typeface="Barlow"/>
                <a:sym typeface="Barlow"/>
                <a:hlinkClick r:id="rId10"/>
              </a:rPr>
              <a:t>Colorful infographic elements collection in hand drawn style </a:t>
            </a:r>
            <a:endParaRPr sz="1400">
              <a:solidFill>
                <a:schemeClr val="dk1"/>
              </a:solidFill>
              <a:latin typeface="Barlow"/>
              <a:ea typeface="Barlow"/>
              <a:cs typeface="Barlow"/>
              <a:sym typeface="Barlow"/>
            </a:endParaRPr>
          </a:p>
          <a:p>
            <a:pPr indent="-317500" lvl="0" marL="457200" rtl="0" algn="l">
              <a:spcBef>
                <a:spcPts val="0"/>
              </a:spcBef>
              <a:spcAft>
                <a:spcPts val="0"/>
              </a:spcAft>
              <a:buClr>
                <a:schemeClr val="lt2"/>
              </a:buClr>
              <a:buSzPts val="1400"/>
              <a:buFont typeface="Barlow"/>
              <a:buChar char="●"/>
            </a:pPr>
            <a:r>
              <a:rPr lang="en" sz="1400">
                <a:solidFill>
                  <a:schemeClr val="hlink"/>
                </a:solidFill>
                <a:uFill>
                  <a:noFill/>
                </a:uFill>
                <a:latin typeface="Barlow"/>
                <a:ea typeface="Barlow"/>
                <a:cs typeface="Barlow"/>
                <a:sym typeface="Barlow"/>
                <a:hlinkClick r:id="rId11"/>
              </a:rPr>
              <a:t>Hand drawn background with social media icons</a:t>
            </a:r>
            <a:endParaRPr sz="1400">
              <a:solidFill>
                <a:schemeClr val="dk1"/>
              </a:solidFill>
              <a:latin typeface="Barlow"/>
              <a:ea typeface="Barlow"/>
              <a:cs typeface="Barlow"/>
              <a:sym typeface="Barlow"/>
            </a:endParaRPr>
          </a:p>
          <a:p>
            <a:pPr indent="-317500" lvl="0" marL="457200" rtl="0" algn="l">
              <a:spcBef>
                <a:spcPts val="0"/>
              </a:spcBef>
              <a:spcAft>
                <a:spcPts val="0"/>
              </a:spcAft>
              <a:buClr>
                <a:schemeClr val="lt2"/>
              </a:buClr>
              <a:buSzPts val="1400"/>
              <a:buFont typeface="Barlow"/>
              <a:buChar char="●"/>
            </a:pPr>
            <a:r>
              <a:rPr lang="en" sz="1400">
                <a:solidFill>
                  <a:schemeClr val="hlink"/>
                </a:solidFill>
                <a:uFill>
                  <a:noFill/>
                </a:uFill>
                <a:latin typeface="Barlow"/>
                <a:ea typeface="Barlow"/>
                <a:cs typeface="Barlow"/>
                <a:sym typeface="Barlow"/>
                <a:hlinkClick r:id="rId12"/>
              </a:rPr>
              <a:t>Medicine background in hand drawn style </a:t>
            </a:r>
            <a:endParaRPr sz="1400">
              <a:solidFill>
                <a:schemeClr val="dk1"/>
              </a:solidFill>
              <a:latin typeface="Barlow"/>
              <a:ea typeface="Barlow"/>
              <a:cs typeface="Barlow"/>
              <a:sym typeface="Barlow"/>
            </a:endParaRPr>
          </a:p>
        </p:txBody>
      </p:sp>
      <p:sp>
        <p:nvSpPr>
          <p:cNvPr id="1099" name="Google Shape;1099;p56"/>
          <p:cNvSpPr/>
          <p:nvPr/>
        </p:nvSpPr>
        <p:spPr>
          <a:xfrm rot="-1166160">
            <a:off x="6786158" y="3547498"/>
            <a:ext cx="798239" cy="823954"/>
          </a:xfrm>
          <a:custGeom>
            <a:rect b="b" l="l" r="r" t="t"/>
            <a:pathLst>
              <a:path extrusionOk="0" h="7214" w="6989">
                <a:moveTo>
                  <a:pt x="6369" y="302"/>
                </a:moveTo>
                <a:lnTo>
                  <a:pt x="6369" y="302"/>
                </a:lnTo>
                <a:cubicBezTo>
                  <a:pt x="6320" y="334"/>
                  <a:pt x="6286" y="354"/>
                  <a:pt x="6280" y="354"/>
                </a:cubicBezTo>
                <a:cubicBezTo>
                  <a:pt x="6279" y="354"/>
                  <a:pt x="6279" y="354"/>
                  <a:pt x="6278" y="354"/>
                </a:cubicBezTo>
                <a:cubicBezTo>
                  <a:pt x="6311" y="334"/>
                  <a:pt x="6345" y="314"/>
                  <a:pt x="6369" y="302"/>
                </a:cubicBezTo>
                <a:close/>
                <a:moveTo>
                  <a:pt x="6944" y="1"/>
                </a:moveTo>
                <a:cubicBezTo>
                  <a:pt x="6834" y="1"/>
                  <a:pt x="6541" y="193"/>
                  <a:pt x="6383" y="294"/>
                </a:cubicBezTo>
                <a:lnTo>
                  <a:pt x="6383" y="294"/>
                </a:lnTo>
                <a:cubicBezTo>
                  <a:pt x="6348" y="304"/>
                  <a:pt x="6267" y="347"/>
                  <a:pt x="6227" y="378"/>
                </a:cubicBezTo>
                <a:lnTo>
                  <a:pt x="6230" y="407"/>
                </a:lnTo>
                <a:cubicBezTo>
                  <a:pt x="6171" y="445"/>
                  <a:pt x="6160" y="447"/>
                  <a:pt x="6151" y="447"/>
                </a:cubicBezTo>
                <a:cubicBezTo>
                  <a:pt x="6150" y="447"/>
                  <a:pt x="6149" y="447"/>
                  <a:pt x="6148" y="447"/>
                </a:cubicBezTo>
                <a:cubicBezTo>
                  <a:pt x="6140" y="447"/>
                  <a:pt x="6128" y="449"/>
                  <a:pt x="6074" y="483"/>
                </a:cubicBezTo>
                <a:cubicBezTo>
                  <a:pt x="6056" y="466"/>
                  <a:pt x="6164" y="399"/>
                  <a:pt x="6262" y="341"/>
                </a:cubicBezTo>
                <a:lnTo>
                  <a:pt x="6262" y="341"/>
                </a:lnTo>
                <a:cubicBezTo>
                  <a:pt x="6171" y="389"/>
                  <a:pt x="6077" y="427"/>
                  <a:pt x="6053" y="469"/>
                </a:cubicBezTo>
                <a:cubicBezTo>
                  <a:pt x="6031" y="479"/>
                  <a:pt x="6020" y="482"/>
                  <a:pt x="6014" y="482"/>
                </a:cubicBezTo>
                <a:cubicBezTo>
                  <a:pt x="6003" y="482"/>
                  <a:pt x="6008" y="471"/>
                  <a:pt x="5997" y="471"/>
                </a:cubicBezTo>
                <a:cubicBezTo>
                  <a:pt x="5990" y="471"/>
                  <a:pt x="5975" y="476"/>
                  <a:pt x="5944" y="490"/>
                </a:cubicBezTo>
                <a:cubicBezTo>
                  <a:pt x="5879" y="535"/>
                  <a:pt x="5795" y="608"/>
                  <a:pt x="5708" y="643"/>
                </a:cubicBezTo>
                <a:lnTo>
                  <a:pt x="5705" y="640"/>
                </a:lnTo>
                <a:cubicBezTo>
                  <a:pt x="5496" y="737"/>
                  <a:pt x="5419" y="845"/>
                  <a:pt x="5228" y="932"/>
                </a:cubicBezTo>
                <a:lnTo>
                  <a:pt x="5242" y="914"/>
                </a:lnTo>
                <a:lnTo>
                  <a:pt x="5242" y="914"/>
                </a:lnTo>
                <a:cubicBezTo>
                  <a:pt x="5172" y="938"/>
                  <a:pt x="5055" y="1025"/>
                  <a:pt x="4933" y="1081"/>
                </a:cubicBezTo>
                <a:cubicBezTo>
                  <a:pt x="4948" y="1075"/>
                  <a:pt x="4963" y="1072"/>
                  <a:pt x="4970" y="1072"/>
                </a:cubicBezTo>
                <a:cubicBezTo>
                  <a:pt x="4982" y="1072"/>
                  <a:pt x="4978" y="1080"/>
                  <a:pt x="4936" y="1105"/>
                </a:cubicBezTo>
                <a:cubicBezTo>
                  <a:pt x="4797" y="1171"/>
                  <a:pt x="4713" y="1234"/>
                  <a:pt x="4609" y="1276"/>
                </a:cubicBezTo>
                <a:lnTo>
                  <a:pt x="4525" y="1349"/>
                </a:lnTo>
                <a:cubicBezTo>
                  <a:pt x="4063" y="1614"/>
                  <a:pt x="2254" y="2695"/>
                  <a:pt x="1791" y="2966"/>
                </a:cubicBezTo>
                <a:lnTo>
                  <a:pt x="1809" y="2956"/>
                </a:lnTo>
                <a:lnTo>
                  <a:pt x="1809" y="2956"/>
                </a:lnTo>
                <a:cubicBezTo>
                  <a:pt x="1353" y="3221"/>
                  <a:pt x="699" y="3603"/>
                  <a:pt x="0" y="4017"/>
                </a:cubicBezTo>
                <a:cubicBezTo>
                  <a:pt x="543" y="4299"/>
                  <a:pt x="1117" y="4598"/>
                  <a:pt x="1645" y="4873"/>
                </a:cubicBezTo>
                <a:cubicBezTo>
                  <a:pt x="1955" y="5032"/>
                  <a:pt x="2244" y="5179"/>
                  <a:pt x="2467" y="5287"/>
                </a:cubicBezTo>
                <a:cubicBezTo>
                  <a:pt x="2574" y="5366"/>
                  <a:pt x="2735" y="5447"/>
                  <a:pt x="2852" y="5513"/>
                </a:cubicBezTo>
                <a:cubicBezTo>
                  <a:pt x="2818" y="5490"/>
                  <a:pt x="2811" y="5479"/>
                  <a:pt x="2820" y="5479"/>
                </a:cubicBezTo>
                <a:cubicBezTo>
                  <a:pt x="2828" y="5479"/>
                  <a:pt x="2846" y="5486"/>
                  <a:pt x="2870" y="5499"/>
                </a:cubicBezTo>
                <a:cubicBezTo>
                  <a:pt x="3039" y="5588"/>
                  <a:pt x="3060" y="5596"/>
                  <a:pt x="3069" y="5596"/>
                </a:cubicBezTo>
                <a:cubicBezTo>
                  <a:pt x="3070" y="5596"/>
                  <a:pt x="3072" y="5595"/>
                  <a:pt x="3074" y="5595"/>
                </a:cubicBezTo>
                <a:cubicBezTo>
                  <a:pt x="3084" y="5595"/>
                  <a:pt x="3109" y="5603"/>
                  <a:pt x="3277" y="5687"/>
                </a:cubicBezTo>
                <a:cubicBezTo>
                  <a:pt x="3486" y="5788"/>
                  <a:pt x="3962" y="6038"/>
                  <a:pt x="4442" y="6296"/>
                </a:cubicBezTo>
                <a:cubicBezTo>
                  <a:pt x="5121" y="6665"/>
                  <a:pt x="5806" y="7036"/>
                  <a:pt x="6132" y="7214"/>
                </a:cubicBezTo>
                <a:cubicBezTo>
                  <a:pt x="6143" y="7140"/>
                  <a:pt x="6150" y="7095"/>
                  <a:pt x="6153" y="7061"/>
                </a:cubicBezTo>
                <a:cubicBezTo>
                  <a:pt x="6171" y="6835"/>
                  <a:pt x="6199" y="6609"/>
                  <a:pt x="6230" y="6382"/>
                </a:cubicBezTo>
                <a:cubicBezTo>
                  <a:pt x="6244" y="6268"/>
                  <a:pt x="6258" y="6156"/>
                  <a:pt x="6272" y="6045"/>
                </a:cubicBezTo>
                <a:cubicBezTo>
                  <a:pt x="6278" y="6000"/>
                  <a:pt x="6283" y="5958"/>
                  <a:pt x="6289" y="5917"/>
                </a:cubicBezTo>
                <a:cubicBezTo>
                  <a:pt x="6289" y="5885"/>
                  <a:pt x="6293" y="5857"/>
                  <a:pt x="6296" y="5830"/>
                </a:cubicBezTo>
                <a:lnTo>
                  <a:pt x="6299" y="5854"/>
                </a:lnTo>
                <a:cubicBezTo>
                  <a:pt x="6320" y="5610"/>
                  <a:pt x="6529" y="4254"/>
                  <a:pt x="6557" y="3972"/>
                </a:cubicBezTo>
                <a:lnTo>
                  <a:pt x="6557" y="3972"/>
                </a:lnTo>
                <a:lnTo>
                  <a:pt x="6546" y="4010"/>
                </a:lnTo>
                <a:cubicBezTo>
                  <a:pt x="6564" y="3764"/>
                  <a:pt x="6588" y="3801"/>
                  <a:pt x="6627" y="3610"/>
                </a:cubicBezTo>
                <a:lnTo>
                  <a:pt x="6627" y="3610"/>
                </a:lnTo>
                <a:cubicBezTo>
                  <a:pt x="6625" y="3611"/>
                  <a:pt x="6623" y="3611"/>
                  <a:pt x="6622" y="3611"/>
                </a:cubicBezTo>
                <a:cubicBezTo>
                  <a:pt x="6589" y="3611"/>
                  <a:pt x="6599" y="3415"/>
                  <a:pt x="6609" y="3342"/>
                </a:cubicBezTo>
                <a:lnTo>
                  <a:pt x="6609" y="3342"/>
                </a:lnTo>
                <a:lnTo>
                  <a:pt x="6612" y="3346"/>
                </a:lnTo>
                <a:cubicBezTo>
                  <a:pt x="6627" y="3224"/>
                  <a:pt x="6633" y="2950"/>
                  <a:pt x="6654" y="2751"/>
                </a:cubicBezTo>
                <a:lnTo>
                  <a:pt x="6672" y="2758"/>
                </a:lnTo>
                <a:cubicBezTo>
                  <a:pt x="6675" y="2591"/>
                  <a:pt x="6724" y="2282"/>
                  <a:pt x="6738" y="2163"/>
                </a:cubicBezTo>
                <a:cubicBezTo>
                  <a:pt x="6784" y="1892"/>
                  <a:pt x="6870" y="1478"/>
                  <a:pt x="6895" y="1113"/>
                </a:cubicBezTo>
                <a:lnTo>
                  <a:pt x="6978" y="883"/>
                </a:lnTo>
                <a:lnTo>
                  <a:pt x="6978" y="848"/>
                </a:lnTo>
                <a:lnTo>
                  <a:pt x="6988" y="41"/>
                </a:lnTo>
                <a:cubicBezTo>
                  <a:pt x="6988" y="13"/>
                  <a:pt x="6972" y="1"/>
                  <a:pt x="6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103" name="Shape 1103"/>
        <p:cNvGrpSpPr/>
        <p:nvPr/>
      </p:nvGrpSpPr>
      <p:grpSpPr>
        <a:xfrm>
          <a:off x="0" y="0"/>
          <a:ext cx="0" cy="0"/>
          <a:chOff x="0" y="0"/>
          <a:chExt cx="0" cy="0"/>
        </a:xfrm>
      </p:grpSpPr>
      <p:sp>
        <p:nvSpPr>
          <p:cNvPr id="1104" name="Google Shape;1104;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105" name="Google Shape;1105;p57"/>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106" name="Google Shape;1106;p57"/>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110" name="Shape 1110"/>
        <p:cNvGrpSpPr/>
        <p:nvPr/>
      </p:nvGrpSpPr>
      <p:grpSpPr>
        <a:xfrm>
          <a:off x="0" y="0"/>
          <a:ext cx="0" cy="0"/>
          <a:chOff x="0" y="0"/>
          <a:chExt cx="0" cy="0"/>
        </a:xfrm>
      </p:grpSpPr>
      <p:sp>
        <p:nvSpPr>
          <p:cNvPr id="1111" name="Google Shape;1111;p58"/>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112" name="Google Shape;1112;p58"/>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113" name="Google Shape;1113;p58"/>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Viga</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rPr>
              <a:t>https://fonts.google.com/specimen/Viga</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Barlow</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rPr>
              <a:t>https://fonts.google.com/specimen/Barlow</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114" name="Google Shape;1114;p58"/>
          <p:cNvSpPr/>
          <p:nvPr/>
        </p:nvSpPr>
        <p:spPr>
          <a:xfrm>
            <a:off x="3114475" y="3498875"/>
            <a:ext cx="791400" cy="754200"/>
          </a:xfrm>
          <a:prstGeom prst="roundRect">
            <a:avLst>
              <a:gd fmla="val 16667" name="adj"/>
            </a:avLst>
          </a:prstGeom>
          <a:solidFill>
            <a:srgbClr val="3938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115" name="Google Shape;1115;p58"/>
          <p:cNvSpPr/>
          <p:nvPr/>
        </p:nvSpPr>
        <p:spPr>
          <a:xfrm>
            <a:off x="2052650" y="3498875"/>
            <a:ext cx="791400" cy="754200"/>
          </a:xfrm>
          <a:prstGeom prst="roundRect">
            <a:avLst>
              <a:gd fmla="val 16667" name="adj"/>
            </a:avLst>
          </a:prstGeom>
          <a:solidFill>
            <a:srgbClr val="34336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116" name="Google Shape;1116;p58"/>
          <p:cNvSpPr txBox="1"/>
          <p:nvPr/>
        </p:nvSpPr>
        <p:spPr>
          <a:xfrm>
            <a:off x="31144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#393866</a:t>
            </a:r>
            <a:endParaRPr sz="1000">
              <a:solidFill>
                <a:schemeClr val="lt1"/>
              </a:solidFill>
            </a:endParaRPr>
          </a:p>
        </p:txBody>
      </p:sp>
      <p:sp>
        <p:nvSpPr>
          <p:cNvPr id="1117" name="Google Shape;1117;p58"/>
          <p:cNvSpPr txBox="1"/>
          <p:nvPr/>
        </p:nvSpPr>
        <p:spPr>
          <a:xfrm>
            <a:off x="20526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#343361</a:t>
            </a:r>
            <a:endParaRPr sz="1000">
              <a:solidFill>
                <a:schemeClr val="lt1"/>
              </a:solidFill>
            </a:endParaRPr>
          </a:p>
        </p:txBody>
      </p:sp>
      <p:sp>
        <p:nvSpPr>
          <p:cNvPr id="1118" name="Google Shape;1118;p58"/>
          <p:cNvSpPr/>
          <p:nvPr/>
        </p:nvSpPr>
        <p:spPr>
          <a:xfrm>
            <a:off x="4176300" y="3498875"/>
            <a:ext cx="791400" cy="754200"/>
          </a:xfrm>
          <a:prstGeom prst="roundRect">
            <a:avLst>
              <a:gd fmla="val 16667" name="adj"/>
            </a:avLst>
          </a:prstGeom>
          <a:solidFill>
            <a:srgbClr val="57568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119" name="Google Shape;1119;p58"/>
          <p:cNvSpPr txBox="1"/>
          <p:nvPr/>
        </p:nvSpPr>
        <p:spPr>
          <a:xfrm>
            <a:off x="41763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#57568a</a:t>
            </a:r>
            <a:endParaRPr sz="1000">
              <a:solidFill>
                <a:schemeClr val="lt1"/>
              </a:solidFill>
            </a:endParaRPr>
          </a:p>
        </p:txBody>
      </p:sp>
      <p:sp>
        <p:nvSpPr>
          <p:cNvPr id="1120" name="Google Shape;1120;p58"/>
          <p:cNvSpPr/>
          <p:nvPr/>
        </p:nvSpPr>
        <p:spPr>
          <a:xfrm>
            <a:off x="5238125" y="3498875"/>
            <a:ext cx="791400" cy="754200"/>
          </a:xfrm>
          <a:prstGeom prst="roundRect">
            <a:avLst>
              <a:gd fmla="val 16667" name="adj"/>
            </a:avLst>
          </a:prstGeom>
          <a:solidFill>
            <a:srgbClr val="FFA59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8"/>
          <p:cNvSpPr txBox="1"/>
          <p:nvPr/>
        </p:nvSpPr>
        <p:spPr>
          <a:xfrm>
            <a:off x="52381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#ffa593</a:t>
            </a:r>
            <a:endParaRPr sz="1000">
              <a:solidFill>
                <a:schemeClr val="lt1"/>
              </a:solidFill>
            </a:endParaRPr>
          </a:p>
        </p:txBody>
      </p:sp>
      <p:sp>
        <p:nvSpPr>
          <p:cNvPr id="1122" name="Google Shape;1122;p58"/>
          <p:cNvSpPr/>
          <p:nvPr/>
        </p:nvSpPr>
        <p:spPr>
          <a:xfrm>
            <a:off x="6299950"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123" name="Google Shape;1123;p58"/>
          <p:cNvSpPr txBox="1"/>
          <p:nvPr/>
        </p:nvSpPr>
        <p:spPr>
          <a:xfrm>
            <a:off x="62999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#f3f3f3</a:t>
            </a:r>
            <a:endParaRPr sz="1000">
              <a:solidFill>
                <a:srgbClr val="434343"/>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127" name="Shape 1127"/>
        <p:cNvGrpSpPr/>
        <p:nvPr/>
      </p:nvGrpSpPr>
      <p:grpSpPr>
        <a:xfrm>
          <a:off x="0" y="0"/>
          <a:ext cx="0" cy="0"/>
          <a:chOff x="0" y="0"/>
          <a:chExt cx="0" cy="0"/>
        </a:xfrm>
      </p:grpSpPr>
      <p:pic>
        <p:nvPicPr>
          <p:cNvPr id="1128" name="Google Shape;1128;p59"/>
          <p:cNvPicPr preferRelativeResize="0"/>
          <p:nvPr/>
        </p:nvPicPr>
        <p:blipFill rotWithShape="1">
          <a:blip r:embed="rId3">
            <a:alphaModFix/>
          </a:blip>
          <a:srcRect b="5116" l="2759" r="2749" t="5125"/>
          <a:stretch/>
        </p:blipFill>
        <p:spPr>
          <a:xfrm>
            <a:off x="509931" y="2403041"/>
            <a:ext cx="1980596" cy="1881476"/>
          </a:xfrm>
          <a:prstGeom prst="rect">
            <a:avLst/>
          </a:prstGeom>
          <a:noFill/>
          <a:ln>
            <a:noFill/>
          </a:ln>
        </p:spPr>
      </p:pic>
      <p:sp>
        <p:nvSpPr>
          <p:cNvPr id="1129" name="Google Shape;1129;p59"/>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130" name="Google Shape;1130;p59"/>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rPr>
              <a:t>ow it works.</a:t>
            </a:r>
            <a:endParaRPr>
              <a:solidFill>
                <a:srgbClr val="869FB2"/>
              </a:solidFill>
              <a:latin typeface="Arial"/>
              <a:ea typeface="Arial"/>
              <a:cs typeface="Arial"/>
              <a:sym typeface="Arial"/>
            </a:endParaRPr>
          </a:p>
        </p:txBody>
      </p:sp>
      <p:sp>
        <p:nvSpPr>
          <p:cNvPr id="1131" name="Google Shape;1131;p59"/>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rPr>
              <a:t>Pana</a:t>
            </a:r>
            <a:endParaRPr sz="1400">
              <a:solidFill>
                <a:srgbClr val="869FB2"/>
              </a:solidFill>
              <a:latin typeface="Arial"/>
              <a:ea typeface="Arial"/>
              <a:cs typeface="Arial"/>
              <a:sym typeface="Arial"/>
            </a:endParaRPr>
          </a:p>
        </p:txBody>
      </p:sp>
      <p:sp>
        <p:nvSpPr>
          <p:cNvPr id="1132" name="Google Shape;1132;p59"/>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rPr>
              <a:t>Amico</a:t>
            </a:r>
            <a:endParaRPr sz="1400">
              <a:solidFill>
                <a:srgbClr val="869FB2"/>
              </a:solidFill>
              <a:latin typeface="Arial"/>
              <a:ea typeface="Arial"/>
              <a:cs typeface="Arial"/>
              <a:sym typeface="Arial"/>
            </a:endParaRPr>
          </a:p>
        </p:txBody>
      </p:sp>
      <p:sp>
        <p:nvSpPr>
          <p:cNvPr id="1133" name="Google Shape;1133;p59"/>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rPr>
              <a:t>Bro</a:t>
            </a:r>
            <a:endParaRPr sz="1400">
              <a:solidFill>
                <a:srgbClr val="869FB2"/>
              </a:solidFill>
              <a:latin typeface="Arial"/>
              <a:ea typeface="Arial"/>
              <a:cs typeface="Arial"/>
              <a:sym typeface="Arial"/>
            </a:endParaRPr>
          </a:p>
        </p:txBody>
      </p:sp>
      <p:sp>
        <p:nvSpPr>
          <p:cNvPr id="1134" name="Google Shape;1134;p59"/>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rPr>
              <a:t>Rafiki</a:t>
            </a:r>
            <a:endParaRPr sz="1400">
              <a:solidFill>
                <a:srgbClr val="869FB2"/>
              </a:solidFill>
              <a:latin typeface="Arial"/>
              <a:ea typeface="Arial"/>
              <a:cs typeface="Arial"/>
              <a:sym typeface="Arial"/>
            </a:endParaRPr>
          </a:p>
        </p:txBody>
      </p:sp>
      <p:pic>
        <p:nvPicPr>
          <p:cNvPr id="1135" name="Google Shape;1135;p59"/>
          <p:cNvPicPr preferRelativeResize="0"/>
          <p:nvPr/>
        </p:nvPicPr>
        <p:blipFill rotWithShape="1">
          <a:blip r:embed="rId9">
            <a:alphaModFix/>
          </a:blip>
          <a:srcRect b="-2151" l="-4042" r="-4053" t="-5945"/>
          <a:stretch/>
        </p:blipFill>
        <p:spPr>
          <a:xfrm>
            <a:off x="2652601" y="2176552"/>
            <a:ext cx="1881484" cy="1881476"/>
          </a:xfrm>
          <a:prstGeom prst="rect">
            <a:avLst/>
          </a:prstGeom>
          <a:noFill/>
          <a:ln>
            <a:noFill/>
          </a:ln>
        </p:spPr>
      </p:pic>
      <p:pic>
        <p:nvPicPr>
          <p:cNvPr id="1136" name="Google Shape;1136;p59"/>
          <p:cNvPicPr preferRelativeResize="0"/>
          <p:nvPr/>
        </p:nvPicPr>
        <p:blipFill rotWithShape="1">
          <a:blip r:embed="rId10">
            <a:alphaModFix/>
          </a:blip>
          <a:srcRect b="6072" l="4069" r="4060" t="2057"/>
          <a:stretch/>
        </p:blipFill>
        <p:spPr>
          <a:xfrm>
            <a:off x="4696161" y="2264225"/>
            <a:ext cx="1881484" cy="1881475"/>
          </a:xfrm>
          <a:prstGeom prst="rect">
            <a:avLst/>
          </a:prstGeom>
          <a:noFill/>
          <a:ln>
            <a:noFill/>
          </a:ln>
        </p:spPr>
      </p:pic>
      <p:pic>
        <p:nvPicPr>
          <p:cNvPr id="1137" name="Google Shape;1137;p59"/>
          <p:cNvPicPr preferRelativeResize="0"/>
          <p:nvPr/>
        </p:nvPicPr>
        <p:blipFill rotWithShape="1">
          <a:blip r:embed="rId11">
            <a:alphaModFix/>
          </a:blip>
          <a:srcRect b="7415" l="3712" r="3703" t="0"/>
          <a:stretch/>
        </p:blipFill>
        <p:spPr>
          <a:xfrm>
            <a:off x="6739721" y="2264225"/>
            <a:ext cx="1881485" cy="1881475"/>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141" name="Shape 1141"/>
        <p:cNvGrpSpPr/>
        <p:nvPr/>
      </p:nvGrpSpPr>
      <p:grpSpPr>
        <a:xfrm>
          <a:off x="0" y="0"/>
          <a:ext cx="0" cy="0"/>
          <a:chOff x="0" y="0"/>
          <a:chExt cx="0" cy="0"/>
        </a:xfrm>
      </p:grpSpPr>
      <p:sp>
        <p:nvSpPr>
          <p:cNvPr id="1142" name="Google Shape;1142;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143" name="Google Shape;1143;p60"/>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 </a:t>
            </a:r>
            <a:r>
              <a:rPr lang="en" sz="1100">
                <a:solidFill>
                  <a:srgbClr val="FFFFFF"/>
                </a:solidFill>
                <a:latin typeface="Arial"/>
                <a:ea typeface="Arial"/>
                <a:cs typeface="Arial"/>
                <a:sym typeface="Arial"/>
              </a:rPr>
              <a:t>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1144" name="Google Shape;1144;p60"/>
          <p:cNvGrpSpPr/>
          <p:nvPr/>
        </p:nvGrpSpPr>
        <p:grpSpPr>
          <a:xfrm>
            <a:off x="5156078" y="3085736"/>
            <a:ext cx="474294" cy="551291"/>
            <a:chOff x="4727025" y="1332775"/>
            <a:chExt cx="59900" cy="69625"/>
          </a:xfrm>
        </p:grpSpPr>
        <p:sp>
          <p:nvSpPr>
            <p:cNvPr id="1145" name="Google Shape;1145;p6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60"/>
          <p:cNvGrpSpPr/>
          <p:nvPr/>
        </p:nvGrpSpPr>
        <p:grpSpPr>
          <a:xfrm>
            <a:off x="5769734" y="2314340"/>
            <a:ext cx="555653" cy="557031"/>
            <a:chOff x="4820425" y="1329900"/>
            <a:chExt cx="70175" cy="70350"/>
          </a:xfrm>
        </p:grpSpPr>
        <p:sp>
          <p:nvSpPr>
            <p:cNvPr id="1148" name="Google Shape;1148;p6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60"/>
          <p:cNvGrpSpPr/>
          <p:nvPr/>
        </p:nvGrpSpPr>
        <p:grpSpPr>
          <a:xfrm>
            <a:off x="6396103" y="2318845"/>
            <a:ext cx="582574" cy="533871"/>
            <a:chOff x="4903200" y="1331525"/>
            <a:chExt cx="73575" cy="67425"/>
          </a:xfrm>
        </p:grpSpPr>
        <p:sp>
          <p:nvSpPr>
            <p:cNvPr id="1153" name="Google Shape;1153;p6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60"/>
          <p:cNvGrpSpPr/>
          <p:nvPr/>
        </p:nvGrpSpPr>
        <p:grpSpPr>
          <a:xfrm>
            <a:off x="5755581" y="3078709"/>
            <a:ext cx="583960" cy="565345"/>
            <a:chOff x="4815575" y="1416800"/>
            <a:chExt cx="73750" cy="71400"/>
          </a:xfrm>
        </p:grpSpPr>
        <p:sp>
          <p:nvSpPr>
            <p:cNvPr id="1156" name="Google Shape;1156;p6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60"/>
          <p:cNvGrpSpPr/>
          <p:nvPr/>
        </p:nvGrpSpPr>
        <p:grpSpPr>
          <a:xfrm>
            <a:off x="6390362" y="3108896"/>
            <a:ext cx="589898" cy="504970"/>
            <a:chOff x="4902475" y="1418875"/>
            <a:chExt cx="74500" cy="63775"/>
          </a:xfrm>
        </p:grpSpPr>
        <p:sp>
          <p:nvSpPr>
            <p:cNvPr id="1160" name="Google Shape;1160;p6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60"/>
          <p:cNvGrpSpPr/>
          <p:nvPr/>
        </p:nvGrpSpPr>
        <p:grpSpPr>
          <a:xfrm>
            <a:off x="5765577" y="3826000"/>
            <a:ext cx="563967" cy="567127"/>
            <a:chOff x="4818100" y="1507675"/>
            <a:chExt cx="71225" cy="71625"/>
          </a:xfrm>
        </p:grpSpPr>
        <p:sp>
          <p:nvSpPr>
            <p:cNvPr id="1163" name="Google Shape;1163;p6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 name="Google Shape;1167;p60"/>
          <p:cNvGrpSpPr/>
          <p:nvPr/>
        </p:nvGrpSpPr>
        <p:grpSpPr>
          <a:xfrm>
            <a:off x="5079075" y="3829461"/>
            <a:ext cx="628301" cy="588505"/>
            <a:chOff x="4721450" y="1509475"/>
            <a:chExt cx="79350" cy="74325"/>
          </a:xfrm>
        </p:grpSpPr>
        <p:sp>
          <p:nvSpPr>
            <p:cNvPr id="1168" name="Google Shape;1168;p6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60"/>
          <p:cNvGrpSpPr/>
          <p:nvPr/>
        </p:nvGrpSpPr>
        <p:grpSpPr>
          <a:xfrm>
            <a:off x="6424608" y="3814027"/>
            <a:ext cx="557038" cy="562772"/>
            <a:chOff x="4906800" y="1507500"/>
            <a:chExt cx="70350" cy="71075"/>
          </a:xfrm>
        </p:grpSpPr>
        <p:sp>
          <p:nvSpPr>
            <p:cNvPr id="1173" name="Google Shape;1173;p6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60"/>
          <p:cNvGrpSpPr/>
          <p:nvPr/>
        </p:nvGrpSpPr>
        <p:grpSpPr>
          <a:xfrm>
            <a:off x="4462216" y="2340963"/>
            <a:ext cx="517934" cy="517934"/>
            <a:chOff x="3736598" y="2170606"/>
            <a:chExt cx="404889" cy="404889"/>
          </a:xfrm>
        </p:grpSpPr>
        <p:sp>
          <p:nvSpPr>
            <p:cNvPr id="1179" name="Google Shape;1179;p6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60"/>
          <p:cNvGrpSpPr/>
          <p:nvPr/>
        </p:nvGrpSpPr>
        <p:grpSpPr>
          <a:xfrm>
            <a:off x="3729277" y="2341061"/>
            <a:ext cx="586986" cy="517740"/>
            <a:chOff x="3161917" y="2170682"/>
            <a:chExt cx="458870" cy="404737"/>
          </a:xfrm>
        </p:grpSpPr>
        <p:sp>
          <p:nvSpPr>
            <p:cNvPr id="1184" name="Google Shape;1184;p6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 name="Google Shape;1187;p60"/>
          <p:cNvGrpSpPr/>
          <p:nvPr/>
        </p:nvGrpSpPr>
        <p:grpSpPr>
          <a:xfrm>
            <a:off x="3752299" y="3102400"/>
            <a:ext cx="540943" cy="517963"/>
            <a:chOff x="3179914" y="2889488"/>
            <a:chExt cx="422876" cy="404911"/>
          </a:xfrm>
        </p:grpSpPr>
        <p:sp>
          <p:nvSpPr>
            <p:cNvPr id="1188" name="Google Shape;1188;p6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60"/>
          <p:cNvGrpSpPr/>
          <p:nvPr/>
        </p:nvGrpSpPr>
        <p:grpSpPr>
          <a:xfrm>
            <a:off x="4453093" y="3102358"/>
            <a:ext cx="536180" cy="518047"/>
            <a:chOff x="3729467" y="2889422"/>
            <a:chExt cx="419153" cy="404977"/>
          </a:xfrm>
        </p:grpSpPr>
        <p:sp>
          <p:nvSpPr>
            <p:cNvPr id="1195" name="Google Shape;1195;p6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 name="Google Shape;1202;p60"/>
          <p:cNvGrpSpPr/>
          <p:nvPr/>
        </p:nvGrpSpPr>
        <p:grpSpPr>
          <a:xfrm>
            <a:off x="1990126" y="3445787"/>
            <a:ext cx="965351" cy="134611"/>
            <a:chOff x="4411970" y="2962952"/>
            <a:chExt cx="706544" cy="104212"/>
          </a:xfrm>
        </p:grpSpPr>
        <p:sp>
          <p:nvSpPr>
            <p:cNvPr id="1203" name="Google Shape;1203;p6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60"/>
          <p:cNvGrpSpPr/>
          <p:nvPr/>
        </p:nvGrpSpPr>
        <p:grpSpPr>
          <a:xfrm>
            <a:off x="1990126" y="3041077"/>
            <a:ext cx="960158" cy="289172"/>
            <a:chOff x="4411970" y="2726085"/>
            <a:chExt cx="643107" cy="193659"/>
          </a:xfrm>
        </p:grpSpPr>
        <p:sp>
          <p:nvSpPr>
            <p:cNvPr id="1208" name="Google Shape;1208;p6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 name="Google Shape;1211;p60"/>
          <p:cNvGrpSpPr/>
          <p:nvPr/>
        </p:nvGrpSpPr>
        <p:grpSpPr>
          <a:xfrm>
            <a:off x="998624" y="3295400"/>
            <a:ext cx="811503" cy="252584"/>
            <a:chOff x="4411970" y="4340222"/>
            <a:chExt cx="779467" cy="242683"/>
          </a:xfrm>
        </p:grpSpPr>
        <p:sp>
          <p:nvSpPr>
            <p:cNvPr id="1212" name="Google Shape;1212;p6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60"/>
          <p:cNvGrpSpPr/>
          <p:nvPr/>
        </p:nvGrpSpPr>
        <p:grpSpPr>
          <a:xfrm>
            <a:off x="1990126" y="2709308"/>
            <a:ext cx="965160" cy="216230"/>
            <a:chOff x="4411970" y="2468674"/>
            <a:chExt cx="747317" cy="167425"/>
          </a:xfrm>
        </p:grpSpPr>
        <p:sp>
          <p:nvSpPr>
            <p:cNvPr id="1216" name="Google Shape;1216;p6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 name="Google Shape;1218;p60"/>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 name="Google Shape;1219;p60"/>
          <p:cNvGrpSpPr/>
          <p:nvPr/>
        </p:nvGrpSpPr>
        <p:grpSpPr>
          <a:xfrm>
            <a:off x="997692" y="2334687"/>
            <a:ext cx="1959041" cy="208784"/>
            <a:chOff x="6336019" y="3733725"/>
            <a:chExt cx="2566206" cy="351310"/>
          </a:xfrm>
        </p:grpSpPr>
        <p:sp>
          <p:nvSpPr>
            <p:cNvPr id="1220" name="Google Shape;1220;p6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60"/>
          <p:cNvGrpSpPr/>
          <p:nvPr/>
        </p:nvGrpSpPr>
        <p:grpSpPr>
          <a:xfrm>
            <a:off x="1990126" y="3950602"/>
            <a:ext cx="946551" cy="153200"/>
            <a:chOff x="4404545" y="3301592"/>
            <a:chExt cx="782403" cy="129272"/>
          </a:xfrm>
        </p:grpSpPr>
        <p:sp>
          <p:nvSpPr>
            <p:cNvPr id="1225" name="Google Shape;1225;p6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 name="Google Shape;1227;p60"/>
          <p:cNvGrpSpPr/>
          <p:nvPr/>
        </p:nvGrpSpPr>
        <p:grpSpPr>
          <a:xfrm>
            <a:off x="1990126" y="3695937"/>
            <a:ext cx="962257" cy="139127"/>
            <a:chOff x="4411970" y="3131459"/>
            <a:chExt cx="710520" cy="117397"/>
          </a:xfrm>
        </p:grpSpPr>
        <p:sp>
          <p:nvSpPr>
            <p:cNvPr id="1228" name="Google Shape;1228;p6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30" name="Google Shape;1230;p60"/>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 name="Google Shape;1231;p60"/>
          <p:cNvGrpSpPr/>
          <p:nvPr/>
        </p:nvGrpSpPr>
        <p:grpSpPr>
          <a:xfrm>
            <a:off x="990271" y="3621603"/>
            <a:ext cx="823838" cy="458988"/>
            <a:chOff x="4411970" y="1801825"/>
            <a:chExt cx="734586" cy="409262"/>
          </a:xfrm>
        </p:grpSpPr>
        <p:sp>
          <p:nvSpPr>
            <p:cNvPr id="1232" name="Google Shape;1232;p6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 name="Google Shape;1234;p60"/>
          <p:cNvGrpSpPr/>
          <p:nvPr/>
        </p:nvGrpSpPr>
        <p:grpSpPr>
          <a:xfrm>
            <a:off x="3095243" y="2339173"/>
            <a:ext cx="521514" cy="521514"/>
            <a:chOff x="5681300" y="2527788"/>
            <a:chExt cx="805800" cy="805800"/>
          </a:xfrm>
        </p:grpSpPr>
        <p:sp>
          <p:nvSpPr>
            <p:cNvPr id="1235" name="Google Shape;1235;p6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 name="Google Shape;1237;p60"/>
          <p:cNvGrpSpPr/>
          <p:nvPr/>
        </p:nvGrpSpPr>
        <p:grpSpPr>
          <a:xfrm>
            <a:off x="3089483" y="3094865"/>
            <a:ext cx="533033" cy="533033"/>
            <a:chOff x="4049800" y="640400"/>
            <a:chExt cx="858900" cy="858900"/>
          </a:xfrm>
        </p:grpSpPr>
        <p:sp>
          <p:nvSpPr>
            <p:cNvPr id="1238" name="Google Shape;1238;p6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 name="Google Shape;1240;p60"/>
          <p:cNvGrpSpPr/>
          <p:nvPr/>
        </p:nvGrpSpPr>
        <p:grpSpPr>
          <a:xfrm>
            <a:off x="3014966" y="3772543"/>
            <a:ext cx="682068" cy="682068"/>
            <a:chOff x="5080188" y="927900"/>
            <a:chExt cx="961200" cy="961200"/>
          </a:xfrm>
        </p:grpSpPr>
        <p:sp>
          <p:nvSpPr>
            <p:cNvPr id="1241" name="Google Shape;1241;p6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 name="Google Shape;1249;p60"/>
          <p:cNvGrpSpPr/>
          <p:nvPr/>
        </p:nvGrpSpPr>
        <p:grpSpPr>
          <a:xfrm>
            <a:off x="4478465" y="3869234"/>
            <a:ext cx="505650" cy="504006"/>
            <a:chOff x="6039282" y="1042577"/>
            <a:chExt cx="734315" cy="731929"/>
          </a:xfrm>
        </p:grpSpPr>
        <p:sp>
          <p:nvSpPr>
            <p:cNvPr id="1250" name="Google Shape;1250;p6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60"/>
          <p:cNvGrpSpPr/>
          <p:nvPr/>
        </p:nvGrpSpPr>
        <p:grpSpPr>
          <a:xfrm>
            <a:off x="5091067" y="2298862"/>
            <a:ext cx="567744" cy="602136"/>
            <a:chOff x="1825800" y="1651625"/>
            <a:chExt cx="539989" cy="571775"/>
          </a:xfrm>
        </p:grpSpPr>
        <p:sp>
          <p:nvSpPr>
            <p:cNvPr id="1272" name="Google Shape;1272;p6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60"/>
          <p:cNvGrpSpPr/>
          <p:nvPr/>
        </p:nvGrpSpPr>
        <p:grpSpPr>
          <a:xfrm>
            <a:off x="3765995" y="3855579"/>
            <a:ext cx="508123" cy="507955"/>
            <a:chOff x="1897577" y="2802432"/>
            <a:chExt cx="492176" cy="492014"/>
          </a:xfrm>
        </p:grpSpPr>
        <p:sp>
          <p:nvSpPr>
            <p:cNvPr id="1277" name="Google Shape;1277;p6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 name="Google Shape;1289;p60"/>
          <p:cNvGrpSpPr/>
          <p:nvPr/>
        </p:nvGrpSpPr>
        <p:grpSpPr>
          <a:xfrm>
            <a:off x="997525" y="4169123"/>
            <a:ext cx="809227" cy="200842"/>
            <a:chOff x="2013045" y="4813233"/>
            <a:chExt cx="921986" cy="228854"/>
          </a:xfrm>
        </p:grpSpPr>
        <p:sp>
          <p:nvSpPr>
            <p:cNvPr id="1290" name="Google Shape;1290;p6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 name="Google Shape;1292;p60"/>
          <p:cNvGrpSpPr/>
          <p:nvPr/>
        </p:nvGrpSpPr>
        <p:grpSpPr>
          <a:xfrm>
            <a:off x="1005985" y="2656004"/>
            <a:ext cx="792421" cy="269941"/>
            <a:chOff x="1046767" y="4756633"/>
            <a:chExt cx="859646" cy="292841"/>
          </a:xfrm>
        </p:grpSpPr>
        <p:sp>
          <p:nvSpPr>
            <p:cNvPr id="1293" name="Google Shape;1293;p6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 name="Google Shape;1296;p6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 name="Google Shape;1300;p60"/>
          <p:cNvGrpSpPr/>
          <p:nvPr/>
        </p:nvGrpSpPr>
        <p:grpSpPr>
          <a:xfrm>
            <a:off x="7141841" y="2550562"/>
            <a:ext cx="166473" cy="141497"/>
            <a:chOff x="4660325" y="1866850"/>
            <a:chExt cx="68350" cy="58100"/>
          </a:xfrm>
        </p:grpSpPr>
        <p:sp>
          <p:nvSpPr>
            <p:cNvPr id="1301" name="Google Shape;1301;p6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60"/>
          <p:cNvGrpSpPr/>
          <p:nvPr/>
        </p:nvGrpSpPr>
        <p:grpSpPr>
          <a:xfrm>
            <a:off x="7451186" y="2576286"/>
            <a:ext cx="162515" cy="90049"/>
            <a:chOff x="4791775" y="1877500"/>
            <a:chExt cx="66725" cy="36975"/>
          </a:xfrm>
        </p:grpSpPr>
        <p:sp>
          <p:nvSpPr>
            <p:cNvPr id="1304" name="Google Shape;1304;p6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60"/>
          <p:cNvGrpSpPr/>
          <p:nvPr/>
        </p:nvGrpSpPr>
        <p:grpSpPr>
          <a:xfrm>
            <a:off x="7772899" y="2576286"/>
            <a:ext cx="144979" cy="90049"/>
            <a:chOff x="4923925" y="1877500"/>
            <a:chExt cx="59525" cy="36975"/>
          </a:xfrm>
        </p:grpSpPr>
        <p:sp>
          <p:nvSpPr>
            <p:cNvPr id="1307" name="Google Shape;1307;p6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60"/>
          <p:cNvGrpSpPr/>
          <p:nvPr/>
        </p:nvGrpSpPr>
        <p:grpSpPr>
          <a:xfrm>
            <a:off x="8067390" y="2558477"/>
            <a:ext cx="141447" cy="125667"/>
            <a:chOff x="5058450" y="1870100"/>
            <a:chExt cx="58075" cy="51600"/>
          </a:xfrm>
        </p:grpSpPr>
        <p:sp>
          <p:nvSpPr>
            <p:cNvPr id="1310" name="Google Shape;1310;p6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60"/>
          <p:cNvGrpSpPr/>
          <p:nvPr/>
        </p:nvGrpSpPr>
        <p:grpSpPr>
          <a:xfrm>
            <a:off x="7481905" y="2980885"/>
            <a:ext cx="101077" cy="107645"/>
            <a:chOff x="4811425" y="2065025"/>
            <a:chExt cx="41500" cy="44200"/>
          </a:xfrm>
        </p:grpSpPr>
        <p:sp>
          <p:nvSpPr>
            <p:cNvPr id="1313" name="Google Shape;1313;p6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 name="Google Shape;1315;p60"/>
          <p:cNvGrpSpPr/>
          <p:nvPr/>
        </p:nvGrpSpPr>
        <p:grpSpPr>
          <a:xfrm>
            <a:off x="7774342" y="2981098"/>
            <a:ext cx="120867" cy="107218"/>
            <a:chOff x="4929875" y="2065025"/>
            <a:chExt cx="49625" cy="44025"/>
          </a:xfrm>
        </p:grpSpPr>
        <p:sp>
          <p:nvSpPr>
            <p:cNvPr id="1316" name="Google Shape;1316;p6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 name="Google Shape;1318;p60"/>
          <p:cNvGrpSpPr/>
          <p:nvPr/>
        </p:nvGrpSpPr>
        <p:grpSpPr>
          <a:xfrm>
            <a:off x="8103011" y="2984112"/>
            <a:ext cx="70206" cy="101191"/>
            <a:chOff x="5083925" y="2066350"/>
            <a:chExt cx="28825" cy="41550"/>
          </a:xfrm>
        </p:grpSpPr>
        <p:sp>
          <p:nvSpPr>
            <p:cNvPr id="1319" name="Google Shape;1319;p6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60"/>
          <p:cNvGrpSpPr/>
          <p:nvPr/>
        </p:nvGrpSpPr>
        <p:grpSpPr>
          <a:xfrm>
            <a:off x="7134565" y="2999759"/>
            <a:ext cx="181026" cy="69896"/>
            <a:chOff x="4659775" y="2072775"/>
            <a:chExt cx="74325" cy="28700"/>
          </a:xfrm>
        </p:grpSpPr>
        <p:sp>
          <p:nvSpPr>
            <p:cNvPr id="1322" name="Google Shape;1322;p6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 name="Google Shape;1325;p60"/>
          <p:cNvGrpSpPr/>
          <p:nvPr/>
        </p:nvGrpSpPr>
        <p:grpSpPr>
          <a:xfrm>
            <a:off x="8054421" y="2790324"/>
            <a:ext cx="167387" cy="89197"/>
            <a:chOff x="4662475" y="1976500"/>
            <a:chExt cx="68725" cy="36625"/>
          </a:xfrm>
        </p:grpSpPr>
        <p:sp>
          <p:nvSpPr>
            <p:cNvPr id="1326" name="Google Shape;1326;p6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60"/>
          <p:cNvGrpSpPr/>
          <p:nvPr/>
        </p:nvGrpSpPr>
        <p:grpSpPr>
          <a:xfrm>
            <a:off x="7751326" y="2793764"/>
            <a:ext cx="166899" cy="82317"/>
            <a:chOff x="4920150" y="1977875"/>
            <a:chExt cx="68525" cy="33800"/>
          </a:xfrm>
        </p:grpSpPr>
        <p:sp>
          <p:nvSpPr>
            <p:cNvPr id="1330" name="Google Shape;1330;p6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60"/>
          <p:cNvGrpSpPr/>
          <p:nvPr/>
        </p:nvGrpSpPr>
        <p:grpSpPr>
          <a:xfrm>
            <a:off x="7162483" y="3197682"/>
            <a:ext cx="125190" cy="127859"/>
            <a:chOff x="4676550" y="2160575"/>
            <a:chExt cx="51400" cy="52500"/>
          </a:xfrm>
        </p:grpSpPr>
        <p:sp>
          <p:nvSpPr>
            <p:cNvPr id="1334" name="Google Shape;1334;p6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60"/>
          <p:cNvGrpSpPr/>
          <p:nvPr/>
        </p:nvGrpSpPr>
        <p:grpSpPr>
          <a:xfrm>
            <a:off x="7459741" y="3204714"/>
            <a:ext cx="145405" cy="113794"/>
            <a:chOff x="4768325" y="2163475"/>
            <a:chExt cx="59700" cy="46725"/>
          </a:xfrm>
        </p:grpSpPr>
        <p:sp>
          <p:nvSpPr>
            <p:cNvPr id="1338" name="Google Shape;1338;p6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 name="Google Shape;1340;p6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 name="Google Shape;1346;p60"/>
          <p:cNvGrpSpPr/>
          <p:nvPr/>
        </p:nvGrpSpPr>
        <p:grpSpPr>
          <a:xfrm>
            <a:off x="7476059" y="3459808"/>
            <a:ext cx="112768" cy="106853"/>
            <a:chOff x="4768575" y="2253950"/>
            <a:chExt cx="46300" cy="43875"/>
          </a:xfrm>
        </p:grpSpPr>
        <p:sp>
          <p:nvSpPr>
            <p:cNvPr id="1347" name="Google Shape;1347;p6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 name="Google Shape;1349;p60"/>
          <p:cNvGrpSpPr/>
          <p:nvPr/>
        </p:nvGrpSpPr>
        <p:grpSpPr>
          <a:xfrm>
            <a:off x="7775682" y="3948834"/>
            <a:ext cx="118187" cy="146246"/>
            <a:chOff x="4960900" y="2433225"/>
            <a:chExt cx="48525" cy="60050"/>
          </a:xfrm>
        </p:grpSpPr>
        <p:sp>
          <p:nvSpPr>
            <p:cNvPr id="1350" name="Google Shape;1350;p6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 name="Google Shape;1352;p60"/>
          <p:cNvGrpSpPr/>
          <p:nvPr/>
        </p:nvGrpSpPr>
        <p:grpSpPr>
          <a:xfrm>
            <a:off x="7464247" y="4212895"/>
            <a:ext cx="136394" cy="143810"/>
            <a:chOff x="4854075" y="2527625"/>
            <a:chExt cx="56000" cy="59050"/>
          </a:xfrm>
        </p:grpSpPr>
        <p:sp>
          <p:nvSpPr>
            <p:cNvPr id="1353" name="Google Shape;1353;p6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 name="Google Shape;1355;p6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 name="Google Shape;1358;p60"/>
          <p:cNvGrpSpPr/>
          <p:nvPr/>
        </p:nvGrpSpPr>
        <p:grpSpPr>
          <a:xfrm>
            <a:off x="8088458" y="3676639"/>
            <a:ext cx="99312" cy="160797"/>
            <a:chOff x="5059700" y="2334775"/>
            <a:chExt cx="40775" cy="66025"/>
          </a:xfrm>
        </p:grpSpPr>
        <p:sp>
          <p:nvSpPr>
            <p:cNvPr id="1359" name="Google Shape;1359;p6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 name="Google Shape;1368;p60"/>
          <p:cNvGrpSpPr/>
          <p:nvPr/>
        </p:nvGrpSpPr>
        <p:grpSpPr>
          <a:xfrm>
            <a:off x="8045622" y="3941771"/>
            <a:ext cx="184984" cy="160371"/>
            <a:chOff x="5037700" y="2430325"/>
            <a:chExt cx="75950" cy="65850"/>
          </a:xfrm>
        </p:grpSpPr>
        <p:sp>
          <p:nvSpPr>
            <p:cNvPr id="1369" name="Google Shape;1369;p6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60"/>
          <p:cNvGrpSpPr/>
          <p:nvPr/>
        </p:nvGrpSpPr>
        <p:grpSpPr>
          <a:xfrm>
            <a:off x="7465128" y="3708223"/>
            <a:ext cx="173014" cy="97629"/>
            <a:chOff x="4756975" y="2341800"/>
            <a:chExt cx="91975" cy="51925"/>
          </a:xfrm>
        </p:grpSpPr>
        <p:sp>
          <p:nvSpPr>
            <p:cNvPr id="1372" name="Google Shape;1372;p6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 name="Google Shape;1392;p60"/>
          <p:cNvGrpSpPr/>
          <p:nvPr/>
        </p:nvGrpSpPr>
        <p:grpSpPr>
          <a:xfrm>
            <a:off x="7732065" y="4196920"/>
            <a:ext cx="212497" cy="175761"/>
            <a:chOff x="4943575" y="2516350"/>
            <a:chExt cx="98675" cy="81700"/>
          </a:xfrm>
        </p:grpSpPr>
        <p:sp>
          <p:nvSpPr>
            <p:cNvPr id="1393" name="Google Shape;1393;p6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 name="Google Shape;1471;p6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0"/>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0"/>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478" name="Shape 1478"/>
        <p:cNvGrpSpPr/>
        <p:nvPr/>
      </p:nvGrpSpPr>
      <p:grpSpPr>
        <a:xfrm>
          <a:off x="0" y="0"/>
          <a:ext cx="0" cy="0"/>
          <a:chOff x="0" y="0"/>
          <a:chExt cx="0" cy="0"/>
        </a:xfrm>
      </p:grpSpPr>
      <p:grpSp>
        <p:nvGrpSpPr>
          <p:cNvPr id="1479" name="Google Shape;1479;p61"/>
          <p:cNvGrpSpPr/>
          <p:nvPr/>
        </p:nvGrpSpPr>
        <p:grpSpPr>
          <a:xfrm>
            <a:off x="3642951" y="1176740"/>
            <a:ext cx="2078182" cy="1366558"/>
            <a:chOff x="235800" y="830650"/>
            <a:chExt cx="6978450" cy="4588844"/>
          </a:xfrm>
        </p:grpSpPr>
        <p:sp>
          <p:nvSpPr>
            <p:cNvPr id="1480" name="Google Shape;1480;p6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 name="Google Shape;1486;p61"/>
          <p:cNvGrpSpPr/>
          <p:nvPr/>
        </p:nvGrpSpPr>
        <p:grpSpPr>
          <a:xfrm>
            <a:off x="738454" y="3007842"/>
            <a:ext cx="2622876" cy="1333540"/>
            <a:chOff x="238125" y="1038125"/>
            <a:chExt cx="7146800" cy="3633625"/>
          </a:xfrm>
        </p:grpSpPr>
        <p:sp>
          <p:nvSpPr>
            <p:cNvPr id="1487" name="Google Shape;1487;p6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61"/>
          <p:cNvGrpSpPr/>
          <p:nvPr/>
        </p:nvGrpSpPr>
        <p:grpSpPr>
          <a:xfrm>
            <a:off x="5961311" y="1231136"/>
            <a:ext cx="2435960" cy="1297725"/>
            <a:chOff x="233350" y="949250"/>
            <a:chExt cx="7137300" cy="3802300"/>
          </a:xfrm>
        </p:grpSpPr>
        <p:sp>
          <p:nvSpPr>
            <p:cNvPr id="3060" name="Google Shape;3060;p6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1" name="Google Shape;3111;p61"/>
          <p:cNvGrpSpPr/>
          <p:nvPr/>
        </p:nvGrpSpPr>
        <p:grpSpPr>
          <a:xfrm>
            <a:off x="7714435" y="3194726"/>
            <a:ext cx="104231" cy="320340"/>
            <a:chOff x="7564426" y="3224343"/>
            <a:chExt cx="119985" cy="368801"/>
          </a:xfrm>
        </p:grpSpPr>
        <p:sp>
          <p:nvSpPr>
            <p:cNvPr id="3112" name="Google Shape;3112;p6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4" name="Google Shape;3114;p61"/>
          <p:cNvGrpSpPr/>
          <p:nvPr/>
        </p:nvGrpSpPr>
        <p:grpSpPr>
          <a:xfrm>
            <a:off x="7413923" y="3188827"/>
            <a:ext cx="189489" cy="332132"/>
            <a:chOff x="8370831" y="3202002"/>
            <a:chExt cx="218129" cy="382376"/>
          </a:xfrm>
        </p:grpSpPr>
        <p:sp>
          <p:nvSpPr>
            <p:cNvPr id="3115" name="Google Shape;3115;p6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61"/>
          <p:cNvGrpSpPr/>
          <p:nvPr/>
        </p:nvGrpSpPr>
        <p:grpSpPr>
          <a:xfrm>
            <a:off x="8137312" y="3599959"/>
            <a:ext cx="309429" cy="267000"/>
            <a:chOff x="6742064" y="3750480"/>
            <a:chExt cx="399315" cy="344560"/>
          </a:xfrm>
        </p:grpSpPr>
        <p:sp>
          <p:nvSpPr>
            <p:cNvPr id="3118" name="Google Shape;3118;p6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0" name="Google Shape;3120;p61"/>
          <p:cNvGrpSpPr/>
          <p:nvPr/>
        </p:nvGrpSpPr>
        <p:grpSpPr>
          <a:xfrm>
            <a:off x="7676331" y="3951006"/>
            <a:ext cx="180437" cy="281608"/>
            <a:chOff x="7248525" y="3739696"/>
            <a:chExt cx="230531" cy="359790"/>
          </a:xfrm>
        </p:grpSpPr>
        <p:sp>
          <p:nvSpPr>
            <p:cNvPr id="3121" name="Google Shape;3121;p6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3" name="Google Shape;3123;p61"/>
          <p:cNvGrpSpPr/>
          <p:nvPr/>
        </p:nvGrpSpPr>
        <p:grpSpPr>
          <a:xfrm>
            <a:off x="7922251" y="3594231"/>
            <a:ext cx="162896" cy="278710"/>
            <a:chOff x="7601242" y="3729267"/>
            <a:chExt cx="222566" cy="380803"/>
          </a:xfrm>
        </p:grpSpPr>
        <p:sp>
          <p:nvSpPr>
            <p:cNvPr id="3124" name="Google Shape;3124;p6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6" name="Google Shape;3126;p61"/>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7" name="Google Shape;3127;p61"/>
          <p:cNvGrpSpPr/>
          <p:nvPr/>
        </p:nvGrpSpPr>
        <p:grpSpPr>
          <a:xfrm>
            <a:off x="7411896" y="3595371"/>
            <a:ext cx="193543" cy="275990"/>
            <a:chOff x="8304647" y="3738687"/>
            <a:chExt cx="225076" cy="320956"/>
          </a:xfrm>
        </p:grpSpPr>
        <p:sp>
          <p:nvSpPr>
            <p:cNvPr id="3128" name="Google Shape;3128;p6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1" name="Google Shape;3131;p61"/>
          <p:cNvGrpSpPr/>
          <p:nvPr/>
        </p:nvGrpSpPr>
        <p:grpSpPr>
          <a:xfrm>
            <a:off x="7684389" y="3595371"/>
            <a:ext cx="178492" cy="275990"/>
            <a:chOff x="8615101" y="3738687"/>
            <a:chExt cx="207573" cy="320956"/>
          </a:xfrm>
        </p:grpSpPr>
        <p:sp>
          <p:nvSpPr>
            <p:cNvPr id="3132" name="Google Shape;3132;p6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5" name="Google Shape;3135;p61"/>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6" name="Google Shape;3136;p61"/>
          <p:cNvGrpSpPr/>
          <p:nvPr/>
        </p:nvGrpSpPr>
        <p:grpSpPr>
          <a:xfrm>
            <a:off x="7909920" y="3998032"/>
            <a:ext cx="187557" cy="187557"/>
            <a:chOff x="8565775" y="671075"/>
            <a:chExt cx="441000" cy="441000"/>
          </a:xfrm>
        </p:grpSpPr>
        <p:sp>
          <p:nvSpPr>
            <p:cNvPr id="3137" name="Google Shape;3137;p6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9" name="Google Shape;3139;p61"/>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1"/>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1" name="Google Shape;3141;p61"/>
          <p:cNvGrpSpPr/>
          <p:nvPr/>
        </p:nvGrpSpPr>
        <p:grpSpPr>
          <a:xfrm>
            <a:off x="3561370" y="3009282"/>
            <a:ext cx="2241344" cy="1330656"/>
            <a:chOff x="230250" y="739925"/>
            <a:chExt cx="7124425" cy="4229675"/>
          </a:xfrm>
        </p:grpSpPr>
        <p:sp>
          <p:nvSpPr>
            <p:cNvPr id="3142" name="Google Shape;3142;p61"/>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1"/>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1"/>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1"/>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1"/>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1"/>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1"/>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1"/>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1"/>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1"/>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1"/>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1"/>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1"/>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1"/>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1"/>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1"/>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1"/>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1"/>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1"/>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1"/>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1"/>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1"/>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1"/>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1"/>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1"/>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1"/>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1"/>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1"/>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1"/>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1"/>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1"/>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1"/>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1"/>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1"/>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1"/>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1"/>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1"/>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1"/>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1"/>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1"/>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1"/>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1"/>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1"/>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1"/>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1"/>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1"/>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1"/>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1"/>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1"/>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1"/>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1"/>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1"/>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1"/>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1"/>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1"/>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1"/>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1"/>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1"/>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1"/>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1"/>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1"/>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1"/>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1"/>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1"/>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1"/>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1"/>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1"/>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1"/>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1"/>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1"/>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1"/>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1"/>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1"/>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1"/>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1"/>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1"/>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1"/>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1"/>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1"/>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1"/>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1"/>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1"/>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1"/>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1"/>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1"/>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1"/>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1"/>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1"/>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1"/>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1"/>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1"/>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1"/>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1"/>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1"/>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1"/>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1"/>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1"/>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1"/>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1"/>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1"/>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1"/>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1"/>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1"/>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1"/>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1"/>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1"/>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1"/>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1"/>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1"/>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1"/>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1"/>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1"/>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1"/>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1"/>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1"/>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1"/>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1"/>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1"/>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1"/>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1"/>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1"/>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1"/>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1"/>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1"/>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1"/>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1"/>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1"/>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1"/>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1"/>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1"/>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1"/>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1"/>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1"/>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1"/>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1"/>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1"/>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1"/>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1"/>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1"/>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1"/>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1"/>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1"/>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1"/>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1"/>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1"/>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1"/>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1"/>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1"/>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1"/>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1"/>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1"/>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1"/>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1"/>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1"/>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1"/>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1"/>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1"/>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1"/>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1"/>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1"/>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1"/>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1"/>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1"/>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1"/>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1"/>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1"/>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1"/>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1"/>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1"/>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1"/>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1"/>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1"/>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1"/>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1"/>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1"/>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1"/>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1"/>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1"/>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1"/>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1"/>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1"/>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1"/>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1"/>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1"/>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1"/>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1"/>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1"/>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1"/>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1"/>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1"/>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1"/>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1"/>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1"/>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1"/>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1"/>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1"/>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1"/>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1"/>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1"/>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1"/>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1"/>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1"/>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1"/>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1"/>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1"/>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1"/>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1"/>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1"/>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1"/>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1"/>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1"/>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1"/>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1"/>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1"/>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1"/>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1"/>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1"/>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1"/>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1"/>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1"/>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1"/>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1"/>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1"/>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1"/>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1"/>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1"/>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1"/>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1"/>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1"/>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1"/>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1"/>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1"/>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1"/>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1"/>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1"/>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1"/>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1"/>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1"/>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1"/>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1"/>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1"/>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1"/>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1"/>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1"/>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1"/>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1"/>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1"/>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1"/>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1"/>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1"/>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1"/>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1"/>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1"/>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1"/>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1"/>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1"/>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1"/>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1"/>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1"/>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1"/>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1"/>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1"/>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1"/>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1"/>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1"/>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1"/>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1"/>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1"/>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1"/>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1"/>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1"/>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1"/>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1"/>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1"/>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1"/>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1"/>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1"/>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1"/>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1"/>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1"/>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1"/>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1"/>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1"/>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1"/>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1"/>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1"/>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1"/>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1"/>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1"/>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1"/>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1"/>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1"/>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1"/>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1"/>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1"/>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1"/>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1"/>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1"/>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1"/>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1"/>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1"/>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1"/>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1"/>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1"/>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1"/>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1"/>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1"/>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1"/>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1"/>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1"/>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1"/>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1"/>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1"/>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1"/>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1"/>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1"/>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1"/>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1"/>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1"/>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1"/>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1"/>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1"/>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1"/>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1"/>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1"/>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1"/>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1"/>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1"/>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1"/>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1"/>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1"/>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1"/>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1"/>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1"/>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1"/>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1"/>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1"/>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1"/>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1"/>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1"/>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1"/>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1"/>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1"/>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1"/>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1"/>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1"/>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1"/>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1"/>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1"/>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1"/>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1"/>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1"/>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1"/>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1"/>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1"/>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1"/>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1"/>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1"/>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1"/>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1"/>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1"/>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1"/>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1"/>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1"/>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1"/>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1"/>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1"/>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1"/>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1"/>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1"/>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1"/>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1"/>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1"/>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1"/>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1"/>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1"/>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1"/>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1"/>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1"/>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1"/>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1"/>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1"/>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1"/>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1"/>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1"/>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1"/>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1"/>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1"/>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1"/>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1"/>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1"/>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1"/>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1"/>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1"/>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1"/>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1"/>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1"/>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1"/>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1"/>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1"/>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1"/>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1"/>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1"/>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1"/>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1"/>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1"/>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1"/>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1"/>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1"/>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1"/>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1"/>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1"/>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1"/>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1"/>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1"/>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1"/>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1"/>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1"/>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1"/>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1"/>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1"/>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1"/>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1"/>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1"/>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1"/>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1"/>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1"/>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1"/>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1"/>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1"/>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1"/>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1"/>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1"/>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1"/>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1"/>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1"/>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1"/>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1"/>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1"/>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1"/>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1"/>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1"/>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1"/>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1"/>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1"/>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1"/>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1"/>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1"/>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1"/>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1"/>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1"/>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1"/>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1"/>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1"/>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1"/>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1"/>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1"/>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1"/>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1"/>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1"/>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1"/>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1"/>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1"/>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1"/>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1"/>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1"/>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1"/>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1"/>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1"/>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1"/>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1"/>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1"/>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1"/>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1"/>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1"/>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1"/>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1"/>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1"/>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1"/>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1"/>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1"/>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1"/>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1"/>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1"/>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1"/>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1"/>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1"/>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1"/>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1"/>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1"/>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1"/>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1"/>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1"/>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1"/>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1"/>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1"/>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1"/>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1"/>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1"/>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1"/>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1"/>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1"/>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1"/>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1"/>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1"/>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1"/>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1"/>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1"/>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1"/>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1"/>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1"/>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1"/>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1"/>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1"/>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1"/>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1"/>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1"/>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1"/>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1"/>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1"/>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1"/>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1"/>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1"/>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1"/>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1"/>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1"/>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1"/>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1"/>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1"/>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1"/>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1"/>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1"/>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1"/>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1"/>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1"/>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1"/>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1"/>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1"/>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1"/>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1"/>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1"/>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1"/>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1"/>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1"/>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1"/>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1"/>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1"/>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1"/>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1"/>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1"/>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1"/>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1"/>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1"/>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1"/>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1"/>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1"/>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1"/>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1"/>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1"/>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1"/>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1"/>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1"/>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1"/>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1"/>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1"/>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1"/>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1"/>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1"/>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1"/>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1"/>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1"/>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1"/>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1"/>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1"/>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1"/>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1"/>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1"/>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1"/>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1"/>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1"/>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1"/>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1"/>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1"/>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1"/>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1"/>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1"/>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1"/>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1"/>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0" name="Google Shape;3730;p61"/>
          <p:cNvGrpSpPr/>
          <p:nvPr/>
        </p:nvGrpSpPr>
        <p:grpSpPr>
          <a:xfrm>
            <a:off x="6064392" y="3070557"/>
            <a:ext cx="587865" cy="517731"/>
            <a:chOff x="6000718" y="3070557"/>
            <a:chExt cx="587865" cy="517731"/>
          </a:xfrm>
        </p:grpSpPr>
        <p:sp>
          <p:nvSpPr>
            <p:cNvPr id="3731" name="Google Shape;3731;p6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1" name="Google Shape;3741;p61"/>
          <p:cNvGrpSpPr/>
          <p:nvPr/>
        </p:nvGrpSpPr>
        <p:grpSpPr>
          <a:xfrm>
            <a:off x="6079197" y="3714217"/>
            <a:ext cx="557665" cy="516387"/>
            <a:chOff x="6015523" y="3714217"/>
            <a:chExt cx="557665" cy="516387"/>
          </a:xfrm>
        </p:grpSpPr>
        <p:grpSp>
          <p:nvGrpSpPr>
            <p:cNvPr id="3742" name="Google Shape;3742;p61"/>
            <p:cNvGrpSpPr/>
            <p:nvPr/>
          </p:nvGrpSpPr>
          <p:grpSpPr>
            <a:xfrm>
              <a:off x="6036094" y="3716980"/>
              <a:ext cx="529822" cy="510480"/>
              <a:chOff x="3148311" y="-545634"/>
              <a:chExt cx="1006118" cy="969572"/>
            </a:xfrm>
          </p:grpSpPr>
          <p:sp>
            <p:nvSpPr>
              <p:cNvPr id="3743" name="Google Shape;3743;p6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3" name="Google Shape;3753;p6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4" name="Google Shape;3754;p61"/>
          <p:cNvGrpSpPr/>
          <p:nvPr/>
        </p:nvGrpSpPr>
        <p:grpSpPr>
          <a:xfrm>
            <a:off x="6707979" y="3073628"/>
            <a:ext cx="576302" cy="511871"/>
            <a:chOff x="6644304" y="3073628"/>
            <a:chExt cx="576302" cy="511871"/>
          </a:xfrm>
        </p:grpSpPr>
        <p:grpSp>
          <p:nvGrpSpPr>
            <p:cNvPr id="3755" name="Google Shape;3755;p61"/>
            <p:cNvGrpSpPr/>
            <p:nvPr/>
          </p:nvGrpSpPr>
          <p:grpSpPr>
            <a:xfrm>
              <a:off x="6712169" y="3073651"/>
              <a:ext cx="481611" cy="506713"/>
              <a:chOff x="1833536" y="-546641"/>
              <a:chExt cx="914567" cy="962419"/>
            </a:xfrm>
          </p:grpSpPr>
          <p:grpSp>
            <p:nvGrpSpPr>
              <p:cNvPr id="3756" name="Google Shape;3756;p61"/>
              <p:cNvGrpSpPr/>
              <p:nvPr/>
            </p:nvGrpSpPr>
            <p:grpSpPr>
              <a:xfrm>
                <a:off x="1833536" y="-524249"/>
                <a:ext cx="914567" cy="940027"/>
                <a:chOff x="1833536" y="-524249"/>
                <a:chExt cx="914567" cy="940027"/>
              </a:xfrm>
            </p:grpSpPr>
            <p:sp>
              <p:nvSpPr>
                <p:cNvPr id="3757" name="Google Shape;3757;p6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2" name="Google Shape;3762;p6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6" name="Google Shape;3766;p6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7" name="Google Shape;3767;p61"/>
          <p:cNvGrpSpPr/>
          <p:nvPr/>
        </p:nvGrpSpPr>
        <p:grpSpPr>
          <a:xfrm>
            <a:off x="6715725" y="3714143"/>
            <a:ext cx="560636" cy="516497"/>
            <a:chOff x="6652051" y="3714143"/>
            <a:chExt cx="560636" cy="516497"/>
          </a:xfrm>
        </p:grpSpPr>
        <p:grpSp>
          <p:nvGrpSpPr>
            <p:cNvPr id="3768" name="Google Shape;3768;p61"/>
            <p:cNvGrpSpPr/>
            <p:nvPr/>
          </p:nvGrpSpPr>
          <p:grpSpPr>
            <a:xfrm>
              <a:off x="6669657" y="3716715"/>
              <a:ext cx="466768" cy="464314"/>
              <a:chOff x="3139766" y="765669"/>
              <a:chExt cx="886380" cy="881888"/>
            </a:xfrm>
          </p:grpSpPr>
          <p:grpSp>
            <p:nvGrpSpPr>
              <p:cNvPr id="3769" name="Google Shape;3769;p61"/>
              <p:cNvGrpSpPr/>
              <p:nvPr/>
            </p:nvGrpSpPr>
            <p:grpSpPr>
              <a:xfrm>
                <a:off x="3139766" y="765669"/>
                <a:ext cx="886380" cy="881888"/>
                <a:chOff x="3139766" y="765669"/>
                <a:chExt cx="886380" cy="881888"/>
              </a:xfrm>
            </p:grpSpPr>
            <p:sp>
              <p:nvSpPr>
                <p:cNvPr id="3770" name="Google Shape;3770;p6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9" name="Google Shape;3779;p6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3" name="Google Shape;3783;p6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4" name="Google Shape;3784;p61"/>
          <p:cNvGrpSpPr/>
          <p:nvPr/>
        </p:nvGrpSpPr>
        <p:grpSpPr>
          <a:xfrm>
            <a:off x="726609" y="1192826"/>
            <a:ext cx="2665073" cy="1317140"/>
            <a:chOff x="793334" y="1192826"/>
            <a:chExt cx="2665073" cy="1317140"/>
          </a:xfrm>
        </p:grpSpPr>
        <p:sp>
          <p:nvSpPr>
            <p:cNvPr id="3785" name="Google Shape;3785;p6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1"/>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1"/>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755" name="Shape 7755"/>
        <p:cNvGrpSpPr/>
        <p:nvPr/>
      </p:nvGrpSpPr>
      <p:grpSpPr>
        <a:xfrm>
          <a:off x="0" y="0"/>
          <a:ext cx="0" cy="0"/>
          <a:chOff x="0" y="0"/>
          <a:chExt cx="0" cy="0"/>
        </a:xfrm>
      </p:grpSpPr>
      <p:grpSp>
        <p:nvGrpSpPr>
          <p:cNvPr id="7756" name="Google Shape;7756;p62"/>
          <p:cNvGrpSpPr/>
          <p:nvPr/>
        </p:nvGrpSpPr>
        <p:grpSpPr>
          <a:xfrm>
            <a:off x="2126623" y="3607908"/>
            <a:ext cx="1102891" cy="760337"/>
            <a:chOff x="4967783" y="2151471"/>
            <a:chExt cx="3920692" cy="2702940"/>
          </a:xfrm>
        </p:grpSpPr>
        <p:grpSp>
          <p:nvGrpSpPr>
            <p:cNvPr id="7757" name="Google Shape;7757;p62"/>
            <p:cNvGrpSpPr/>
            <p:nvPr/>
          </p:nvGrpSpPr>
          <p:grpSpPr>
            <a:xfrm>
              <a:off x="5045709" y="2252109"/>
              <a:ext cx="3761071" cy="2501708"/>
              <a:chOff x="2691784" y="1805334"/>
              <a:chExt cx="3761071" cy="2501708"/>
            </a:xfrm>
          </p:grpSpPr>
          <p:sp>
            <p:nvSpPr>
              <p:cNvPr id="7758" name="Google Shape;7758;p6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62"/>
            <p:cNvGrpSpPr/>
            <p:nvPr/>
          </p:nvGrpSpPr>
          <p:grpSpPr>
            <a:xfrm>
              <a:off x="4967783" y="2151471"/>
              <a:ext cx="3920692" cy="2702940"/>
              <a:chOff x="2613858" y="1704696"/>
              <a:chExt cx="3920692" cy="2702940"/>
            </a:xfrm>
          </p:grpSpPr>
          <p:sp>
            <p:nvSpPr>
              <p:cNvPr id="7766" name="Google Shape;7766;p6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1" name="Google Shape;7771;p62"/>
          <p:cNvGrpSpPr/>
          <p:nvPr/>
        </p:nvGrpSpPr>
        <p:grpSpPr>
          <a:xfrm>
            <a:off x="3530532" y="1496185"/>
            <a:ext cx="1561911" cy="708580"/>
            <a:chOff x="3530532" y="1496185"/>
            <a:chExt cx="1561911" cy="708580"/>
          </a:xfrm>
        </p:grpSpPr>
        <p:grpSp>
          <p:nvGrpSpPr>
            <p:cNvPr id="7772" name="Google Shape;7772;p62"/>
            <p:cNvGrpSpPr/>
            <p:nvPr/>
          </p:nvGrpSpPr>
          <p:grpSpPr>
            <a:xfrm>
              <a:off x="3720318" y="1857562"/>
              <a:ext cx="1372125" cy="54"/>
              <a:chOff x="3720318" y="1857562"/>
              <a:chExt cx="1372125" cy="54"/>
            </a:xfrm>
          </p:grpSpPr>
          <p:cxnSp>
            <p:nvCxnSpPr>
              <p:cNvPr id="7773" name="Google Shape;7773;p62"/>
              <p:cNvCxnSpPr>
                <a:endCxn id="7774"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75" name="Google Shape;7775;p6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76" name="Google Shape;7776;p6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77" name="Google Shape;7777;p62"/>
              <p:cNvCxnSpPr>
                <a:stCxn id="7774"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778" name="Google Shape;7778;p62"/>
            <p:cNvGrpSpPr/>
            <p:nvPr/>
          </p:nvGrpSpPr>
          <p:grpSpPr>
            <a:xfrm>
              <a:off x="3567462" y="1496185"/>
              <a:ext cx="286500" cy="272914"/>
              <a:chOff x="3567462" y="1496185"/>
              <a:chExt cx="286500" cy="272914"/>
            </a:xfrm>
          </p:grpSpPr>
          <p:cxnSp>
            <p:nvCxnSpPr>
              <p:cNvPr id="7779" name="Google Shape;7779;p6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780" name="Google Shape;7780;p6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1" name="Google Shape;7781;p6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3" name="Google Shape;7783;p62"/>
            <p:cNvGrpSpPr/>
            <p:nvPr/>
          </p:nvGrpSpPr>
          <p:grpSpPr>
            <a:xfrm>
              <a:off x="3929014" y="1960574"/>
              <a:ext cx="286500" cy="242342"/>
              <a:chOff x="3929014" y="1960574"/>
              <a:chExt cx="286500" cy="242342"/>
            </a:xfrm>
          </p:grpSpPr>
          <p:cxnSp>
            <p:nvCxnSpPr>
              <p:cNvPr id="7784" name="Google Shape;7784;p6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785" name="Google Shape;7785;p6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62"/>
            <p:cNvGrpSpPr/>
            <p:nvPr/>
          </p:nvGrpSpPr>
          <p:grpSpPr>
            <a:xfrm>
              <a:off x="4290828" y="1496185"/>
              <a:ext cx="286500" cy="272914"/>
              <a:chOff x="4290828" y="1496185"/>
              <a:chExt cx="286500" cy="272914"/>
            </a:xfrm>
          </p:grpSpPr>
          <p:cxnSp>
            <p:nvCxnSpPr>
              <p:cNvPr id="7787" name="Google Shape;7787;p6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788" name="Google Shape;7788;p6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9" name="Google Shape;7789;p6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0" name="Google Shape;7790;p62"/>
            <p:cNvGrpSpPr/>
            <p:nvPr/>
          </p:nvGrpSpPr>
          <p:grpSpPr>
            <a:xfrm>
              <a:off x="4657726" y="1959674"/>
              <a:ext cx="286500" cy="245092"/>
              <a:chOff x="4657726" y="1959674"/>
              <a:chExt cx="286500" cy="245092"/>
            </a:xfrm>
          </p:grpSpPr>
          <p:cxnSp>
            <p:nvCxnSpPr>
              <p:cNvPr id="7791" name="Google Shape;7791;p6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792" name="Google Shape;7792;p6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3" name="Google Shape;7793;p62"/>
          <p:cNvGrpSpPr/>
          <p:nvPr/>
        </p:nvGrpSpPr>
        <p:grpSpPr>
          <a:xfrm>
            <a:off x="3512551" y="2358282"/>
            <a:ext cx="1597032" cy="378649"/>
            <a:chOff x="3512551" y="2358282"/>
            <a:chExt cx="1597032" cy="378649"/>
          </a:xfrm>
        </p:grpSpPr>
        <p:grpSp>
          <p:nvGrpSpPr>
            <p:cNvPr id="7794" name="Google Shape;7794;p62"/>
            <p:cNvGrpSpPr/>
            <p:nvPr/>
          </p:nvGrpSpPr>
          <p:grpSpPr>
            <a:xfrm>
              <a:off x="3738198" y="2553002"/>
              <a:ext cx="1145834" cy="117"/>
              <a:chOff x="3738198" y="2553002"/>
              <a:chExt cx="1145834" cy="117"/>
            </a:xfrm>
          </p:grpSpPr>
          <p:cxnSp>
            <p:nvCxnSpPr>
              <p:cNvPr id="7795" name="Google Shape;7795;p6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796" name="Google Shape;7796;p6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797" name="Google Shape;7797;p62"/>
              <p:cNvCxnSpPr>
                <a:stCxn id="7798" idx="6"/>
                <a:endCxn id="7799"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800" name="Google Shape;7800;p62"/>
            <p:cNvGrpSpPr/>
            <p:nvPr/>
          </p:nvGrpSpPr>
          <p:grpSpPr>
            <a:xfrm>
              <a:off x="3969644" y="2440153"/>
              <a:ext cx="225900" cy="296779"/>
              <a:chOff x="3969644" y="2440153"/>
              <a:chExt cx="225900" cy="296779"/>
            </a:xfrm>
          </p:grpSpPr>
          <p:cxnSp>
            <p:nvCxnSpPr>
              <p:cNvPr id="7801" name="Google Shape;7801;p6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799" name="Google Shape;7799;p6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62"/>
            <p:cNvGrpSpPr/>
            <p:nvPr/>
          </p:nvGrpSpPr>
          <p:grpSpPr>
            <a:xfrm>
              <a:off x="4426818" y="2358282"/>
              <a:ext cx="225600" cy="307471"/>
              <a:chOff x="4426818" y="2358282"/>
              <a:chExt cx="225600" cy="307471"/>
            </a:xfrm>
          </p:grpSpPr>
          <p:cxnSp>
            <p:nvCxnSpPr>
              <p:cNvPr id="7804" name="Google Shape;7804;p62"/>
              <p:cNvCxnSpPr>
                <a:stCxn id="7805"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806" name="Google Shape;7806;p6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62"/>
            <p:cNvGrpSpPr/>
            <p:nvPr/>
          </p:nvGrpSpPr>
          <p:grpSpPr>
            <a:xfrm>
              <a:off x="4883984" y="2440153"/>
              <a:ext cx="225600" cy="296479"/>
              <a:chOff x="4883984" y="2440153"/>
              <a:chExt cx="225600" cy="296479"/>
            </a:xfrm>
          </p:grpSpPr>
          <p:cxnSp>
            <p:nvCxnSpPr>
              <p:cNvPr id="7808" name="Google Shape;7808;p6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809" name="Google Shape;7809;p6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62"/>
            <p:cNvGrpSpPr/>
            <p:nvPr/>
          </p:nvGrpSpPr>
          <p:grpSpPr>
            <a:xfrm>
              <a:off x="3512551" y="2358356"/>
              <a:ext cx="225647" cy="307629"/>
              <a:chOff x="2182679" y="2005014"/>
              <a:chExt cx="792300" cy="1080158"/>
            </a:xfrm>
          </p:grpSpPr>
          <p:cxnSp>
            <p:nvCxnSpPr>
              <p:cNvPr id="7812" name="Google Shape;7812;p62"/>
              <p:cNvCxnSpPr>
                <a:stCxn id="7813"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798" name="Google Shape;7798;p6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4" name="Google Shape;7814;p62"/>
          <p:cNvGrpSpPr/>
          <p:nvPr/>
        </p:nvGrpSpPr>
        <p:grpSpPr>
          <a:xfrm>
            <a:off x="6872633" y="1182079"/>
            <a:ext cx="1559809" cy="722610"/>
            <a:chOff x="634175" y="2986275"/>
            <a:chExt cx="3147949" cy="1458344"/>
          </a:xfrm>
        </p:grpSpPr>
        <p:cxnSp>
          <p:nvCxnSpPr>
            <p:cNvPr id="7815" name="Google Shape;7815;p62"/>
            <p:cNvCxnSpPr>
              <a:stCxn id="7816" idx="4"/>
              <a:endCxn id="7817"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7818" name="Google Shape;7818;p62"/>
            <p:cNvCxnSpPr>
              <a:stCxn id="7817" idx="0"/>
              <a:endCxn id="7819"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820" name="Google Shape;7820;p62"/>
            <p:cNvCxnSpPr>
              <a:stCxn id="7819" idx="4"/>
              <a:endCxn id="7821"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822" name="Google Shape;7822;p62"/>
            <p:cNvCxnSpPr>
              <a:stCxn id="7821" idx="0"/>
              <a:endCxn id="7823"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7823" name="Google Shape;7823;p6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19" name="Google Shape;7819;p6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16" name="Google Shape;7816;p6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21" name="Google Shape;7821;p6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17" name="Google Shape;7817;p6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824" name="Google Shape;7824;p62"/>
          <p:cNvGrpSpPr/>
          <p:nvPr/>
        </p:nvGrpSpPr>
        <p:grpSpPr>
          <a:xfrm>
            <a:off x="3526424" y="2891987"/>
            <a:ext cx="1570719" cy="294123"/>
            <a:chOff x="998425" y="1182125"/>
            <a:chExt cx="1065400" cy="199500"/>
          </a:xfrm>
        </p:grpSpPr>
        <p:sp>
          <p:nvSpPr>
            <p:cNvPr id="7825" name="Google Shape;7825;p6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62"/>
          <p:cNvGrpSpPr/>
          <p:nvPr/>
        </p:nvGrpSpPr>
        <p:grpSpPr>
          <a:xfrm>
            <a:off x="6869680" y="2009474"/>
            <a:ext cx="1565716" cy="366729"/>
            <a:chOff x="1247650" y="2075423"/>
            <a:chExt cx="6648477" cy="1557238"/>
          </a:xfrm>
        </p:grpSpPr>
        <p:sp>
          <p:nvSpPr>
            <p:cNvPr id="7831" name="Google Shape;7831;p6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62"/>
          <p:cNvGrpSpPr/>
          <p:nvPr/>
        </p:nvGrpSpPr>
        <p:grpSpPr>
          <a:xfrm>
            <a:off x="6853992" y="3158289"/>
            <a:ext cx="1597061" cy="663440"/>
            <a:chOff x="6796238" y="3158297"/>
            <a:chExt cx="1630319" cy="677257"/>
          </a:xfrm>
        </p:grpSpPr>
        <p:cxnSp>
          <p:nvCxnSpPr>
            <p:cNvPr id="7838" name="Google Shape;7838;p6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839" name="Google Shape;7839;p6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840" name="Google Shape;7840;p6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841" name="Google Shape;7841;p6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842" name="Google Shape;7842;p62"/>
            <p:cNvGrpSpPr/>
            <p:nvPr/>
          </p:nvGrpSpPr>
          <p:grpSpPr>
            <a:xfrm>
              <a:off x="6796238" y="3311904"/>
              <a:ext cx="1630319" cy="377697"/>
              <a:chOff x="6796238" y="3311904"/>
              <a:chExt cx="1630319" cy="377697"/>
            </a:xfrm>
          </p:grpSpPr>
          <p:sp>
            <p:nvSpPr>
              <p:cNvPr id="7843" name="Google Shape;7843;p6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6" name="Google Shape;7846;p62"/>
          <p:cNvGrpSpPr/>
          <p:nvPr/>
        </p:nvGrpSpPr>
        <p:grpSpPr>
          <a:xfrm>
            <a:off x="5375130" y="1179681"/>
            <a:ext cx="1368606" cy="1593805"/>
            <a:chOff x="1839112" y="2209163"/>
            <a:chExt cx="1918159" cy="2233784"/>
          </a:xfrm>
        </p:grpSpPr>
        <p:sp>
          <p:nvSpPr>
            <p:cNvPr id="7847" name="Google Shape;7847;p6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50" name="Google Shape;7850;p62"/>
            <p:cNvCxnSpPr>
              <a:stCxn id="7847" idx="6"/>
              <a:endCxn id="7848"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851" name="Google Shape;7851;p62"/>
            <p:cNvCxnSpPr>
              <a:stCxn id="7848" idx="4"/>
              <a:endCxn id="785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853" name="Google Shape;7853;p62"/>
            <p:cNvCxnSpPr>
              <a:stCxn id="7852" idx="6"/>
              <a:endCxn id="7849"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854" name="Google Shape;7854;p62"/>
            <p:cNvCxnSpPr>
              <a:stCxn id="7849" idx="4"/>
              <a:endCxn id="785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852" name="Google Shape;7852;p6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57" name="Google Shape;7857;p62"/>
            <p:cNvCxnSpPr>
              <a:endCxn id="785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858" name="Google Shape;7858;p62"/>
          <p:cNvGrpSpPr/>
          <p:nvPr/>
        </p:nvGrpSpPr>
        <p:grpSpPr>
          <a:xfrm>
            <a:off x="3507503" y="1185917"/>
            <a:ext cx="1637968" cy="154942"/>
            <a:chOff x="238125" y="2506075"/>
            <a:chExt cx="7115411" cy="673075"/>
          </a:xfrm>
        </p:grpSpPr>
        <p:sp>
          <p:nvSpPr>
            <p:cNvPr id="7859" name="Google Shape;7859;p6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62"/>
          <p:cNvGrpSpPr/>
          <p:nvPr/>
        </p:nvGrpSpPr>
        <p:grpSpPr>
          <a:xfrm>
            <a:off x="746187" y="1507514"/>
            <a:ext cx="2476762" cy="91743"/>
            <a:chOff x="1464850" y="436376"/>
            <a:chExt cx="6001362" cy="222300"/>
          </a:xfrm>
        </p:grpSpPr>
        <p:sp>
          <p:nvSpPr>
            <p:cNvPr id="7865" name="Google Shape;7865;p6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70" name="Google Shape;7870;p6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71" name="Google Shape;7871;p6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72" name="Google Shape;7872;p6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73" name="Google Shape;7873;p6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874" name="Google Shape;7874;p62"/>
          <p:cNvGrpSpPr/>
          <p:nvPr/>
        </p:nvGrpSpPr>
        <p:grpSpPr>
          <a:xfrm>
            <a:off x="732455" y="2742980"/>
            <a:ext cx="1452710" cy="651923"/>
            <a:chOff x="803162" y="2667727"/>
            <a:chExt cx="1411906" cy="633611"/>
          </a:xfrm>
        </p:grpSpPr>
        <p:cxnSp>
          <p:nvCxnSpPr>
            <p:cNvPr id="7875" name="Google Shape;7875;p62"/>
            <p:cNvCxnSpPr>
              <a:stCxn id="7876" idx="2"/>
              <a:endCxn id="7877"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78" name="Google Shape;7878;p62"/>
            <p:cNvCxnSpPr>
              <a:stCxn id="7879" idx="0"/>
              <a:endCxn id="7876"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80" name="Google Shape;7880;p62"/>
            <p:cNvCxnSpPr>
              <a:stCxn id="7879" idx="2"/>
              <a:endCxn id="7881"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82" name="Google Shape;7882;p62"/>
            <p:cNvCxnSpPr>
              <a:stCxn id="7883" idx="0"/>
              <a:endCxn id="7879"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84" name="Google Shape;7884;p62"/>
            <p:cNvCxnSpPr>
              <a:stCxn id="7877" idx="2"/>
              <a:endCxn id="7885"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86" name="Google Shape;7886;p62"/>
            <p:cNvCxnSpPr>
              <a:stCxn id="7887" idx="0"/>
              <a:endCxn id="7877"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883" name="Google Shape;7883;p6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81" name="Google Shape;7881;p6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87" name="Google Shape;7887;p6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85" name="Google Shape;7885;p6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77" name="Google Shape;7877;p6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79" name="Google Shape;7879;p6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76" name="Google Shape;7876;p6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888" name="Google Shape;7888;p62"/>
          <p:cNvGrpSpPr/>
          <p:nvPr/>
        </p:nvGrpSpPr>
        <p:grpSpPr>
          <a:xfrm>
            <a:off x="732456" y="1178518"/>
            <a:ext cx="2518541" cy="209309"/>
            <a:chOff x="803163" y="1111966"/>
            <a:chExt cx="2447800" cy="203430"/>
          </a:xfrm>
        </p:grpSpPr>
        <p:grpSp>
          <p:nvGrpSpPr>
            <p:cNvPr id="7889" name="Google Shape;7889;p62"/>
            <p:cNvGrpSpPr/>
            <p:nvPr/>
          </p:nvGrpSpPr>
          <p:grpSpPr>
            <a:xfrm>
              <a:off x="1958180" y="1111966"/>
              <a:ext cx="588019" cy="121396"/>
              <a:chOff x="4808316" y="2800065"/>
              <a:chExt cx="1999386" cy="412910"/>
            </a:xfrm>
          </p:grpSpPr>
          <p:sp>
            <p:nvSpPr>
              <p:cNvPr id="7890" name="Google Shape;7890;p6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1" name="Google Shape;7891;p62"/>
              <p:cNvGrpSpPr/>
              <p:nvPr/>
            </p:nvGrpSpPr>
            <p:grpSpPr>
              <a:xfrm>
                <a:off x="4808316" y="2800065"/>
                <a:ext cx="92400" cy="411825"/>
                <a:chOff x="845575" y="2563700"/>
                <a:chExt cx="92400" cy="411825"/>
              </a:xfrm>
            </p:grpSpPr>
            <p:cxnSp>
              <p:nvCxnSpPr>
                <p:cNvPr id="7892" name="Google Shape;7892;p6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93" name="Google Shape;7893;p6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894" name="Google Shape;7894;p6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895" name="Google Shape;7895;p6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6" name="Google Shape;7896;p62"/>
            <p:cNvGrpSpPr/>
            <p:nvPr/>
          </p:nvGrpSpPr>
          <p:grpSpPr>
            <a:xfrm>
              <a:off x="803163" y="1111974"/>
              <a:ext cx="591158" cy="121545"/>
              <a:chOff x="803163" y="1111974"/>
              <a:chExt cx="591158" cy="121545"/>
            </a:xfrm>
          </p:grpSpPr>
          <p:grpSp>
            <p:nvGrpSpPr>
              <p:cNvPr id="7897" name="Google Shape;7897;p62"/>
              <p:cNvGrpSpPr/>
              <p:nvPr/>
            </p:nvGrpSpPr>
            <p:grpSpPr>
              <a:xfrm>
                <a:off x="803163" y="1111974"/>
                <a:ext cx="27175" cy="121077"/>
                <a:chOff x="845575" y="2563700"/>
                <a:chExt cx="92400" cy="411825"/>
              </a:xfrm>
            </p:grpSpPr>
            <p:cxnSp>
              <p:nvCxnSpPr>
                <p:cNvPr id="7898" name="Google Shape;7898;p6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99" name="Google Shape;7899;p6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0" name="Google Shape;7900;p6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62"/>
            <p:cNvGrpSpPr/>
            <p:nvPr/>
          </p:nvGrpSpPr>
          <p:grpSpPr>
            <a:xfrm>
              <a:off x="1381910" y="1194219"/>
              <a:ext cx="588341" cy="121177"/>
              <a:chOff x="1381910" y="1194219"/>
              <a:chExt cx="588341" cy="121177"/>
            </a:xfrm>
          </p:grpSpPr>
          <p:grpSp>
            <p:nvGrpSpPr>
              <p:cNvPr id="7902" name="Google Shape;7902;p62"/>
              <p:cNvGrpSpPr/>
              <p:nvPr/>
            </p:nvGrpSpPr>
            <p:grpSpPr>
              <a:xfrm rot="10800000">
                <a:off x="1381910" y="1194319"/>
                <a:ext cx="27175" cy="121077"/>
                <a:chOff x="2070100" y="2563700"/>
                <a:chExt cx="92400" cy="411825"/>
              </a:xfrm>
            </p:grpSpPr>
            <p:cxnSp>
              <p:nvCxnSpPr>
                <p:cNvPr id="7903" name="Google Shape;7903;p6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904" name="Google Shape;7904;p6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5" name="Google Shape;7905;p6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62"/>
            <p:cNvGrpSpPr/>
            <p:nvPr/>
          </p:nvGrpSpPr>
          <p:grpSpPr>
            <a:xfrm>
              <a:off x="2532079" y="1194219"/>
              <a:ext cx="704927" cy="121177"/>
              <a:chOff x="2532079" y="1194219"/>
              <a:chExt cx="704927" cy="121177"/>
            </a:xfrm>
          </p:grpSpPr>
          <p:grpSp>
            <p:nvGrpSpPr>
              <p:cNvPr id="7907" name="Google Shape;7907;p62"/>
              <p:cNvGrpSpPr/>
              <p:nvPr/>
            </p:nvGrpSpPr>
            <p:grpSpPr>
              <a:xfrm rot="10800000">
                <a:off x="2532079" y="1194319"/>
                <a:ext cx="27175" cy="121077"/>
                <a:chOff x="2070100" y="2563700"/>
                <a:chExt cx="92400" cy="411825"/>
              </a:xfrm>
            </p:grpSpPr>
            <p:cxnSp>
              <p:nvCxnSpPr>
                <p:cNvPr id="7908" name="Google Shape;7908;p6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909" name="Google Shape;7909;p6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0" name="Google Shape;7910;p6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1" name="Google Shape;7911;p62"/>
          <p:cNvGrpSpPr/>
          <p:nvPr/>
        </p:nvGrpSpPr>
        <p:grpSpPr>
          <a:xfrm>
            <a:off x="3525467" y="3875150"/>
            <a:ext cx="1567778" cy="491677"/>
            <a:chOff x="5194708" y="3484366"/>
            <a:chExt cx="3148148" cy="987304"/>
          </a:xfrm>
        </p:grpSpPr>
        <p:grpSp>
          <p:nvGrpSpPr>
            <p:cNvPr id="7912" name="Google Shape;7912;p62"/>
            <p:cNvGrpSpPr/>
            <p:nvPr/>
          </p:nvGrpSpPr>
          <p:grpSpPr>
            <a:xfrm>
              <a:off x="7531521" y="3484366"/>
              <a:ext cx="811335" cy="987304"/>
              <a:chOff x="3379425" y="1617275"/>
              <a:chExt cx="1090650" cy="1327200"/>
            </a:xfrm>
          </p:grpSpPr>
          <p:sp>
            <p:nvSpPr>
              <p:cNvPr id="7913" name="Google Shape;7913;p6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62"/>
            <p:cNvGrpSpPr/>
            <p:nvPr/>
          </p:nvGrpSpPr>
          <p:grpSpPr>
            <a:xfrm>
              <a:off x="6752546" y="3484366"/>
              <a:ext cx="811428" cy="987304"/>
              <a:chOff x="2332275" y="1617275"/>
              <a:chExt cx="1090775" cy="1327200"/>
            </a:xfrm>
          </p:grpSpPr>
          <p:sp>
            <p:nvSpPr>
              <p:cNvPr id="7917" name="Google Shape;7917;p6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62"/>
            <p:cNvGrpSpPr/>
            <p:nvPr/>
          </p:nvGrpSpPr>
          <p:grpSpPr>
            <a:xfrm>
              <a:off x="5973664" y="3484366"/>
              <a:ext cx="811335" cy="987304"/>
              <a:chOff x="1285250" y="1617275"/>
              <a:chExt cx="1090650" cy="1327200"/>
            </a:xfrm>
          </p:grpSpPr>
          <p:sp>
            <p:nvSpPr>
              <p:cNvPr id="7921" name="Google Shape;7921;p6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62"/>
            <p:cNvGrpSpPr/>
            <p:nvPr/>
          </p:nvGrpSpPr>
          <p:grpSpPr>
            <a:xfrm>
              <a:off x="5194708" y="3484366"/>
              <a:ext cx="811409" cy="987304"/>
              <a:chOff x="238125" y="1617275"/>
              <a:chExt cx="1090750" cy="1327200"/>
            </a:xfrm>
          </p:grpSpPr>
          <p:sp>
            <p:nvSpPr>
              <p:cNvPr id="7925" name="Google Shape;7925;p6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8" name="Google Shape;7928;p62"/>
          <p:cNvGrpSpPr/>
          <p:nvPr/>
        </p:nvGrpSpPr>
        <p:grpSpPr>
          <a:xfrm>
            <a:off x="3486076" y="3355561"/>
            <a:ext cx="1616964" cy="346256"/>
            <a:chOff x="1808063" y="4294338"/>
            <a:chExt cx="3370782" cy="721817"/>
          </a:xfrm>
        </p:grpSpPr>
        <p:sp>
          <p:nvSpPr>
            <p:cNvPr id="7929" name="Google Shape;7929;p6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62"/>
          <p:cNvGrpSpPr/>
          <p:nvPr/>
        </p:nvGrpSpPr>
        <p:grpSpPr>
          <a:xfrm>
            <a:off x="764288" y="3641590"/>
            <a:ext cx="1295882" cy="646587"/>
            <a:chOff x="834100" y="3642869"/>
            <a:chExt cx="1259483" cy="628426"/>
          </a:xfrm>
        </p:grpSpPr>
        <p:sp>
          <p:nvSpPr>
            <p:cNvPr id="7940" name="Google Shape;7940;p6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5" name="Google Shape;7965;p62"/>
            <p:cNvGrpSpPr/>
            <p:nvPr/>
          </p:nvGrpSpPr>
          <p:grpSpPr>
            <a:xfrm>
              <a:off x="1360364" y="3847835"/>
              <a:ext cx="208119" cy="224359"/>
              <a:chOff x="1360769" y="3847100"/>
              <a:chExt cx="208119" cy="224359"/>
            </a:xfrm>
          </p:grpSpPr>
          <p:sp>
            <p:nvSpPr>
              <p:cNvPr id="7966" name="Google Shape;7966;p6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6" name="Google Shape;7986;p6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62"/>
          <p:cNvGrpSpPr/>
          <p:nvPr/>
        </p:nvGrpSpPr>
        <p:grpSpPr>
          <a:xfrm rot="5400000">
            <a:off x="5977401" y="3438087"/>
            <a:ext cx="164064" cy="1414916"/>
            <a:chOff x="4428249" y="1369375"/>
            <a:chExt cx="36905" cy="429569"/>
          </a:xfrm>
        </p:grpSpPr>
        <p:sp>
          <p:nvSpPr>
            <p:cNvPr id="8001" name="Google Shape;8001;p6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62"/>
          <p:cNvGrpSpPr/>
          <p:nvPr/>
        </p:nvGrpSpPr>
        <p:grpSpPr>
          <a:xfrm flipH="1" rot="10800000">
            <a:off x="5349830" y="3026630"/>
            <a:ext cx="1419207" cy="24808"/>
            <a:chOff x="219558" y="4738465"/>
            <a:chExt cx="5852400" cy="102300"/>
          </a:xfrm>
        </p:grpSpPr>
        <p:cxnSp>
          <p:nvCxnSpPr>
            <p:cNvPr id="8034" name="Google Shape;8034;p6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035" name="Google Shape;8035;p6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62"/>
          <p:cNvGrpSpPr/>
          <p:nvPr/>
        </p:nvGrpSpPr>
        <p:grpSpPr>
          <a:xfrm>
            <a:off x="5361148" y="3399694"/>
            <a:ext cx="1396570" cy="385016"/>
            <a:chOff x="5286284" y="2966544"/>
            <a:chExt cx="1396570" cy="385016"/>
          </a:xfrm>
        </p:grpSpPr>
        <p:cxnSp>
          <p:nvCxnSpPr>
            <p:cNvPr id="8041" name="Google Shape;8041;p6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042" name="Google Shape;8042;p6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043" name="Google Shape;8043;p62"/>
            <p:cNvGrpSpPr/>
            <p:nvPr/>
          </p:nvGrpSpPr>
          <p:grpSpPr>
            <a:xfrm>
              <a:off x="5287688" y="3173364"/>
              <a:ext cx="1395166" cy="74100"/>
              <a:chOff x="5287688" y="3173364"/>
              <a:chExt cx="1395166" cy="74100"/>
            </a:xfrm>
          </p:grpSpPr>
          <p:cxnSp>
            <p:nvCxnSpPr>
              <p:cNvPr id="8044" name="Google Shape;8044;p6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045" name="Google Shape;8045;p6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046" name="Google Shape;8046;p6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47" name="Google Shape;8047;p6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48" name="Google Shape;8048;p6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49" name="Google Shape;8049;p6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50" name="Google Shape;8050;p6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51" name="Google Shape;8051;p6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052" name="Google Shape;8052;p6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053" name="Google Shape;8053;p62"/>
          <p:cNvGrpSpPr/>
          <p:nvPr/>
        </p:nvGrpSpPr>
        <p:grpSpPr>
          <a:xfrm>
            <a:off x="2047214" y="1818470"/>
            <a:ext cx="1182276" cy="662027"/>
            <a:chOff x="2029517" y="1732295"/>
            <a:chExt cx="1149068" cy="643432"/>
          </a:xfrm>
        </p:grpSpPr>
        <p:grpSp>
          <p:nvGrpSpPr>
            <p:cNvPr id="8054" name="Google Shape;8054;p62"/>
            <p:cNvGrpSpPr/>
            <p:nvPr/>
          </p:nvGrpSpPr>
          <p:grpSpPr>
            <a:xfrm>
              <a:off x="2708660" y="1746937"/>
              <a:ext cx="455427" cy="244429"/>
              <a:chOff x="2700693" y="1746937"/>
              <a:chExt cx="455427" cy="244429"/>
            </a:xfrm>
          </p:grpSpPr>
          <p:grpSp>
            <p:nvGrpSpPr>
              <p:cNvPr id="8055" name="Google Shape;8055;p62"/>
              <p:cNvGrpSpPr/>
              <p:nvPr/>
            </p:nvGrpSpPr>
            <p:grpSpPr>
              <a:xfrm>
                <a:off x="2905682" y="1782817"/>
                <a:ext cx="250438" cy="208549"/>
                <a:chOff x="2905682" y="1782817"/>
                <a:chExt cx="250438" cy="208549"/>
              </a:xfrm>
            </p:grpSpPr>
            <p:cxnSp>
              <p:nvCxnSpPr>
                <p:cNvPr id="8056" name="Google Shape;8056;p6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57" name="Google Shape;8057;p6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62"/>
              <p:cNvGrpSpPr/>
              <p:nvPr/>
            </p:nvGrpSpPr>
            <p:grpSpPr>
              <a:xfrm>
                <a:off x="2700693" y="1746937"/>
                <a:ext cx="449967" cy="72374"/>
                <a:chOff x="2700693" y="1746937"/>
                <a:chExt cx="449967" cy="72374"/>
              </a:xfrm>
            </p:grpSpPr>
            <p:cxnSp>
              <p:nvCxnSpPr>
                <p:cNvPr id="8059" name="Google Shape;8059;p6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60" name="Google Shape;8060;p6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1" name="Google Shape;8061;p62"/>
            <p:cNvGrpSpPr/>
            <p:nvPr/>
          </p:nvGrpSpPr>
          <p:grpSpPr>
            <a:xfrm>
              <a:off x="2029517" y="1732295"/>
              <a:ext cx="1149068" cy="643432"/>
              <a:chOff x="2029517" y="1732295"/>
              <a:chExt cx="1149068" cy="643432"/>
            </a:xfrm>
          </p:grpSpPr>
          <p:grpSp>
            <p:nvGrpSpPr>
              <p:cNvPr id="8062" name="Google Shape;8062;p62"/>
              <p:cNvGrpSpPr/>
              <p:nvPr/>
            </p:nvGrpSpPr>
            <p:grpSpPr>
              <a:xfrm>
                <a:off x="2703618" y="2103152"/>
                <a:ext cx="474966" cy="260017"/>
                <a:chOff x="2703618" y="2103152"/>
                <a:chExt cx="474966" cy="260017"/>
              </a:xfrm>
            </p:grpSpPr>
            <p:grpSp>
              <p:nvGrpSpPr>
                <p:cNvPr id="8063" name="Google Shape;8063;p62"/>
                <p:cNvGrpSpPr/>
                <p:nvPr/>
              </p:nvGrpSpPr>
              <p:grpSpPr>
                <a:xfrm>
                  <a:off x="2703618" y="2290640"/>
                  <a:ext cx="450291" cy="72529"/>
                  <a:chOff x="2703618" y="2290640"/>
                  <a:chExt cx="450291" cy="72529"/>
                </a:xfrm>
              </p:grpSpPr>
              <p:cxnSp>
                <p:nvCxnSpPr>
                  <p:cNvPr id="8064" name="Google Shape;8064;p6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65" name="Google Shape;8065;p6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62"/>
                <p:cNvGrpSpPr/>
                <p:nvPr/>
              </p:nvGrpSpPr>
              <p:grpSpPr>
                <a:xfrm>
                  <a:off x="2908607" y="2103152"/>
                  <a:ext cx="269977" cy="223538"/>
                  <a:chOff x="2908607" y="2103152"/>
                  <a:chExt cx="269977" cy="223538"/>
                </a:xfrm>
              </p:grpSpPr>
              <p:cxnSp>
                <p:nvCxnSpPr>
                  <p:cNvPr id="8067" name="Google Shape;8067;p6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68" name="Google Shape;8068;p6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9" name="Google Shape;8069;p62"/>
              <p:cNvGrpSpPr/>
              <p:nvPr/>
            </p:nvGrpSpPr>
            <p:grpSpPr>
              <a:xfrm>
                <a:off x="2029517" y="1732295"/>
                <a:ext cx="685827" cy="643432"/>
                <a:chOff x="2029517" y="1732295"/>
                <a:chExt cx="685827" cy="643432"/>
              </a:xfrm>
            </p:grpSpPr>
            <p:sp>
              <p:nvSpPr>
                <p:cNvPr id="8070" name="Google Shape;8070;p6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1" name="Google Shape;8071;p62"/>
                <p:cNvGrpSpPr/>
                <p:nvPr/>
              </p:nvGrpSpPr>
              <p:grpSpPr>
                <a:xfrm>
                  <a:off x="2158948" y="1732295"/>
                  <a:ext cx="556396" cy="333108"/>
                  <a:chOff x="2158948" y="1732295"/>
                  <a:chExt cx="556396" cy="333108"/>
                </a:xfrm>
              </p:grpSpPr>
              <p:cxnSp>
                <p:nvCxnSpPr>
                  <p:cNvPr id="8072" name="Google Shape;8072;p6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073" name="Google Shape;8073;p6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62"/>
                <p:cNvGrpSpPr/>
                <p:nvPr/>
              </p:nvGrpSpPr>
              <p:grpSpPr>
                <a:xfrm>
                  <a:off x="2159908" y="2065057"/>
                  <a:ext cx="550884" cy="310670"/>
                  <a:chOff x="2159908" y="2065057"/>
                  <a:chExt cx="550884" cy="310670"/>
                </a:xfrm>
              </p:grpSpPr>
              <p:cxnSp>
                <p:nvCxnSpPr>
                  <p:cNvPr id="8075" name="Google Shape;8075;p6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076" name="Google Shape;8076;p6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077" name="Google Shape;8077;p62"/>
          <p:cNvGrpSpPr/>
          <p:nvPr/>
        </p:nvGrpSpPr>
        <p:grpSpPr>
          <a:xfrm>
            <a:off x="732462" y="1766083"/>
            <a:ext cx="962651" cy="810058"/>
            <a:chOff x="844912" y="1681380"/>
            <a:chExt cx="935611" cy="787305"/>
          </a:xfrm>
        </p:grpSpPr>
        <p:grpSp>
          <p:nvGrpSpPr>
            <p:cNvPr id="8078" name="Google Shape;8078;p62"/>
            <p:cNvGrpSpPr/>
            <p:nvPr/>
          </p:nvGrpSpPr>
          <p:grpSpPr>
            <a:xfrm>
              <a:off x="844912" y="1819635"/>
              <a:ext cx="329836" cy="510016"/>
              <a:chOff x="844912" y="1819635"/>
              <a:chExt cx="329836" cy="510016"/>
            </a:xfrm>
          </p:grpSpPr>
          <p:sp>
            <p:nvSpPr>
              <p:cNvPr id="8079" name="Google Shape;8079;p6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2"/>
            <p:cNvGrpSpPr/>
            <p:nvPr/>
          </p:nvGrpSpPr>
          <p:grpSpPr>
            <a:xfrm>
              <a:off x="1284601" y="2158168"/>
              <a:ext cx="495923" cy="310517"/>
              <a:chOff x="1284601" y="2158168"/>
              <a:chExt cx="495923" cy="310517"/>
            </a:xfrm>
          </p:grpSpPr>
          <p:sp>
            <p:nvSpPr>
              <p:cNvPr id="8086" name="Google Shape;8086;p6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7" name="Google Shape;8087;p62"/>
              <p:cNvGrpSpPr/>
              <p:nvPr/>
            </p:nvGrpSpPr>
            <p:grpSpPr>
              <a:xfrm>
                <a:off x="1507666" y="2158168"/>
                <a:ext cx="272858" cy="310517"/>
                <a:chOff x="1507666" y="2158168"/>
                <a:chExt cx="272858" cy="310517"/>
              </a:xfrm>
            </p:grpSpPr>
            <p:grpSp>
              <p:nvGrpSpPr>
                <p:cNvPr id="8088" name="Google Shape;8088;p62"/>
                <p:cNvGrpSpPr/>
                <p:nvPr/>
              </p:nvGrpSpPr>
              <p:grpSpPr>
                <a:xfrm>
                  <a:off x="1507666" y="2176104"/>
                  <a:ext cx="166395" cy="273149"/>
                  <a:chOff x="1507666" y="2176104"/>
                  <a:chExt cx="166395" cy="273149"/>
                </a:xfrm>
              </p:grpSpPr>
              <p:sp>
                <p:nvSpPr>
                  <p:cNvPr id="8089" name="Google Shape;8089;p6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6" name="Google Shape;8096;p6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8" name="Google Shape;8098;p62"/>
            <p:cNvGrpSpPr/>
            <p:nvPr/>
          </p:nvGrpSpPr>
          <p:grpSpPr>
            <a:xfrm>
              <a:off x="1284601" y="1681380"/>
              <a:ext cx="495923" cy="310517"/>
              <a:chOff x="1284601" y="1681380"/>
              <a:chExt cx="495923" cy="310517"/>
            </a:xfrm>
          </p:grpSpPr>
          <p:sp>
            <p:nvSpPr>
              <p:cNvPr id="8099" name="Google Shape;8099;p6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0" name="Google Shape;8100;p62"/>
              <p:cNvGrpSpPr/>
              <p:nvPr/>
            </p:nvGrpSpPr>
            <p:grpSpPr>
              <a:xfrm>
                <a:off x="1507666" y="1681380"/>
                <a:ext cx="272858" cy="310517"/>
                <a:chOff x="1507666" y="1681380"/>
                <a:chExt cx="272858" cy="310517"/>
              </a:xfrm>
            </p:grpSpPr>
            <p:grpSp>
              <p:nvGrpSpPr>
                <p:cNvPr id="8101" name="Google Shape;8101;p62"/>
                <p:cNvGrpSpPr/>
                <p:nvPr/>
              </p:nvGrpSpPr>
              <p:grpSpPr>
                <a:xfrm>
                  <a:off x="1507666" y="1700120"/>
                  <a:ext cx="166395" cy="272984"/>
                  <a:chOff x="1507666" y="1700120"/>
                  <a:chExt cx="166395" cy="272984"/>
                </a:xfrm>
              </p:grpSpPr>
              <p:sp>
                <p:nvSpPr>
                  <p:cNvPr id="8102" name="Google Shape;8102;p6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9" name="Google Shape;8109;p6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11" name="Google Shape;8111;p62"/>
          <p:cNvGrpSpPr/>
          <p:nvPr/>
        </p:nvGrpSpPr>
        <p:grpSpPr>
          <a:xfrm>
            <a:off x="6841403" y="2533512"/>
            <a:ext cx="1622269" cy="552443"/>
            <a:chOff x="6894650" y="2574740"/>
            <a:chExt cx="1445100" cy="492111"/>
          </a:xfrm>
        </p:grpSpPr>
        <p:sp>
          <p:nvSpPr>
            <p:cNvPr id="8112" name="Google Shape;8112;p6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7" name="Google Shape;8117;p6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118" name="Google Shape;8118;p62"/>
          <p:cNvGrpSpPr/>
          <p:nvPr/>
        </p:nvGrpSpPr>
        <p:grpSpPr>
          <a:xfrm>
            <a:off x="6860946" y="3907768"/>
            <a:ext cx="1583206" cy="475705"/>
            <a:chOff x="6953919" y="3907920"/>
            <a:chExt cx="1377300" cy="475705"/>
          </a:xfrm>
        </p:grpSpPr>
        <p:cxnSp>
          <p:nvCxnSpPr>
            <p:cNvPr id="8119" name="Google Shape;8119;p6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120" name="Google Shape;8120;p6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121" name="Google Shape;8121;p6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122" name="Google Shape;8122;p6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123" name="Google Shape;8123;p6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124" name="Google Shape;8124;p62"/>
          <p:cNvGrpSpPr/>
          <p:nvPr/>
        </p:nvGrpSpPr>
        <p:grpSpPr>
          <a:xfrm>
            <a:off x="2364534" y="2668913"/>
            <a:ext cx="836286" cy="824529"/>
            <a:chOff x="2389399" y="2595741"/>
            <a:chExt cx="812796" cy="801369"/>
          </a:xfrm>
        </p:grpSpPr>
        <p:grpSp>
          <p:nvGrpSpPr>
            <p:cNvPr id="8125" name="Google Shape;8125;p62"/>
            <p:cNvGrpSpPr/>
            <p:nvPr/>
          </p:nvGrpSpPr>
          <p:grpSpPr>
            <a:xfrm>
              <a:off x="2492145" y="2881565"/>
              <a:ext cx="607300" cy="229751"/>
              <a:chOff x="2492145" y="2881565"/>
              <a:chExt cx="607300" cy="229751"/>
            </a:xfrm>
          </p:grpSpPr>
          <p:sp>
            <p:nvSpPr>
              <p:cNvPr id="8126" name="Google Shape;8126;p6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62"/>
            <p:cNvGrpSpPr/>
            <p:nvPr/>
          </p:nvGrpSpPr>
          <p:grpSpPr>
            <a:xfrm>
              <a:off x="2389399" y="2595741"/>
              <a:ext cx="812796" cy="296825"/>
              <a:chOff x="2389399" y="2595741"/>
              <a:chExt cx="812796" cy="296825"/>
            </a:xfrm>
          </p:grpSpPr>
          <p:grpSp>
            <p:nvGrpSpPr>
              <p:cNvPr id="8130" name="Google Shape;8130;p62"/>
              <p:cNvGrpSpPr/>
              <p:nvPr/>
            </p:nvGrpSpPr>
            <p:grpSpPr>
              <a:xfrm>
                <a:off x="2389399" y="2595741"/>
                <a:ext cx="363638" cy="296825"/>
                <a:chOff x="2389399" y="2595741"/>
                <a:chExt cx="363638" cy="296825"/>
              </a:xfrm>
            </p:grpSpPr>
            <p:grpSp>
              <p:nvGrpSpPr>
                <p:cNvPr id="8131" name="Google Shape;8131;p62"/>
                <p:cNvGrpSpPr/>
                <p:nvPr/>
              </p:nvGrpSpPr>
              <p:grpSpPr>
                <a:xfrm>
                  <a:off x="2493852" y="2794333"/>
                  <a:ext cx="259185" cy="98232"/>
                  <a:chOff x="2493852" y="2794333"/>
                  <a:chExt cx="259185" cy="98232"/>
                </a:xfrm>
              </p:grpSpPr>
              <p:sp>
                <p:nvSpPr>
                  <p:cNvPr id="8132" name="Google Shape;8132;p6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62"/>
                <p:cNvGrpSpPr/>
                <p:nvPr/>
              </p:nvGrpSpPr>
              <p:grpSpPr>
                <a:xfrm>
                  <a:off x="2389399" y="2595741"/>
                  <a:ext cx="224343" cy="182054"/>
                  <a:chOff x="2389399" y="2595741"/>
                  <a:chExt cx="224343" cy="182054"/>
                </a:xfrm>
              </p:grpSpPr>
              <p:sp>
                <p:nvSpPr>
                  <p:cNvPr id="8136" name="Google Shape;8136;p6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8" name="Google Shape;8138;p62"/>
              <p:cNvGrpSpPr/>
              <p:nvPr/>
            </p:nvGrpSpPr>
            <p:grpSpPr>
              <a:xfrm>
                <a:off x="2683630" y="2595741"/>
                <a:ext cx="224334" cy="296825"/>
                <a:chOff x="2683630" y="2595741"/>
                <a:chExt cx="224334" cy="296825"/>
              </a:xfrm>
            </p:grpSpPr>
            <p:grpSp>
              <p:nvGrpSpPr>
                <p:cNvPr id="8139" name="Google Shape;8139;p62"/>
                <p:cNvGrpSpPr/>
                <p:nvPr/>
              </p:nvGrpSpPr>
              <p:grpSpPr>
                <a:xfrm>
                  <a:off x="2788083" y="2794333"/>
                  <a:ext cx="15356" cy="98232"/>
                  <a:chOff x="2788083" y="2794333"/>
                  <a:chExt cx="15356" cy="98232"/>
                </a:xfrm>
              </p:grpSpPr>
              <p:sp>
                <p:nvSpPr>
                  <p:cNvPr id="8140" name="Google Shape;8140;p6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62"/>
                <p:cNvGrpSpPr/>
                <p:nvPr/>
              </p:nvGrpSpPr>
              <p:grpSpPr>
                <a:xfrm>
                  <a:off x="2683630" y="2595741"/>
                  <a:ext cx="224334" cy="182054"/>
                  <a:chOff x="2683630" y="2595741"/>
                  <a:chExt cx="224334" cy="182054"/>
                </a:xfrm>
              </p:grpSpPr>
              <p:sp>
                <p:nvSpPr>
                  <p:cNvPr id="8144" name="Google Shape;8144;p6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6" name="Google Shape;8146;p62"/>
              <p:cNvGrpSpPr/>
              <p:nvPr/>
            </p:nvGrpSpPr>
            <p:grpSpPr>
              <a:xfrm>
                <a:off x="2838475" y="2595741"/>
                <a:ext cx="363719" cy="296825"/>
                <a:chOff x="2838475" y="2595741"/>
                <a:chExt cx="363719" cy="296825"/>
              </a:xfrm>
            </p:grpSpPr>
            <p:grpSp>
              <p:nvGrpSpPr>
                <p:cNvPr id="8147" name="Google Shape;8147;p62"/>
                <p:cNvGrpSpPr/>
                <p:nvPr/>
              </p:nvGrpSpPr>
              <p:grpSpPr>
                <a:xfrm>
                  <a:off x="2838475" y="2794333"/>
                  <a:ext cx="259185" cy="98232"/>
                  <a:chOff x="2838475" y="2794333"/>
                  <a:chExt cx="259185" cy="98232"/>
                </a:xfrm>
              </p:grpSpPr>
              <p:sp>
                <p:nvSpPr>
                  <p:cNvPr id="8148" name="Google Shape;8148;p6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62"/>
                <p:cNvGrpSpPr/>
                <p:nvPr/>
              </p:nvGrpSpPr>
              <p:grpSpPr>
                <a:xfrm>
                  <a:off x="2977852" y="2595741"/>
                  <a:ext cx="224343" cy="182054"/>
                  <a:chOff x="2977852" y="2595741"/>
                  <a:chExt cx="224343" cy="182054"/>
                </a:xfrm>
              </p:grpSpPr>
              <p:sp>
                <p:nvSpPr>
                  <p:cNvPr id="8152" name="Google Shape;8152;p6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54" name="Google Shape;8154;p62"/>
            <p:cNvGrpSpPr/>
            <p:nvPr/>
          </p:nvGrpSpPr>
          <p:grpSpPr>
            <a:xfrm>
              <a:off x="2389399" y="3100241"/>
              <a:ext cx="812796" cy="296869"/>
              <a:chOff x="2389399" y="3100241"/>
              <a:chExt cx="812796" cy="296869"/>
            </a:xfrm>
          </p:grpSpPr>
          <p:grpSp>
            <p:nvGrpSpPr>
              <p:cNvPr id="8155" name="Google Shape;8155;p62"/>
              <p:cNvGrpSpPr/>
              <p:nvPr/>
            </p:nvGrpSpPr>
            <p:grpSpPr>
              <a:xfrm>
                <a:off x="2683630" y="3100241"/>
                <a:ext cx="224334" cy="296869"/>
                <a:chOff x="2683630" y="3100241"/>
                <a:chExt cx="224334" cy="296869"/>
              </a:xfrm>
            </p:grpSpPr>
            <p:grpSp>
              <p:nvGrpSpPr>
                <p:cNvPr id="8156" name="Google Shape;8156;p62"/>
                <p:cNvGrpSpPr/>
                <p:nvPr/>
              </p:nvGrpSpPr>
              <p:grpSpPr>
                <a:xfrm>
                  <a:off x="2788083" y="3100241"/>
                  <a:ext cx="15356" cy="98237"/>
                  <a:chOff x="2788083" y="3100241"/>
                  <a:chExt cx="15356" cy="98237"/>
                </a:xfrm>
              </p:grpSpPr>
              <p:sp>
                <p:nvSpPr>
                  <p:cNvPr id="8157" name="Google Shape;8157;p6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62"/>
                <p:cNvGrpSpPr/>
                <p:nvPr/>
              </p:nvGrpSpPr>
              <p:grpSpPr>
                <a:xfrm>
                  <a:off x="2683630" y="3215065"/>
                  <a:ext cx="224334" cy="182045"/>
                  <a:chOff x="2683630" y="3215065"/>
                  <a:chExt cx="224334" cy="182045"/>
                </a:xfrm>
              </p:grpSpPr>
              <p:sp>
                <p:nvSpPr>
                  <p:cNvPr id="8161" name="Google Shape;8161;p6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3" name="Google Shape;8163;p62"/>
              <p:cNvGrpSpPr/>
              <p:nvPr/>
            </p:nvGrpSpPr>
            <p:grpSpPr>
              <a:xfrm>
                <a:off x="2389399" y="3100241"/>
                <a:ext cx="363638" cy="296869"/>
                <a:chOff x="2389399" y="3100241"/>
                <a:chExt cx="363638" cy="296869"/>
              </a:xfrm>
            </p:grpSpPr>
            <p:grpSp>
              <p:nvGrpSpPr>
                <p:cNvPr id="8164" name="Google Shape;8164;p62"/>
                <p:cNvGrpSpPr/>
                <p:nvPr/>
              </p:nvGrpSpPr>
              <p:grpSpPr>
                <a:xfrm>
                  <a:off x="2493852" y="3100241"/>
                  <a:ext cx="259185" cy="98237"/>
                  <a:chOff x="2493852" y="3100241"/>
                  <a:chExt cx="259185" cy="98237"/>
                </a:xfrm>
              </p:grpSpPr>
              <p:sp>
                <p:nvSpPr>
                  <p:cNvPr id="8165" name="Google Shape;8165;p6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62"/>
                <p:cNvGrpSpPr/>
                <p:nvPr/>
              </p:nvGrpSpPr>
              <p:grpSpPr>
                <a:xfrm>
                  <a:off x="2389399" y="3215065"/>
                  <a:ext cx="224343" cy="182045"/>
                  <a:chOff x="2389399" y="3215065"/>
                  <a:chExt cx="224343" cy="182045"/>
                </a:xfrm>
              </p:grpSpPr>
              <p:sp>
                <p:nvSpPr>
                  <p:cNvPr id="8169" name="Google Shape;8169;p6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1" name="Google Shape;8171;p62"/>
              <p:cNvGrpSpPr/>
              <p:nvPr/>
            </p:nvGrpSpPr>
            <p:grpSpPr>
              <a:xfrm>
                <a:off x="2838475" y="3100241"/>
                <a:ext cx="363719" cy="296869"/>
                <a:chOff x="2838475" y="3100241"/>
                <a:chExt cx="363719" cy="296869"/>
              </a:xfrm>
            </p:grpSpPr>
            <p:grpSp>
              <p:nvGrpSpPr>
                <p:cNvPr id="8172" name="Google Shape;8172;p62"/>
                <p:cNvGrpSpPr/>
                <p:nvPr/>
              </p:nvGrpSpPr>
              <p:grpSpPr>
                <a:xfrm>
                  <a:off x="2838475" y="3100241"/>
                  <a:ext cx="259185" cy="98237"/>
                  <a:chOff x="2838475" y="3100241"/>
                  <a:chExt cx="259185" cy="98237"/>
                </a:xfrm>
              </p:grpSpPr>
              <p:sp>
                <p:nvSpPr>
                  <p:cNvPr id="8173" name="Google Shape;8173;p6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62"/>
                <p:cNvGrpSpPr/>
                <p:nvPr/>
              </p:nvGrpSpPr>
              <p:grpSpPr>
                <a:xfrm>
                  <a:off x="2977852" y="3215065"/>
                  <a:ext cx="224343" cy="182045"/>
                  <a:chOff x="2977852" y="3215065"/>
                  <a:chExt cx="224343" cy="182045"/>
                </a:xfrm>
              </p:grpSpPr>
              <p:sp>
                <p:nvSpPr>
                  <p:cNvPr id="8177" name="Google Shape;8177;p6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8182" name="Shape 8182"/>
        <p:cNvGrpSpPr/>
        <p:nvPr/>
      </p:nvGrpSpPr>
      <p:grpSpPr>
        <a:xfrm>
          <a:off x="0" y="0"/>
          <a:ext cx="0" cy="0"/>
          <a:chOff x="0" y="0"/>
          <a:chExt cx="0" cy="0"/>
        </a:xfrm>
      </p:grpSpPr>
      <p:grpSp>
        <p:nvGrpSpPr>
          <p:cNvPr id="8183" name="Google Shape;8183;p63"/>
          <p:cNvGrpSpPr/>
          <p:nvPr/>
        </p:nvGrpSpPr>
        <p:grpSpPr>
          <a:xfrm>
            <a:off x="718875" y="3363288"/>
            <a:ext cx="2390414" cy="1024800"/>
            <a:chOff x="728925" y="3296613"/>
            <a:chExt cx="2390414" cy="1024800"/>
          </a:xfrm>
        </p:grpSpPr>
        <p:grpSp>
          <p:nvGrpSpPr>
            <p:cNvPr id="8184" name="Google Shape;8184;p63"/>
            <p:cNvGrpSpPr/>
            <p:nvPr/>
          </p:nvGrpSpPr>
          <p:grpSpPr>
            <a:xfrm>
              <a:off x="728925" y="3619800"/>
              <a:ext cx="2390414" cy="500893"/>
              <a:chOff x="728925" y="3619800"/>
              <a:chExt cx="2390414" cy="500893"/>
            </a:xfrm>
          </p:grpSpPr>
          <p:sp>
            <p:nvSpPr>
              <p:cNvPr id="8185" name="Google Shape;8185;p6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86" name="Google Shape;8186;p6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187" name="Google Shape;8187;p63"/>
            <p:cNvGrpSpPr/>
            <p:nvPr/>
          </p:nvGrpSpPr>
          <p:grpSpPr>
            <a:xfrm>
              <a:off x="1348050" y="3296613"/>
              <a:ext cx="1706152" cy="1024800"/>
              <a:chOff x="1348050" y="3296613"/>
              <a:chExt cx="1706152" cy="1024800"/>
            </a:xfrm>
          </p:grpSpPr>
          <p:sp>
            <p:nvSpPr>
              <p:cNvPr id="8188" name="Google Shape;8188;p6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89" name="Google Shape;8189;p6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90" name="Google Shape;8190;p6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91" name="Google Shape;8191;p6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92" name="Google Shape;8192;p6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193" name="Google Shape;8193;p63"/>
            <p:cNvGrpSpPr/>
            <p:nvPr/>
          </p:nvGrpSpPr>
          <p:grpSpPr>
            <a:xfrm>
              <a:off x="1455707" y="3654858"/>
              <a:ext cx="1491150" cy="417657"/>
              <a:chOff x="1455707" y="3654858"/>
              <a:chExt cx="1491150" cy="417657"/>
            </a:xfrm>
          </p:grpSpPr>
          <p:sp>
            <p:nvSpPr>
              <p:cNvPr id="8194" name="Google Shape;8194;p6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214" name="Google Shape;8214;p63"/>
          <p:cNvGraphicFramePr/>
          <p:nvPr/>
        </p:nvGraphicFramePr>
        <p:xfrm>
          <a:off x="5954575" y="2361200"/>
          <a:ext cx="3000000" cy="3000000"/>
        </p:xfrm>
        <a:graphic>
          <a:graphicData uri="http://schemas.openxmlformats.org/drawingml/2006/table">
            <a:tbl>
              <a:tblPr>
                <a:noFill/>
                <a:tableStyleId>{EE2CA779-22E4-4A07-9EC0-C93D53F7FE2C}</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215" name="Google Shape;8215;p63"/>
          <p:cNvGrpSpPr/>
          <p:nvPr/>
        </p:nvGrpSpPr>
        <p:grpSpPr>
          <a:xfrm>
            <a:off x="727251" y="1188964"/>
            <a:ext cx="2396505" cy="976502"/>
            <a:chOff x="749309" y="1112739"/>
            <a:chExt cx="2371603" cy="976502"/>
          </a:xfrm>
        </p:grpSpPr>
        <p:grpSp>
          <p:nvGrpSpPr>
            <p:cNvPr id="8216" name="Google Shape;8216;p63"/>
            <p:cNvGrpSpPr/>
            <p:nvPr/>
          </p:nvGrpSpPr>
          <p:grpSpPr>
            <a:xfrm>
              <a:off x="1092126" y="1112739"/>
              <a:ext cx="2028786" cy="975464"/>
              <a:chOff x="1092126" y="1112739"/>
              <a:chExt cx="2028786" cy="975464"/>
            </a:xfrm>
          </p:grpSpPr>
          <p:sp>
            <p:nvSpPr>
              <p:cNvPr id="8217" name="Google Shape;8217;p6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63"/>
            <p:cNvGrpSpPr/>
            <p:nvPr/>
          </p:nvGrpSpPr>
          <p:grpSpPr>
            <a:xfrm>
              <a:off x="749309" y="1112739"/>
              <a:ext cx="314700" cy="975464"/>
              <a:chOff x="749309" y="1112739"/>
              <a:chExt cx="314700" cy="975464"/>
            </a:xfrm>
          </p:grpSpPr>
          <p:sp>
            <p:nvSpPr>
              <p:cNvPr id="8242" name="Google Shape;8242;p6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6" name="Google Shape;8246;p6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250" name="Google Shape;8250;p63"/>
          <p:cNvGraphicFramePr/>
          <p:nvPr/>
        </p:nvGraphicFramePr>
        <p:xfrm>
          <a:off x="5954600" y="1188950"/>
          <a:ext cx="3000000" cy="3000000"/>
        </p:xfrm>
        <a:graphic>
          <a:graphicData uri="http://schemas.openxmlformats.org/drawingml/2006/table">
            <a:tbl>
              <a:tblPr>
                <a:noFill/>
                <a:tableStyleId>{EE2CA779-22E4-4A07-9EC0-C93D53F7FE2C}</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251" name="Google Shape;8251;p63"/>
          <p:cNvGraphicFramePr/>
          <p:nvPr/>
        </p:nvGraphicFramePr>
        <p:xfrm>
          <a:off x="3375463" y="2361200"/>
          <a:ext cx="3000000" cy="3000000"/>
        </p:xfrm>
        <a:graphic>
          <a:graphicData uri="http://schemas.openxmlformats.org/drawingml/2006/table">
            <a:tbl>
              <a:tblPr>
                <a:noFill/>
                <a:tableStyleId>{EE2CA779-22E4-4A07-9EC0-C93D53F7FE2C}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252" name="Google Shape;8252;p63"/>
          <p:cNvGrpSpPr/>
          <p:nvPr/>
        </p:nvGrpSpPr>
        <p:grpSpPr>
          <a:xfrm>
            <a:off x="3377449" y="3352160"/>
            <a:ext cx="2363377" cy="1047062"/>
            <a:chOff x="3358399" y="3285485"/>
            <a:chExt cx="2363377" cy="1047062"/>
          </a:xfrm>
        </p:grpSpPr>
        <p:grpSp>
          <p:nvGrpSpPr>
            <p:cNvPr id="8253" name="Google Shape;8253;p63"/>
            <p:cNvGrpSpPr/>
            <p:nvPr/>
          </p:nvGrpSpPr>
          <p:grpSpPr>
            <a:xfrm>
              <a:off x="3358412" y="3285485"/>
              <a:ext cx="2363244" cy="139500"/>
              <a:chOff x="3358412" y="3285485"/>
              <a:chExt cx="2363244" cy="139500"/>
            </a:xfrm>
          </p:grpSpPr>
          <p:sp>
            <p:nvSpPr>
              <p:cNvPr id="8254" name="Google Shape;8254;p6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63"/>
            <p:cNvGrpSpPr/>
            <p:nvPr/>
          </p:nvGrpSpPr>
          <p:grpSpPr>
            <a:xfrm>
              <a:off x="3358412" y="3466996"/>
              <a:ext cx="2363244" cy="139500"/>
              <a:chOff x="3358412" y="3466996"/>
              <a:chExt cx="2363244" cy="139500"/>
            </a:xfrm>
          </p:grpSpPr>
          <p:sp>
            <p:nvSpPr>
              <p:cNvPr id="8260" name="Google Shape;8260;p6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63"/>
            <p:cNvGrpSpPr/>
            <p:nvPr/>
          </p:nvGrpSpPr>
          <p:grpSpPr>
            <a:xfrm>
              <a:off x="3358412" y="3648507"/>
              <a:ext cx="2363244" cy="139500"/>
              <a:chOff x="3358412" y="3648507"/>
              <a:chExt cx="2363244" cy="139500"/>
            </a:xfrm>
          </p:grpSpPr>
          <p:sp>
            <p:nvSpPr>
              <p:cNvPr id="8266" name="Google Shape;8266;p6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63"/>
            <p:cNvGrpSpPr/>
            <p:nvPr/>
          </p:nvGrpSpPr>
          <p:grpSpPr>
            <a:xfrm>
              <a:off x="3358412" y="3830018"/>
              <a:ext cx="2363244" cy="139500"/>
              <a:chOff x="3358412" y="3830018"/>
              <a:chExt cx="2363244" cy="139500"/>
            </a:xfrm>
          </p:grpSpPr>
          <p:sp>
            <p:nvSpPr>
              <p:cNvPr id="8272" name="Google Shape;8272;p6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63"/>
            <p:cNvGrpSpPr/>
            <p:nvPr/>
          </p:nvGrpSpPr>
          <p:grpSpPr>
            <a:xfrm>
              <a:off x="3358399" y="4011514"/>
              <a:ext cx="2363377" cy="139537"/>
              <a:chOff x="3294800" y="4134603"/>
              <a:chExt cx="2638876" cy="152400"/>
            </a:xfrm>
          </p:grpSpPr>
          <p:sp>
            <p:nvSpPr>
              <p:cNvPr id="8278" name="Google Shape;8278;p6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63"/>
            <p:cNvGrpSpPr/>
            <p:nvPr/>
          </p:nvGrpSpPr>
          <p:grpSpPr>
            <a:xfrm>
              <a:off x="3358399" y="4193010"/>
              <a:ext cx="2363377" cy="139537"/>
              <a:chOff x="3294800" y="4134603"/>
              <a:chExt cx="2638876" cy="152400"/>
            </a:xfrm>
          </p:grpSpPr>
          <p:sp>
            <p:nvSpPr>
              <p:cNvPr id="8284" name="Google Shape;8284;p6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289" name="Google Shape;8289;p63"/>
          <p:cNvGraphicFramePr/>
          <p:nvPr/>
        </p:nvGraphicFramePr>
        <p:xfrm>
          <a:off x="728250" y="2361200"/>
          <a:ext cx="3000000" cy="3000000"/>
        </p:xfrm>
        <a:graphic>
          <a:graphicData uri="http://schemas.openxmlformats.org/drawingml/2006/table">
            <a:tbl>
              <a:tblPr>
                <a:noFill/>
                <a:tableStyleId>{EE2CA779-22E4-4A07-9EC0-C93D53F7FE2C}</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290" name="Google Shape;8290;p63"/>
          <p:cNvGrpSpPr/>
          <p:nvPr/>
        </p:nvGrpSpPr>
        <p:grpSpPr>
          <a:xfrm>
            <a:off x="4177919" y="2765014"/>
            <a:ext cx="1302095" cy="60959"/>
            <a:chOff x="3558802" y="4011427"/>
            <a:chExt cx="1866000" cy="111300"/>
          </a:xfrm>
        </p:grpSpPr>
        <p:sp>
          <p:nvSpPr>
            <p:cNvPr id="8291" name="Google Shape;8291;p6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63"/>
          <p:cNvGrpSpPr/>
          <p:nvPr/>
        </p:nvGrpSpPr>
        <p:grpSpPr>
          <a:xfrm>
            <a:off x="4723407" y="3047174"/>
            <a:ext cx="914340" cy="60959"/>
            <a:chOff x="3558802" y="4011427"/>
            <a:chExt cx="1866000" cy="111300"/>
          </a:xfrm>
        </p:grpSpPr>
        <p:sp>
          <p:nvSpPr>
            <p:cNvPr id="8294" name="Google Shape;8294;p6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63"/>
          <p:cNvGrpSpPr/>
          <p:nvPr/>
        </p:nvGrpSpPr>
        <p:grpSpPr>
          <a:xfrm>
            <a:off x="5926924" y="3381697"/>
            <a:ext cx="2519825" cy="1001454"/>
            <a:chOff x="1906114" y="789980"/>
            <a:chExt cx="1487676" cy="606868"/>
          </a:xfrm>
        </p:grpSpPr>
        <p:cxnSp>
          <p:nvCxnSpPr>
            <p:cNvPr id="8297" name="Google Shape;8297;p6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298" name="Google Shape;8298;p6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299" name="Google Shape;8299;p6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300" name="Google Shape;8300;p6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301" name="Google Shape;8301;p6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302" name="Google Shape;8302;p6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303" name="Google Shape;8303;p6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304" name="Google Shape;8304;p6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311" name="Google Shape;8311;p6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312" name="Google Shape;8312;p6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313" name="Google Shape;8313;p6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63"/>
          <p:cNvGrpSpPr/>
          <p:nvPr/>
        </p:nvGrpSpPr>
        <p:grpSpPr>
          <a:xfrm>
            <a:off x="3372612" y="1159008"/>
            <a:ext cx="2363393" cy="1005865"/>
            <a:chOff x="3292400" y="1193188"/>
            <a:chExt cx="2615240" cy="1131075"/>
          </a:xfrm>
        </p:grpSpPr>
        <p:sp>
          <p:nvSpPr>
            <p:cNvPr id="8315" name="Google Shape;8315;p6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16" name="Google Shape;8316;p6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17" name="Google Shape;8317;p6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318" name="Google Shape;8318;p6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319" name="Google Shape;8319;p6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320" name="Google Shape;8320;p6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321" name="Google Shape;8321;p6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322" name="Google Shape;8322;p6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323" name="Google Shape;8323;p6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324" name="Google Shape;8324;p6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325" name="Google Shape;8325;p6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326" name="Google Shape;8326;p6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327" name="Google Shape;8327;p6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328" name="Google Shape;8328;p6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329" name="Google Shape;8329;p63"/>
            <p:cNvGrpSpPr/>
            <p:nvPr/>
          </p:nvGrpSpPr>
          <p:grpSpPr>
            <a:xfrm>
              <a:off x="3748438" y="1378608"/>
              <a:ext cx="2159202" cy="903971"/>
              <a:chOff x="1683525" y="2179850"/>
              <a:chExt cx="4519050" cy="2134525"/>
            </a:xfrm>
          </p:grpSpPr>
          <p:sp>
            <p:nvSpPr>
              <p:cNvPr id="8330" name="Google Shape;8330;p6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1" name="Google Shape;8331;p6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2" name="Google Shape;8332;p6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3" name="Google Shape;8333;p6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4" name="Google Shape;8334;p6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5" name="Google Shape;8335;p6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6" name="Google Shape;8336;p6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7" name="Google Shape;8337;p6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8" name="Google Shape;8338;p6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9" name="Google Shape;8339;p6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0" name="Google Shape;8340;p6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1" name="Google Shape;8341;p6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8345" name="Shape 8345"/>
        <p:cNvGrpSpPr/>
        <p:nvPr/>
      </p:nvGrpSpPr>
      <p:grpSpPr>
        <a:xfrm>
          <a:off x="0" y="0"/>
          <a:ext cx="0" cy="0"/>
          <a:chOff x="0" y="0"/>
          <a:chExt cx="0" cy="0"/>
        </a:xfrm>
      </p:grpSpPr>
      <p:grpSp>
        <p:nvGrpSpPr>
          <p:cNvPr id="8346" name="Google Shape;8346;p64"/>
          <p:cNvGrpSpPr/>
          <p:nvPr/>
        </p:nvGrpSpPr>
        <p:grpSpPr>
          <a:xfrm>
            <a:off x="4814684" y="1191441"/>
            <a:ext cx="745431" cy="718863"/>
            <a:chOff x="4249973" y="1201875"/>
            <a:chExt cx="1958568" cy="1888762"/>
          </a:xfrm>
        </p:grpSpPr>
        <p:sp>
          <p:nvSpPr>
            <p:cNvPr id="8347" name="Google Shape;8347;p6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8" name="Google Shape;8348;p64"/>
            <p:cNvGrpSpPr/>
            <p:nvPr/>
          </p:nvGrpSpPr>
          <p:grpSpPr>
            <a:xfrm>
              <a:off x="5853086" y="1789142"/>
              <a:ext cx="355454" cy="1048099"/>
              <a:chOff x="5576108" y="2016725"/>
              <a:chExt cx="565200" cy="1666560"/>
            </a:xfrm>
          </p:grpSpPr>
          <p:sp>
            <p:nvSpPr>
              <p:cNvPr id="8349" name="Google Shape;8349;p6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50" name="Google Shape;8350;p6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64"/>
            <p:cNvGrpSpPr/>
            <p:nvPr/>
          </p:nvGrpSpPr>
          <p:grpSpPr>
            <a:xfrm>
              <a:off x="4869455" y="2691676"/>
              <a:ext cx="1013897" cy="398961"/>
              <a:chOff x="4012057" y="3451825"/>
              <a:chExt cx="1612175" cy="634379"/>
            </a:xfrm>
          </p:grpSpPr>
          <p:sp>
            <p:nvSpPr>
              <p:cNvPr id="8352" name="Google Shape;8352;p6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53" name="Google Shape;8353;p6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64"/>
            <p:cNvGrpSpPr/>
            <p:nvPr/>
          </p:nvGrpSpPr>
          <p:grpSpPr>
            <a:xfrm>
              <a:off x="4276937" y="2155961"/>
              <a:ext cx="651965" cy="891358"/>
              <a:chOff x="3069908" y="2599997"/>
              <a:chExt cx="1036675" cy="1417328"/>
            </a:xfrm>
          </p:grpSpPr>
          <p:sp>
            <p:nvSpPr>
              <p:cNvPr id="8355" name="Google Shape;8355;p6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56" name="Google Shape;8356;p6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64"/>
            <p:cNvGrpSpPr/>
            <p:nvPr/>
          </p:nvGrpSpPr>
          <p:grpSpPr>
            <a:xfrm>
              <a:off x="5054918" y="1201875"/>
              <a:ext cx="999548" cy="602711"/>
              <a:chOff x="4306958" y="1082925"/>
              <a:chExt cx="1589359" cy="958358"/>
            </a:xfrm>
          </p:grpSpPr>
          <p:sp>
            <p:nvSpPr>
              <p:cNvPr id="8358" name="Google Shape;8358;p6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59" name="Google Shape;8359;p6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64"/>
            <p:cNvGrpSpPr/>
            <p:nvPr/>
          </p:nvGrpSpPr>
          <p:grpSpPr>
            <a:xfrm>
              <a:off x="4249973" y="1303451"/>
              <a:ext cx="799317" cy="841334"/>
              <a:chOff x="3027033" y="1244439"/>
              <a:chExt cx="1270977" cy="1337786"/>
            </a:xfrm>
          </p:grpSpPr>
          <p:sp>
            <p:nvSpPr>
              <p:cNvPr id="8361" name="Google Shape;8361;p6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62" name="Google Shape;8362;p6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3" name="Google Shape;8363;p64"/>
          <p:cNvGrpSpPr/>
          <p:nvPr/>
        </p:nvGrpSpPr>
        <p:grpSpPr>
          <a:xfrm>
            <a:off x="731057" y="2069890"/>
            <a:ext cx="761767" cy="729896"/>
            <a:chOff x="2657744" y="2337745"/>
            <a:chExt cx="832987" cy="798137"/>
          </a:xfrm>
        </p:grpSpPr>
        <p:sp>
          <p:nvSpPr>
            <p:cNvPr id="8364" name="Google Shape;8364;p6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64"/>
          <p:cNvGrpSpPr/>
          <p:nvPr/>
        </p:nvGrpSpPr>
        <p:grpSpPr>
          <a:xfrm>
            <a:off x="3242022" y="2073097"/>
            <a:ext cx="685569" cy="723586"/>
            <a:chOff x="3398134" y="2057755"/>
            <a:chExt cx="704087" cy="743130"/>
          </a:xfrm>
        </p:grpSpPr>
        <p:grpSp>
          <p:nvGrpSpPr>
            <p:cNvPr id="8371" name="Google Shape;8371;p64"/>
            <p:cNvGrpSpPr/>
            <p:nvPr/>
          </p:nvGrpSpPr>
          <p:grpSpPr>
            <a:xfrm>
              <a:off x="3398134" y="2290183"/>
              <a:ext cx="315300" cy="219900"/>
              <a:chOff x="3398134" y="2290183"/>
              <a:chExt cx="315300" cy="219900"/>
            </a:xfrm>
          </p:grpSpPr>
          <p:sp>
            <p:nvSpPr>
              <p:cNvPr id="8372" name="Google Shape;8372;p6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73" name="Google Shape;8373;p64"/>
              <p:cNvCxnSpPr>
                <a:stCxn id="837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374" name="Google Shape;8374;p64"/>
            <p:cNvGrpSpPr/>
            <p:nvPr/>
          </p:nvGrpSpPr>
          <p:grpSpPr>
            <a:xfrm>
              <a:off x="3547823" y="2467358"/>
              <a:ext cx="219900" cy="333527"/>
              <a:chOff x="3547823" y="2467358"/>
              <a:chExt cx="219900" cy="333527"/>
            </a:xfrm>
          </p:grpSpPr>
          <p:sp>
            <p:nvSpPr>
              <p:cNvPr id="8375" name="Google Shape;8375;p6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76" name="Google Shape;8376;p6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377" name="Google Shape;8377;p64"/>
            <p:cNvGrpSpPr/>
            <p:nvPr/>
          </p:nvGrpSpPr>
          <p:grpSpPr>
            <a:xfrm>
              <a:off x="3734138" y="2467358"/>
              <a:ext cx="219900" cy="333527"/>
              <a:chOff x="3734138" y="2467358"/>
              <a:chExt cx="219900" cy="333527"/>
            </a:xfrm>
          </p:grpSpPr>
          <p:sp>
            <p:nvSpPr>
              <p:cNvPr id="8378" name="Google Shape;8378;p6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79" name="Google Shape;8379;p6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380" name="Google Shape;8380;p64"/>
            <p:cNvGrpSpPr/>
            <p:nvPr/>
          </p:nvGrpSpPr>
          <p:grpSpPr>
            <a:xfrm>
              <a:off x="3787560" y="2288011"/>
              <a:ext cx="314661" cy="219900"/>
              <a:chOff x="3787560" y="2288011"/>
              <a:chExt cx="314661" cy="219900"/>
            </a:xfrm>
          </p:grpSpPr>
          <p:sp>
            <p:nvSpPr>
              <p:cNvPr id="8381" name="Google Shape;8381;p6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82" name="Google Shape;8382;p6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383" name="Google Shape;8383;p64"/>
            <p:cNvGrpSpPr/>
            <p:nvPr/>
          </p:nvGrpSpPr>
          <p:grpSpPr>
            <a:xfrm>
              <a:off x="3637290" y="2057755"/>
              <a:ext cx="219900" cy="335499"/>
              <a:chOff x="3637290" y="2057755"/>
              <a:chExt cx="219900" cy="335499"/>
            </a:xfrm>
          </p:grpSpPr>
          <p:sp>
            <p:nvSpPr>
              <p:cNvPr id="8384" name="Google Shape;8384;p6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385" name="Google Shape;8385;p6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386" name="Google Shape;8386;p64"/>
          <p:cNvGrpSpPr/>
          <p:nvPr/>
        </p:nvGrpSpPr>
        <p:grpSpPr>
          <a:xfrm>
            <a:off x="4917244" y="2079792"/>
            <a:ext cx="710153" cy="710153"/>
            <a:chOff x="5007123" y="2079403"/>
            <a:chExt cx="687600" cy="687600"/>
          </a:xfrm>
        </p:grpSpPr>
        <p:sp>
          <p:nvSpPr>
            <p:cNvPr id="8387" name="Google Shape;8387;p6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64"/>
          <p:cNvGrpSpPr/>
          <p:nvPr/>
        </p:nvGrpSpPr>
        <p:grpSpPr>
          <a:xfrm>
            <a:off x="5726681" y="2074299"/>
            <a:ext cx="720998" cy="721183"/>
            <a:chOff x="5797446" y="2063053"/>
            <a:chExt cx="698100" cy="698280"/>
          </a:xfrm>
        </p:grpSpPr>
        <p:sp>
          <p:nvSpPr>
            <p:cNvPr id="8392" name="Google Shape;8392;p6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4"/>
          <p:cNvGrpSpPr/>
          <p:nvPr/>
        </p:nvGrpSpPr>
        <p:grpSpPr>
          <a:xfrm>
            <a:off x="8171828" y="3719904"/>
            <a:ext cx="280585" cy="673164"/>
            <a:chOff x="8075075" y="3754290"/>
            <a:chExt cx="255612" cy="613194"/>
          </a:xfrm>
        </p:grpSpPr>
        <p:grpSp>
          <p:nvGrpSpPr>
            <p:cNvPr id="8397" name="Google Shape;8397;p64"/>
            <p:cNvGrpSpPr/>
            <p:nvPr/>
          </p:nvGrpSpPr>
          <p:grpSpPr>
            <a:xfrm>
              <a:off x="8075075" y="3754290"/>
              <a:ext cx="255612" cy="613194"/>
              <a:chOff x="8075075" y="3754290"/>
              <a:chExt cx="255612" cy="613194"/>
            </a:xfrm>
          </p:grpSpPr>
          <p:sp>
            <p:nvSpPr>
              <p:cNvPr id="8398" name="Google Shape;8398;p6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0" name="Google Shape;8400;p6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64"/>
          <p:cNvGrpSpPr/>
          <p:nvPr/>
        </p:nvGrpSpPr>
        <p:grpSpPr>
          <a:xfrm>
            <a:off x="5288887" y="3708700"/>
            <a:ext cx="470352" cy="683745"/>
            <a:chOff x="1697726" y="3244179"/>
            <a:chExt cx="788124" cy="1146069"/>
          </a:xfrm>
        </p:grpSpPr>
        <p:sp>
          <p:nvSpPr>
            <p:cNvPr id="8402" name="Google Shape;8402;p6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4" name="Google Shape;8404;p64"/>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5" name="Google Shape;8405;p64"/>
          <p:cNvGrpSpPr/>
          <p:nvPr/>
        </p:nvGrpSpPr>
        <p:grpSpPr>
          <a:xfrm>
            <a:off x="5910037" y="3719902"/>
            <a:ext cx="293891" cy="293845"/>
            <a:chOff x="6134814" y="3754290"/>
            <a:chExt cx="293891" cy="293845"/>
          </a:xfrm>
        </p:grpSpPr>
        <p:sp>
          <p:nvSpPr>
            <p:cNvPr id="8406" name="Google Shape;8406;p6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64"/>
          <p:cNvGrpSpPr/>
          <p:nvPr/>
        </p:nvGrpSpPr>
        <p:grpSpPr>
          <a:xfrm>
            <a:off x="5910037" y="4098574"/>
            <a:ext cx="293891" cy="293891"/>
            <a:chOff x="6134814" y="4086186"/>
            <a:chExt cx="293891" cy="293891"/>
          </a:xfrm>
        </p:grpSpPr>
        <p:sp>
          <p:nvSpPr>
            <p:cNvPr id="8409" name="Google Shape;8409;p6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1" name="Google Shape;8411;p64"/>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4"/>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3" name="Google Shape;8413;p64"/>
          <p:cNvGrpSpPr/>
          <p:nvPr/>
        </p:nvGrpSpPr>
        <p:grpSpPr>
          <a:xfrm>
            <a:off x="7835013" y="2927266"/>
            <a:ext cx="622883" cy="621944"/>
            <a:chOff x="1187048" y="238125"/>
            <a:chExt cx="5256397" cy="5248476"/>
          </a:xfrm>
        </p:grpSpPr>
        <p:sp>
          <p:nvSpPr>
            <p:cNvPr id="8414" name="Google Shape;8414;p6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64"/>
          <p:cNvGrpSpPr/>
          <p:nvPr/>
        </p:nvGrpSpPr>
        <p:grpSpPr>
          <a:xfrm>
            <a:off x="2292118" y="2936875"/>
            <a:ext cx="1310987" cy="612407"/>
            <a:chOff x="238125" y="1188750"/>
            <a:chExt cx="7140450" cy="3335550"/>
          </a:xfrm>
        </p:grpSpPr>
        <p:sp>
          <p:nvSpPr>
            <p:cNvPr id="8419" name="Google Shape;8419;p6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64"/>
          <p:cNvGrpSpPr/>
          <p:nvPr/>
        </p:nvGrpSpPr>
        <p:grpSpPr>
          <a:xfrm>
            <a:off x="6617990" y="2927430"/>
            <a:ext cx="1110299" cy="621702"/>
            <a:chOff x="238125" y="1335475"/>
            <a:chExt cx="5418735" cy="3034175"/>
          </a:xfrm>
        </p:grpSpPr>
        <p:sp>
          <p:nvSpPr>
            <p:cNvPr id="8425" name="Google Shape;8425;p6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4"/>
          <p:cNvGrpSpPr/>
          <p:nvPr/>
        </p:nvGrpSpPr>
        <p:grpSpPr>
          <a:xfrm>
            <a:off x="5435649" y="2924327"/>
            <a:ext cx="1074451" cy="627181"/>
            <a:chOff x="5359127" y="2910889"/>
            <a:chExt cx="1097723" cy="640831"/>
          </a:xfrm>
        </p:grpSpPr>
        <p:grpSp>
          <p:nvGrpSpPr>
            <p:cNvPr id="8429" name="Google Shape;8429;p64"/>
            <p:cNvGrpSpPr/>
            <p:nvPr/>
          </p:nvGrpSpPr>
          <p:grpSpPr>
            <a:xfrm>
              <a:off x="5929791" y="3263088"/>
              <a:ext cx="527060" cy="287097"/>
              <a:chOff x="5929791" y="3263088"/>
              <a:chExt cx="527060" cy="287097"/>
            </a:xfrm>
          </p:grpSpPr>
          <p:sp>
            <p:nvSpPr>
              <p:cNvPr id="8430" name="Google Shape;8430;p6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31" name="Google Shape;8431;p6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432" name="Google Shape;8432;p64"/>
            <p:cNvGrpSpPr/>
            <p:nvPr/>
          </p:nvGrpSpPr>
          <p:grpSpPr>
            <a:xfrm>
              <a:off x="5359127" y="3263089"/>
              <a:ext cx="526428" cy="288631"/>
              <a:chOff x="5359127" y="3263089"/>
              <a:chExt cx="526428" cy="288631"/>
            </a:xfrm>
          </p:grpSpPr>
          <p:sp>
            <p:nvSpPr>
              <p:cNvPr id="8433" name="Google Shape;8433;p6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34" name="Google Shape;8434;p6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435" name="Google Shape;8435;p64"/>
            <p:cNvGrpSpPr/>
            <p:nvPr/>
          </p:nvGrpSpPr>
          <p:grpSpPr>
            <a:xfrm>
              <a:off x="5551525" y="2910889"/>
              <a:ext cx="520901" cy="610283"/>
              <a:chOff x="5551525" y="2910889"/>
              <a:chExt cx="520901" cy="610283"/>
            </a:xfrm>
          </p:grpSpPr>
          <p:sp>
            <p:nvSpPr>
              <p:cNvPr id="8436" name="Google Shape;8436;p6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37" name="Google Shape;8437;p6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438" name="Google Shape;8438;p64"/>
            <p:cNvGrpSpPr/>
            <p:nvPr/>
          </p:nvGrpSpPr>
          <p:grpSpPr>
            <a:xfrm>
              <a:off x="5743962" y="2919100"/>
              <a:ext cx="623674" cy="284502"/>
              <a:chOff x="5743962" y="2919100"/>
              <a:chExt cx="623674" cy="284502"/>
            </a:xfrm>
          </p:grpSpPr>
          <p:sp>
            <p:nvSpPr>
              <p:cNvPr id="8439" name="Google Shape;8439;p6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40" name="Google Shape;8440;p6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441" name="Google Shape;8441;p64"/>
          <p:cNvGrpSpPr/>
          <p:nvPr/>
        </p:nvGrpSpPr>
        <p:grpSpPr>
          <a:xfrm>
            <a:off x="7586863" y="2075038"/>
            <a:ext cx="874976" cy="719600"/>
            <a:chOff x="7608988" y="2093194"/>
            <a:chExt cx="817276" cy="672147"/>
          </a:xfrm>
        </p:grpSpPr>
        <p:cxnSp>
          <p:nvCxnSpPr>
            <p:cNvPr id="8442" name="Google Shape;8442;p6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443" name="Google Shape;8443;p6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444" name="Google Shape;8444;p6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445" name="Google Shape;8445;p6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446" name="Google Shape;8446;p6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447" name="Google Shape;8447;p6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448" name="Google Shape;8448;p64"/>
            <p:cNvGrpSpPr/>
            <p:nvPr/>
          </p:nvGrpSpPr>
          <p:grpSpPr>
            <a:xfrm>
              <a:off x="7721175" y="2093194"/>
              <a:ext cx="599587" cy="623846"/>
              <a:chOff x="7721175" y="2093194"/>
              <a:chExt cx="599587" cy="623846"/>
            </a:xfrm>
          </p:grpSpPr>
          <p:grpSp>
            <p:nvGrpSpPr>
              <p:cNvPr id="8449" name="Google Shape;8449;p64"/>
              <p:cNvGrpSpPr/>
              <p:nvPr/>
            </p:nvGrpSpPr>
            <p:grpSpPr>
              <a:xfrm>
                <a:off x="7721175" y="2093194"/>
                <a:ext cx="291605" cy="623846"/>
                <a:chOff x="9405575" y="2061418"/>
                <a:chExt cx="291605" cy="623846"/>
              </a:xfrm>
            </p:grpSpPr>
            <p:sp>
              <p:nvSpPr>
                <p:cNvPr id="8450" name="Google Shape;8450;p6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64"/>
              <p:cNvGrpSpPr/>
              <p:nvPr/>
            </p:nvGrpSpPr>
            <p:grpSpPr>
              <a:xfrm flipH="1">
                <a:off x="8029157" y="2093194"/>
                <a:ext cx="291605" cy="623846"/>
                <a:chOff x="9405575" y="2061418"/>
                <a:chExt cx="291605" cy="623846"/>
              </a:xfrm>
            </p:grpSpPr>
            <p:sp>
              <p:nvSpPr>
                <p:cNvPr id="8458" name="Google Shape;8458;p6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65" name="Google Shape;8465;p64"/>
          <p:cNvGrpSpPr/>
          <p:nvPr/>
        </p:nvGrpSpPr>
        <p:grpSpPr>
          <a:xfrm>
            <a:off x="4031299" y="1191441"/>
            <a:ext cx="712557" cy="785901"/>
            <a:chOff x="4206459" y="1191441"/>
            <a:chExt cx="712557" cy="785901"/>
          </a:xfrm>
        </p:grpSpPr>
        <p:sp>
          <p:nvSpPr>
            <p:cNvPr id="8466" name="Google Shape;8466;p6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0" name="Google Shape;8470;p64"/>
            <p:cNvGrpSpPr/>
            <p:nvPr/>
          </p:nvGrpSpPr>
          <p:grpSpPr>
            <a:xfrm>
              <a:off x="4644280" y="1290523"/>
              <a:ext cx="143716" cy="29463"/>
              <a:chOff x="4644280" y="1290523"/>
              <a:chExt cx="143716" cy="29463"/>
            </a:xfrm>
          </p:grpSpPr>
          <p:sp>
            <p:nvSpPr>
              <p:cNvPr id="8471" name="Google Shape;8471;p6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64"/>
            <p:cNvGrpSpPr/>
            <p:nvPr/>
          </p:nvGrpSpPr>
          <p:grpSpPr>
            <a:xfrm>
              <a:off x="4356567" y="1191441"/>
              <a:ext cx="143690" cy="29488"/>
              <a:chOff x="4356567" y="1191441"/>
              <a:chExt cx="143690" cy="29488"/>
            </a:xfrm>
          </p:grpSpPr>
          <p:sp>
            <p:nvSpPr>
              <p:cNvPr id="8476" name="Google Shape;8476;p6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64"/>
            <p:cNvGrpSpPr/>
            <p:nvPr/>
          </p:nvGrpSpPr>
          <p:grpSpPr>
            <a:xfrm>
              <a:off x="4339009" y="1863727"/>
              <a:ext cx="143703" cy="29476"/>
              <a:chOff x="4339009" y="1863727"/>
              <a:chExt cx="143703" cy="29476"/>
            </a:xfrm>
          </p:grpSpPr>
          <p:sp>
            <p:nvSpPr>
              <p:cNvPr id="8481" name="Google Shape;8481;p6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64"/>
            <p:cNvGrpSpPr/>
            <p:nvPr/>
          </p:nvGrpSpPr>
          <p:grpSpPr>
            <a:xfrm>
              <a:off x="4206459" y="1607315"/>
              <a:ext cx="29539" cy="142899"/>
              <a:chOff x="4206459" y="1607315"/>
              <a:chExt cx="29539" cy="142899"/>
            </a:xfrm>
          </p:grpSpPr>
          <p:sp>
            <p:nvSpPr>
              <p:cNvPr id="8486" name="Google Shape;8486;p6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0" name="Google Shape;8490;p6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4" name="Google Shape;8494;p64"/>
            <p:cNvGrpSpPr/>
            <p:nvPr/>
          </p:nvGrpSpPr>
          <p:grpSpPr>
            <a:xfrm>
              <a:off x="4889463" y="1423737"/>
              <a:ext cx="29552" cy="142899"/>
              <a:chOff x="4889463" y="1423737"/>
              <a:chExt cx="29552" cy="142899"/>
            </a:xfrm>
          </p:grpSpPr>
          <p:sp>
            <p:nvSpPr>
              <p:cNvPr id="8495" name="Google Shape;8495;p6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64"/>
            <p:cNvGrpSpPr/>
            <p:nvPr/>
          </p:nvGrpSpPr>
          <p:grpSpPr>
            <a:xfrm>
              <a:off x="4771663" y="1876896"/>
              <a:ext cx="108651" cy="100447"/>
              <a:chOff x="4771663" y="1876896"/>
              <a:chExt cx="108651" cy="100447"/>
            </a:xfrm>
          </p:grpSpPr>
          <p:sp>
            <p:nvSpPr>
              <p:cNvPr id="8500" name="Google Shape;8500;p6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4" name="Google Shape;8504;p64"/>
          <p:cNvGrpSpPr/>
          <p:nvPr/>
        </p:nvGrpSpPr>
        <p:grpSpPr>
          <a:xfrm>
            <a:off x="4026774" y="2074664"/>
            <a:ext cx="791287" cy="720350"/>
            <a:chOff x="267375" y="1071875"/>
            <a:chExt cx="470500" cy="428550"/>
          </a:xfrm>
        </p:grpSpPr>
        <p:sp>
          <p:nvSpPr>
            <p:cNvPr id="8505" name="Google Shape;8505;p6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64"/>
          <p:cNvGrpSpPr/>
          <p:nvPr/>
        </p:nvGrpSpPr>
        <p:grpSpPr>
          <a:xfrm>
            <a:off x="727269" y="3719294"/>
            <a:ext cx="1408444" cy="673166"/>
            <a:chOff x="712664" y="3693287"/>
            <a:chExt cx="1460738" cy="698160"/>
          </a:xfrm>
        </p:grpSpPr>
        <p:grpSp>
          <p:nvGrpSpPr>
            <p:cNvPr id="8514" name="Google Shape;8514;p64"/>
            <p:cNvGrpSpPr/>
            <p:nvPr/>
          </p:nvGrpSpPr>
          <p:grpSpPr>
            <a:xfrm>
              <a:off x="1380079" y="4133090"/>
              <a:ext cx="234048" cy="258099"/>
              <a:chOff x="1380079" y="4133090"/>
              <a:chExt cx="234048" cy="258099"/>
            </a:xfrm>
          </p:grpSpPr>
          <p:sp>
            <p:nvSpPr>
              <p:cNvPr id="8515" name="Google Shape;8515;p6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64"/>
            <p:cNvGrpSpPr/>
            <p:nvPr/>
          </p:nvGrpSpPr>
          <p:grpSpPr>
            <a:xfrm>
              <a:off x="884610" y="3864082"/>
              <a:ext cx="1118566" cy="527275"/>
              <a:chOff x="890961" y="3865463"/>
              <a:chExt cx="1115221" cy="525698"/>
            </a:xfrm>
          </p:grpSpPr>
          <p:sp>
            <p:nvSpPr>
              <p:cNvPr id="8519" name="Google Shape;8519;p6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64"/>
            <p:cNvGrpSpPr/>
            <p:nvPr/>
          </p:nvGrpSpPr>
          <p:grpSpPr>
            <a:xfrm>
              <a:off x="712664" y="3693287"/>
              <a:ext cx="1460738" cy="698160"/>
              <a:chOff x="712664" y="3693025"/>
              <a:chExt cx="1460738" cy="698160"/>
            </a:xfrm>
          </p:grpSpPr>
          <p:sp>
            <p:nvSpPr>
              <p:cNvPr id="8523" name="Google Shape;8523;p6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9" name="Google Shape;8529;p64"/>
          <p:cNvGrpSpPr/>
          <p:nvPr/>
        </p:nvGrpSpPr>
        <p:grpSpPr>
          <a:xfrm>
            <a:off x="3164985" y="1191441"/>
            <a:ext cx="795485" cy="738831"/>
            <a:chOff x="3348603" y="1236445"/>
            <a:chExt cx="749256" cy="695894"/>
          </a:xfrm>
        </p:grpSpPr>
        <p:grpSp>
          <p:nvGrpSpPr>
            <p:cNvPr id="8530" name="Google Shape;8530;p64"/>
            <p:cNvGrpSpPr/>
            <p:nvPr/>
          </p:nvGrpSpPr>
          <p:grpSpPr>
            <a:xfrm>
              <a:off x="3583779" y="1236445"/>
              <a:ext cx="293795" cy="285811"/>
              <a:chOff x="3750225" y="1774000"/>
              <a:chExt cx="149575" cy="145525"/>
            </a:xfrm>
          </p:grpSpPr>
          <p:sp>
            <p:nvSpPr>
              <p:cNvPr id="8531" name="Google Shape;8531;p6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64"/>
            <p:cNvGrpSpPr/>
            <p:nvPr/>
          </p:nvGrpSpPr>
          <p:grpSpPr>
            <a:xfrm>
              <a:off x="3775534" y="1462599"/>
              <a:ext cx="322325" cy="285958"/>
              <a:chOff x="3847850" y="1889150"/>
              <a:chExt cx="164100" cy="145600"/>
            </a:xfrm>
          </p:grpSpPr>
          <p:sp>
            <p:nvSpPr>
              <p:cNvPr id="8534" name="Google Shape;8534;p6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64"/>
            <p:cNvGrpSpPr/>
            <p:nvPr/>
          </p:nvGrpSpPr>
          <p:grpSpPr>
            <a:xfrm>
              <a:off x="3545329" y="1646528"/>
              <a:ext cx="293746" cy="285811"/>
              <a:chOff x="3730650" y="1982800"/>
              <a:chExt cx="149550" cy="145525"/>
            </a:xfrm>
          </p:grpSpPr>
          <p:sp>
            <p:nvSpPr>
              <p:cNvPr id="8537" name="Google Shape;8537;p6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64"/>
            <p:cNvGrpSpPr/>
            <p:nvPr/>
          </p:nvGrpSpPr>
          <p:grpSpPr>
            <a:xfrm>
              <a:off x="3348603" y="1415046"/>
              <a:ext cx="294384" cy="284387"/>
              <a:chOff x="3630494" y="1864938"/>
              <a:chExt cx="149875" cy="144800"/>
            </a:xfrm>
          </p:grpSpPr>
          <p:sp>
            <p:nvSpPr>
              <p:cNvPr id="8540" name="Google Shape;8540;p6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2" name="Google Shape;8542;p64"/>
          <p:cNvGrpSpPr/>
          <p:nvPr/>
        </p:nvGrpSpPr>
        <p:grpSpPr>
          <a:xfrm>
            <a:off x="2286512" y="3714337"/>
            <a:ext cx="1324924" cy="678083"/>
            <a:chOff x="2413923" y="3711366"/>
            <a:chExt cx="1374117" cy="703260"/>
          </a:xfrm>
        </p:grpSpPr>
        <p:grpSp>
          <p:nvGrpSpPr>
            <p:cNvPr id="8543" name="Google Shape;8543;p64"/>
            <p:cNvGrpSpPr/>
            <p:nvPr/>
          </p:nvGrpSpPr>
          <p:grpSpPr>
            <a:xfrm>
              <a:off x="2413923" y="3711366"/>
              <a:ext cx="1374117" cy="703260"/>
              <a:chOff x="2413923" y="3711366"/>
              <a:chExt cx="1374117" cy="703260"/>
            </a:xfrm>
          </p:grpSpPr>
          <p:sp>
            <p:nvSpPr>
              <p:cNvPr id="8544" name="Google Shape;8544;p6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5" name="Google Shape;8545;p64"/>
              <p:cNvGrpSpPr/>
              <p:nvPr/>
            </p:nvGrpSpPr>
            <p:grpSpPr>
              <a:xfrm>
                <a:off x="2600284" y="3808654"/>
                <a:ext cx="234506" cy="138009"/>
                <a:chOff x="2600284" y="3808654"/>
                <a:chExt cx="234506" cy="138009"/>
              </a:xfrm>
            </p:grpSpPr>
            <p:sp>
              <p:nvSpPr>
                <p:cNvPr id="8546" name="Google Shape;8546;p6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47" name="Google Shape;8547;p6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48" name="Google Shape;8548;p64"/>
              <p:cNvGrpSpPr/>
              <p:nvPr/>
            </p:nvGrpSpPr>
            <p:grpSpPr>
              <a:xfrm>
                <a:off x="3359659" y="3805664"/>
                <a:ext cx="232294" cy="141000"/>
                <a:chOff x="3359659" y="3805664"/>
                <a:chExt cx="232294" cy="141000"/>
              </a:xfrm>
            </p:grpSpPr>
            <p:sp>
              <p:nvSpPr>
                <p:cNvPr id="8549" name="Google Shape;8549;p6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0" name="Google Shape;8550;p6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51" name="Google Shape;8551;p64"/>
              <p:cNvGrpSpPr/>
              <p:nvPr/>
            </p:nvGrpSpPr>
            <p:grpSpPr>
              <a:xfrm>
                <a:off x="3067316" y="3711366"/>
                <a:ext cx="66900" cy="166809"/>
                <a:chOff x="3067316" y="3711366"/>
                <a:chExt cx="66900" cy="166809"/>
              </a:xfrm>
            </p:grpSpPr>
            <p:sp>
              <p:nvSpPr>
                <p:cNvPr id="8552" name="Google Shape;8552;p6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3" name="Google Shape;8553;p6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54" name="Google Shape;8554;p64"/>
              <p:cNvGrpSpPr/>
              <p:nvPr/>
            </p:nvGrpSpPr>
            <p:grpSpPr>
              <a:xfrm>
                <a:off x="2413923" y="4058666"/>
                <a:ext cx="224119" cy="66900"/>
                <a:chOff x="2413923" y="4058666"/>
                <a:chExt cx="224119" cy="66900"/>
              </a:xfrm>
            </p:grpSpPr>
            <p:sp>
              <p:nvSpPr>
                <p:cNvPr id="8555" name="Google Shape;8555;p6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6" name="Google Shape;8556;p6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57" name="Google Shape;8557;p64"/>
              <p:cNvGrpSpPr/>
              <p:nvPr/>
            </p:nvGrpSpPr>
            <p:grpSpPr>
              <a:xfrm>
                <a:off x="3564643" y="4058666"/>
                <a:ext cx="223397" cy="66900"/>
                <a:chOff x="3564643" y="4058666"/>
                <a:chExt cx="223397" cy="66900"/>
              </a:xfrm>
            </p:grpSpPr>
            <p:sp>
              <p:nvSpPr>
                <p:cNvPr id="8558" name="Google Shape;8558;p6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9" name="Google Shape;8559;p6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560" name="Google Shape;8560;p64"/>
            <p:cNvGrpSpPr/>
            <p:nvPr/>
          </p:nvGrpSpPr>
          <p:grpSpPr>
            <a:xfrm>
              <a:off x="2633353" y="3965763"/>
              <a:ext cx="933975" cy="445687"/>
              <a:chOff x="2633353" y="3965763"/>
              <a:chExt cx="933975" cy="445687"/>
            </a:xfrm>
          </p:grpSpPr>
          <p:sp>
            <p:nvSpPr>
              <p:cNvPr id="8561" name="Google Shape;8561;p6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3" name="Google Shape;8563;p64"/>
          <p:cNvGrpSpPr/>
          <p:nvPr/>
        </p:nvGrpSpPr>
        <p:grpSpPr>
          <a:xfrm>
            <a:off x="6410784" y="1264884"/>
            <a:ext cx="1131087" cy="587383"/>
            <a:chOff x="238125" y="999450"/>
            <a:chExt cx="7140700" cy="3708225"/>
          </a:xfrm>
        </p:grpSpPr>
        <p:sp>
          <p:nvSpPr>
            <p:cNvPr id="8564" name="Google Shape;8564;p6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64"/>
          <p:cNvGrpSpPr/>
          <p:nvPr/>
        </p:nvGrpSpPr>
        <p:grpSpPr>
          <a:xfrm>
            <a:off x="3762234" y="3714379"/>
            <a:ext cx="1375854" cy="678131"/>
            <a:chOff x="3913765" y="3641905"/>
            <a:chExt cx="1522805" cy="750560"/>
          </a:xfrm>
        </p:grpSpPr>
        <p:grpSp>
          <p:nvGrpSpPr>
            <p:cNvPr id="8574" name="Google Shape;8574;p64"/>
            <p:cNvGrpSpPr/>
            <p:nvPr/>
          </p:nvGrpSpPr>
          <p:grpSpPr>
            <a:xfrm>
              <a:off x="3913765" y="3997002"/>
              <a:ext cx="1522805" cy="395463"/>
              <a:chOff x="3913765" y="3997002"/>
              <a:chExt cx="1522805" cy="395463"/>
            </a:xfrm>
          </p:grpSpPr>
          <p:grpSp>
            <p:nvGrpSpPr>
              <p:cNvPr id="8575" name="Google Shape;8575;p64"/>
              <p:cNvGrpSpPr/>
              <p:nvPr/>
            </p:nvGrpSpPr>
            <p:grpSpPr>
              <a:xfrm>
                <a:off x="3913765" y="4138659"/>
                <a:ext cx="507602" cy="253806"/>
                <a:chOff x="3913765" y="4138659"/>
                <a:chExt cx="507602" cy="253806"/>
              </a:xfrm>
            </p:grpSpPr>
            <p:sp>
              <p:nvSpPr>
                <p:cNvPr id="8576" name="Google Shape;8576;p6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578" name="Google Shape;8578;p64"/>
              <p:cNvGrpSpPr/>
              <p:nvPr/>
            </p:nvGrpSpPr>
            <p:grpSpPr>
              <a:xfrm>
                <a:off x="4421361" y="3997002"/>
                <a:ext cx="507618" cy="395463"/>
                <a:chOff x="4421361" y="3997002"/>
                <a:chExt cx="507618" cy="395463"/>
              </a:xfrm>
            </p:grpSpPr>
            <p:sp>
              <p:nvSpPr>
                <p:cNvPr id="8579" name="Google Shape;8579;p6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64"/>
              <p:cNvGrpSpPr/>
              <p:nvPr/>
            </p:nvGrpSpPr>
            <p:grpSpPr>
              <a:xfrm>
                <a:off x="4928973" y="4189418"/>
                <a:ext cx="507596" cy="203047"/>
                <a:chOff x="4928973" y="4189418"/>
                <a:chExt cx="507596" cy="203047"/>
              </a:xfrm>
            </p:grpSpPr>
            <p:sp>
              <p:nvSpPr>
                <p:cNvPr id="8582" name="Google Shape;8582;p6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4" name="Google Shape;8584;p64"/>
            <p:cNvGrpSpPr/>
            <p:nvPr/>
          </p:nvGrpSpPr>
          <p:grpSpPr>
            <a:xfrm>
              <a:off x="4482186" y="3641905"/>
              <a:ext cx="397605" cy="349784"/>
              <a:chOff x="2906375" y="1159725"/>
              <a:chExt cx="1860575" cy="1636800"/>
            </a:xfrm>
          </p:grpSpPr>
          <p:sp>
            <p:nvSpPr>
              <p:cNvPr id="8585" name="Google Shape;8585;p6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9" name="Google Shape;8589;p64"/>
          <p:cNvGrpSpPr/>
          <p:nvPr/>
        </p:nvGrpSpPr>
        <p:grpSpPr>
          <a:xfrm>
            <a:off x="6546943" y="2074305"/>
            <a:ext cx="940737" cy="721067"/>
            <a:chOff x="6599718" y="2068734"/>
            <a:chExt cx="940737" cy="721067"/>
          </a:xfrm>
        </p:grpSpPr>
        <p:sp>
          <p:nvSpPr>
            <p:cNvPr id="8590" name="Google Shape;8590;p6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6" name="Google Shape;8596;p64"/>
            <p:cNvGrpSpPr/>
            <p:nvPr/>
          </p:nvGrpSpPr>
          <p:grpSpPr>
            <a:xfrm>
              <a:off x="6836957" y="2068734"/>
              <a:ext cx="461892" cy="721067"/>
              <a:chOff x="6836957" y="2068734"/>
              <a:chExt cx="461892" cy="721067"/>
            </a:xfrm>
          </p:grpSpPr>
          <p:sp>
            <p:nvSpPr>
              <p:cNvPr id="8597" name="Google Shape;8597;p6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3" name="Google Shape;8603;p64"/>
              <p:cNvGrpSpPr/>
              <p:nvPr/>
            </p:nvGrpSpPr>
            <p:grpSpPr>
              <a:xfrm>
                <a:off x="6836957" y="2068734"/>
                <a:ext cx="461892" cy="721067"/>
                <a:chOff x="6836957" y="2068734"/>
                <a:chExt cx="461892" cy="721067"/>
              </a:xfrm>
            </p:grpSpPr>
            <p:sp>
              <p:nvSpPr>
                <p:cNvPr id="8604" name="Google Shape;8604;p6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11" name="Google Shape;8611;p64"/>
          <p:cNvGrpSpPr/>
          <p:nvPr/>
        </p:nvGrpSpPr>
        <p:grpSpPr>
          <a:xfrm>
            <a:off x="2430262" y="2078652"/>
            <a:ext cx="712577" cy="712374"/>
            <a:chOff x="2559249" y="2069323"/>
            <a:chExt cx="685566" cy="685634"/>
          </a:xfrm>
        </p:grpSpPr>
        <p:sp>
          <p:nvSpPr>
            <p:cNvPr id="8612" name="Google Shape;8612;p6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64"/>
          <p:cNvGrpSpPr/>
          <p:nvPr/>
        </p:nvGrpSpPr>
        <p:grpSpPr>
          <a:xfrm>
            <a:off x="7612699" y="1191441"/>
            <a:ext cx="845645" cy="711911"/>
            <a:chOff x="951975" y="315800"/>
            <a:chExt cx="5860325" cy="4933550"/>
          </a:xfrm>
        </p:grpSpPr>
        <p:sp>
          <p:nvSpPr>
            <p:cNvPr id="8626" name="Google Shape;8626;p6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64"/>
          <p:cNvGrpSpPr/>
          <p:nvPr/>
        </p:nvGrpSpPr>
        <p:grpSpPr>
          <a:xfrm>
            <a:off x="3709828" y="2927550"/>
            <a:ext cx="1617932" cy="621724"/>
            <a:chOff x="3862800" y="3038525"/>
            <a:chExt cx="1329006" cy="510698"/>
          </a:xfrm>
        </p:grpSpPr>
        <p:sp>
          <p:nvSpPr>
            <p:cNvPr id="8635" name="Google Shape;8635;p6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7" name="Google Shape;8637;p64"/>
            <p:cNvGrpSpPr/>
            <p:nvPr/>
          </p:nvGrpSpPr>
          <p:grpSpPr>
            <a:xfrm>
              <a:off x="3967075" y="3040337"/>
              <a:ext cx="1019927" cy="402126"/>
              <a:chOff x="3967075" y="3040337"/>
              <a:chExt cx="1019927" cy="402126"/>
            </a:xfrm>
          </p:grpSpPr>
          <p:sp>
            <p:nvSpPr>
              <p:cNvPr id="8638" name="Google Shape;8638;p6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64"/>
            <p:cNvGrpSpPr/>
            <p:nvPr/>
          </p:nvGrpSpPr>
          <p:grpSpPr>
            <a:xfrm>
              <a:off x="4186700" y="3040337"/>
              <a:ext cx="390475" cy="183289"/>
              <a:chOff x="4186700" y="3040337"/>
              <a:chExt cx="390475" cy="183289"/>
            </a:xfrm>
          </p:grpSpPr>
          <p:sp>
            <p:nvSpPr>
              <p:cNvPr id="8641" name="Google Shape;8641;p6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4"/>
            <p:cNvGrpSpPr/>
            <p:nvPr/>
          </p:nvGrpSpPr>
          <p:grpSpPr>
            <a:xfrm>
              <a:off x="4073727" y="3040337"/>
              <a:ext cx="697794" cy="296263"/>
              <a:chOff x="4073727" y="3040337"/>
              <a:chExt cx="697794" cy="296263"/>
            </a:xfrm>
          </p:grpSpPr>
          <p:sp>
            <p:nvSpPr>
              <p:cNvPr id="8644" name="Google Shape;8644;p6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64"/>
            <p:cNvGrpSpPr/>
            <p:nvPr/>
          </p:nvGrpSpPr>
          <p:grpSpPr>
            <a:xfrm>
              <a:off x="3862800" y="3038525"/>
              <a:ext cx="1329006" cy="510698"/>
              <a:chOff x="3862800" y="3038525"/>
              <a:chExt cx="1329006" cy="510698"/>
            </a:xfrm>
          </p:grpSpPr>
          <p:sp>
            <p:nvSpPr>
              <p:cNvPr id="8647" name="Google Shape;8647;p6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9" name="Google Shape;8649;p64"/>
          <p:cNvGrpSpPr/>
          <p:nvPr/>
        </p:nvGrpSpPr>
        <p:grpSpPr>
          <a:xfrm>
            <a:off x="718150" y="1191441"/>
            <a:ext cx="883205" cy="775176"/>
            <a:chOff x="649648" y="271400"/>
            <a:chExt cx="6215377" cy="5455143"/>
          </a:xfrm>
        </p:grpSpPr>
        <p:sp>
          <p:nvSpPr>
            <p:cNvPr id="8650" name="Google Shape;8650;p6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64"/>
          <p:cNvGrpSpPr/>
          <p:nvPr/>
        </p:nvGrpSpPr>
        <p:grpSpPr>
          <a:xfrm>
            <a:off x="2326452" y="1191441"/>
            <a:ext cx="767704" cy="815489"/>
            <a:chOff x="2499700" y="1135950"/>
            <a:chExt cx="732402" cy="777990"/>
          </a:xfrm>
        </p:grpSpPr>
        <p:grpSp>
          <p:nvGrpSpPr>
            <p:cNvPr id="8663" name="Google Shape;8663;p64"/>
            <p:cNvGrpSpPr/>
            <p:nvPr/>
          </p:nvGrpSpPr>
          <p:grpSpPr>
            <a:xfrm>
              <a:off x="2499700" y="1135950"/>
              <a:ext cx="732402" cy="694705"/>
              <a:chOff x="2499700" y="1135950"/>
              <a:chExt cx="732402" cy="694705"/>
            </a:xfrm>
          </p:grpSpPr>
          <p:sp>
            <p:nvSpPr>
              <p:cNvPr id="8664" name="Google Shape;8664;p6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64"/>
            <p:cNvGrpSpPr/>
            <p:nvPr/>
          </p:nvGrpSpPr>
          <p:grpSpPr>
            <a:xfrm>
              <a:off x="2517909" y="1188726"/>
              <a:ext cx="702702" cy="725214"/>
              <a:chOff x="2517909" y="1188726"/>
              <a:chExt cx="702702" cy="725214"/>
            </a:xfrm>
          </p:grpSpPr>
          <p:sp>
            <p:nvSpPr>
              <p:cNvPr id="8692" name="Google Shape;8692;p6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7" name="Google Shape;8697;p64"/>
          <p:cNvGrpSpPr/>
          <p:nvPr/>
        </p:nvGrpSpPr>
        <p:grpSpPr>
          <a:xfrm>
            <a:off x="1672184" y="1191441"/>
            <a:ext cx="583439" cy="870229"/>
            <a:chOff x="1716825" y="1121550"/>
            <a:chExt cx="622800" cy="928938"/>
          </a:xfrm>
        </p:grpSpPr>
        <p:grpSp>
          <p:nvGrpSpPr>
            <p:cNvPr id="8698" name="Google Shape;8698;p64"/>
            <p:cNvGrpSpPr/>
            <p:nvPr/>
          </p:nvGrpSpPr>
          <p:grpSpPr>
            <a:xfrm>
              <a:off x="1716825" y="1121550"/>
              <a:ext cx="622800" cy="928938"/>
              <a:chOff x="1716825" y="1121550"/>
              <a:chExt cx="622800" cy="928938"/>
            </a:xfrm>
          </p:grpSpPr>
          <p:cxnSp>
            <p:nvCxnSpPr>
              <p:cNvPr id="8699" name="Google Shape;8699;p6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700" name="Google Shape;8700;p6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64"/>
            <p:cNvGrpSpPr/>
            <p:nvPr/>
          </p:nvGrpSpPr>
          <p:grpSpPr>
            <a:xfrm>
              <a:off x="1768050" y="1172775"/>
              <a:ext cx="520200" cy="832000"/>
              <a:chOff x="1768050" y="1172775"/>
              <a:chExt cx="520200" cy="832000"/>
            </a:xfrm>
          </p:grpSpPr>
          <p:cxnSp>
            <p:nvCxnSpPr>
              <p:cNvPr id="8702" name="Google Shape;8702;p6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703" name="Google Shape;8703;p6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64"/>
            <p:cNvGrpSpPr/>
            <p:nvPr/>
          </p:nvGrpSpPr>
          <p:grpSpPr>
            <a:xfrm>
              <a:off x="1820100" y="1225475"/>
              <a:ext cx="416400" cy="729575"/>
              <a:chOff x="1820100" y="1225475"/>
              <a:chExt cx="416400" cy="729575"/>
            </a:xfrm>
          </p:grpSpPr>
          <p:cxnSp>
            <p:nvCxnSpPr>
              <p:cNvPr id="8705" name="Google Shape;8705;p6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706" name="Google Shape;8706;p6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64"/>
            <p:cNvGrpSpPr/>
            <p:nvPr/>
          </p:nvGrpSpPr>
          <p:grpSpPr>
            <a:xfrm>
              <a:off x="1874250" y="1278825"/>
              <a:ext cx="308100" cy="605275"/>
              <a:chOff x="1874250" y="1278825"/>
              <a:chExt cx="308100" cy="605275"/>
            </a:xfrm>
          </p:grpSpPr>
          <p:cxnSp>
            <p:nvCxnSpPr>
              <p:cNvPr id="8708" name="Google Shape;8708;p6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709" name="Google Shape;8709;p6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0" name="Google Shape;8710;p6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64"/>
          <p:cNvGrpSpPr/>
          <p:nvPr/>
        </p:nvGrpSpPr>
        <p:grpSpPr>
          <a:xfrm>
            <a:off x="1592007" y="2077763"/>
            <a:ext cx="739072" cy="714152"/>
            <a:chOff x="4334725" y="1355875"/>
            <a:chExt cx="3106650" cy="3001900"/>
          </a:xfrm>
        </p:grpSpPr>
        <p:grpSp>
          <p:nvGrpSpPr>
            <p:cNvPr id="8712" name="Google Shape;8712;p64"/>
            <p:cNvGrpSpPr/>
            <p:nvPr/>
          </p:nvGrpSpPr>
          <p:grpSpPr>
            <a:xfrm>
              <a:off x="4516050" y="1724875"/>
              <a:ext cx="2693725" cy="2632900"/>
              <a:chOff x="4516050" y="1724875"/>
              <a:chExt cx="2693725" cy="2632900"/>
            </a:xfrm>
          </p:grpSpPr>
          <p:sp>
            <p:nvSpPr>
              <p:cNvPr id="8713" name="Google Shape;8713;p6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64"/>
            <p:cNvGrpSpPr/>
            <p:nvPr/>
          </p:nvGrpSpPr>
          <p:grpSpPr>
            <a:xfrm>
              <a:off x="4334725" y="1355875"/>
              <a:ext cx="3106650" cy="2709650"/>
              <a:chOff x="4334725" y="1355875"/>
              <a:chExt cx="3106650" cy="2709650"/>
            </a:xfrm>
          </p:grpSpPr>
          <p:sp>
            <p:nvSpPr>
              <p:cNvPr id="8717" name="Google Shape;8717;p6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20" name="Google Shape;8720;p64"/>
          <p:cNvGrpSpPr/>
          <p:nvPr/>
        </p:nvGrpSpPr>
        <p:grpSpPr>
          <a:xfrm>
            <a:off x="7708956" y="3708534"/>
            <a:ext cx="312074" cy="684173"/>
            <a:chOff x="7645573" y="3754300"/>
            <a:chExt cx="293855" cy="644170"/>
          </a:xfrm>
        </p:grpSpPr>
        <p:sp>
          <p:nvSpPr>
            <p:cNvPr id="8721" name="Google Shape;8721;p6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64"/>
          <p:cNvGrpSpPr/>
          <p:nvPr/>
        </p:nvGrpSpPr>
        <p:grpSpPr>
          <a:xfrm>
            <a:off x="5630944" y="1191441"/>
            <a:ext cx="709011" cy="739359"/>
            <a:chOff x="5830645" y="1256617"/>
            <a:chExt cx="530340" cy="553040"/>
          </a:xfrm>
        </p:grpSpPr>
        <p:grpSp>
          <p:nvGrpSpPr>
            <p:cNvPr id="8724" name="Google Shape;8724;p64"/>
            <p:cNvGrpSpPr/>
            <p:nvPr/>
          </p:nvGrpSpPr>
          <p:grpSpPr>
            <a:xfrm>
              <a:off x="5830645" y="1256617"/>
              <a:ext cx="259743" cy="269909"/>
              <a:chOff x="5830645" y="1256617"/>
              <a:chExt cx="259743" cy="269909"/>
            </a:xfrm>
          </p:grpSpPr>
          <p:sp>
            <p:nvSpPr>
              <p:cNvPr id="8725" name="Google Shape;8725;p6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64"/>
            <p:cNvGrpSpPr/>
            <p:nvPr/>
          </p:nvGrpSpPr>
          <p:grpSpPr>
            <a:xfrm>
              <a:off x="6101293" y="1256617"/>
              <a:ext cx="259692" cy="269909"/>
              <a:chOff x="6101293" y="1256617"/>
              <a:chExt cx="259692" cy="269909"/>
            </a:xfrm>
          </p:grpSpPr>
          <p:sp>
            <p:nvSpPr>
              <p:cNvPr id="8728" name="Google Shape;8728;p6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64"/>
            <p:cNvGrpSpPr/>
            <p:nvPr/>
          </p:nvGrpSpPr>
          <p:grpSpPr>
            <a:xfrm>
              <a:off x="5830645" y="1539749"/>
              <a:ext cx="259692" cy="269909"/>
              <a:chOff x="5830645" y="1539749"/>
              <a:chExt cx="259692" cy="269909"/>
            </a:xfrm>
          </p:grpSpPr>
          <p:sp>
            <p:nvSpPr>
              <p:cNvPr id="8731" name="Google Shape;8731;p6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64"/>
            <p:cNvGrpSpPr/>
            <p:nvPr/>
          </p:nvGrpSpPr>
          <p:grpSpPr>
            <a:xfrm>
              <a:off x="6101293" y="1539749"/>
              <a:ext cx="259692" cy="269909"/>
              <a:chOff x="6101293" y="1539749"/>
              <a:chExt cx="259692" cy="269909"/>
            </a:xfrm>
          </p:grpSpPr>
          <p:sp>
            <p:nvSpPr>
              <p:cNvPr id="8734" name="Google Shape;8734;p6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6" name="Google Shape;8736;p6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64"/>
          <p:cNvGrpSpPr/>
          <p:nvPr/>
        </p:nvGrpSpPr>
        <p:grpSpPr>
          <a:xfrm>
            <a:off x="732438" y="2927557"/>
            <a:ext cx="1452955" cy="621360"/>
            <a:chOff x="732422" y="2990152"/>
            <a:chExt cx="1337773" cy="572102"/>
          </a:xfrm>
        </p:grpSpPr>
        <p:sp>
          <p:nvSpPr>
            <p:cNvPr id="8738" name="Google Shape;8738;p6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8747" name="Shape 8747"/>
        <p:cNvGrpSpPr/>
        <p:nvPr/>
      </p:nvGrpSpPr>
      <p:grpSpPr>
        <a:xfrm>
          <a:off x="0" y="0"/>
          <a:ext cx="0" cy="0"/>
          <a:chOff x="0" y="0"/>
          <a:chExt cx="0" cy="0"/>
        </a:xfrm>
      </p:grpSpPr>
      <p:grpSp>
        <p:nvGrpSpPr>
          <p:cNvPr id="8748" name="Google Shape;8748;p65"/>
          <p:cNvGrpSpPr/>
          <p:nvPr/>
        </p:nvGrpSpPr>
        <p:grpSpPr>
          <a:xfrm>
            <a:off x="729238" y="1179665"/>
            <a:ext cx="1636117" cy="1526144"/>
            <a:chOff x="729238" y="1179665"/>
            <a:chExt cx="1636117" cy="1526144"/>
          </a:xfrm>
        </p:grpSpPr>
        <p:grpSp>
          <p:nvGrpSpPr>
            <p:cNvPr id="8749" name="Google Shape;8749;p65"/>
            <p:cNvGrpSpPr/>
            <p:nvPr/>
          </p:nvGrpSpPr>
          <p:grpSpPr>
            <a:xfrm>
              <a:off x="729238" y="1179665"/>
              <a:ext cx="80700" cy="1526144"/>
              <a:chOff x="729238" y="1179665"/>
              <a:chExt cx="80700" cy="1526144"/>
            </a:xfrm>
          </p:grpSpPr>
          <p:sp>
            <p:nvSpPr>
              <p:cNvPr id="8750" name="Google Shape;8750;p6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65"/>
            <p:cNvGrpSpPr/>
            <p:nvPr/>
          </p:nvGrpSpPr>
          <p:grpSpPr>
            <a:xfrm>
              <a:off x="903098" y="1179665"/>
              <a:ext cx="80700" cy="1526144"/>
              <a:chOff x="903098" y="1179665"/>
              <a:chExt cx="80700" cy="1526144"/>
            </a:xfrm>
          </p:grpSpPr>
          <p:sp>
            <p:nvSpPr>
              <p:cNvPr id="8761" name="Google Shape;8761;p6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65"/>
            <p:cNvGrpSpPr/>
            <p:nvPr/>
          </p:nvGrpSpPr>
          <p:grpSpPr>
            <a:xfrm>
              <a:off x="1076958" y="1179665"/>
              <a:ext cx="80700" cy="1526144"/>
              <a:chOff x="1076958" y="1179665"/>
              <a:chExt cx="80700" cy="1526144"/>
            </a:xfrm>
          </p:grpSpPr>
          <p:sp>
            <p:nvSpPr>
              <p:cNvPr id="8772" name="Google Shape;8772;p6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65"/>
            <p:cNvGrpSpPr/>
            <p:nvPr/>
          </p:nvGrpSpPr>
          <p:grpSpPr>
            <a:xfrm>
              <a:off x="1247707" y="1179665"/>
              <a:ext cx="80700" cy="1526144"/>
              <a:chOff x="1247707" y="1179665"/>
              <a:chExt cx="80700" cy="1526144"/>
            </a:xfrm>
          </p:grpSpPr>
          <p:sp>
            <p:nvSpPr>
              <p:cNvPr id="8783" name="Google Shape;8783;p6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65"/>
            <p:cNvGrpSpPr/>
            <p:nvPr/>
          </p:nvGrpSpPr>
          <p:grpSpPr>
            <a:xfrm>
              <a:off x="1421567" y="1179665"/>
              <a:ext cx="80700" cy="1526144"/>
              <a:chOff x="1421567" y="1179665"/>
              <a:chExt cx="80700" cy="1526144"/>
            </a:xfrm>
          </p:grpSpPr>
          <p:sp>
            <p:nvSpPr>
              <p:cNvPr id="8794" name="Google Shape;8794;p6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65"/>
            <p:cNvGrpSpPr/>
            <p:nvPr/>
          </p:nvGrpSpPr>
          <p:grpSpPr>
            <a:xfrm>
              <a:off x="1592327" y="1179665"/>
              <a:ext cx="80700" cy="1526144"/>
              <a:chOff x="1592327" y="1179665"/>
              <a:chExt cx="80700" cy="1526144"/>
            </a:xfrm>
          </p:grpSpPr>
          <p:sp>
            <p:nvSpPr>
              <p:cNvPr id="8805" name="Google Shape;8805;p6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65"/>
            <p:cNvGrpSpPr/>
            <p:nvPr/>
          </p:nvGrpSpPr>
          <p:grpSpPr>
            <a:xfrm>
              <a:off x="1766187" y="1179665"/>
              <a:ext cx="80700" cy="1526144"/>
              <a:chOff x="1766187" y="1179665"/>
              <a:chExt cx="80700" cy="1526144"/>
            </a:xfrm>
          </p:grpSpPr>
          <p:sp>
            <p:nvSpPr>
              <p:cNvPr id="8816" name="Google Shape;8816;p6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65"/>
            <p:cNvGrpSpPr/>
            <p:nvPr/>
          </p:nvGrpSpPr>
          <p:grpSpPr>
            <a:xfrm>
              <a:off x="1936935" y="1179665"/>
              <a:ext cx="80700" cy="1526144"/>
              <a:chOff x="1936935" y="1179665"/>
              <a:chExt cx="80700" cy="1526144"/>
            </a:xfrm>
          </p:grpSpPr>
          <p:sp>
            <p:nvSpPr>
              <p:cNvPr id="8827" name="Google Shape;8827;p6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65"/>
            <p:cNvGrpSpPr/>
            <p:nvPr/>
          </p:nvGrpSpPr>
          <p:grpSpPr>
            <a:xfrm>
              <a:off x="2110795" y="1179665"/>
              <a:ext cx="80700" cy="1526144"/>
              <a:chOff x="2110795" y="1179665"/>
              <a:chExt cx="80700" cy="1526144"/>
            </a:xfrm>
          </p:grpSpPr>
          <p:sp>
            <p:nvSpPr>
              <p:cNvPr id="8838" name="Google Shape;8838;p6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65"/>
            <p:cNvGrpSpPr/>
            <p:nvPr/>
          </p:nvGrpSpPr>
          <p:grpSpPr>
            <a:xfrm>
              <a:off x="2284655" y="1179665"/>
              <a:ext cx="80700" cy="1526144"/>
              <a:chOff x="2284655" y="1179665"/>
              <a:chExt cx="80700" cy="1526144"/>
            </a:xfrm>
          </p:grpSpPr>
          <p:sp>
            <p:nvSpPr>
              <p:cNvPr id="8849" name="Google Shape;8849;p6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9" name="Google Shape;8859;p65"/>
          <p:cNvGrpSpPr/>
          <p:nvPr/>
        </p:nvGrpSpPr>
        <p:grpSpPr>
          <a:xfrm>
            <a:off x="2623904" y="1198803"/>
            <a:ext cx="1364248" cy="1102133"/>
            <a:chOff x="2623904" y="1198803"/>
            <a:chExt cx="1364248" cy="1102133"/>
          </a:xfrm>
        </p:grpSpPr>
        <p:grpSp>
          <p:nvGrpSpPr>
            <p:cNvPr id="8860" name="Google Shape;8860;p65"/>
            <p:cNvGrpSpPr/>
            <p:nvPr/>
          </p:nvGrpSpPr>
          <p:grpSpPr>
            <a:xfrm>
              <a:off x="2623907" y="1198803"/>
              <a:ext cx="1364245" cy="273000"/>
              <a:chOff x="2623907" y="1198803"/>
              <a:chExt cx="1364245" cy="273000"/>
            </a:xfrm>
          </p:grpSpPr>
          <p:sp>
            <p:nvSpPr>
              <p:cNvPr id="8861" name="Google Shape;8861;p6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65"/>
            <p:cNvGrpSpPr/>
            <p:nvPr/>
          </p:nvGrpSpPr>
          <p:grpSpPr>
            <a:xfrm>
              <a:off x="2623904" y="1476964"/>
              <a:ext cx="1364245" cy="273000"/>
              <a:chOff x="2623904" y="1476964"/>
              <a:chExt cx="1364245" cy="273000"/>
            </a:xfrm>
          </p:grpSpPr>
          <p:sp>
            <p:nvSpPr>
              <p:cNvPr id="8867" name="Google Shape;8867;p6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65"/>
            <p:cNvGrpSpPr/>
            <p:nvPr/>
          </p:nvGrpSpPr>
          <p:grpSpPr>
            <a:xfrm>
              <a:off x="2623907" y="1749775"/>
              <a:ext cx="1364245" cy="273000"/>
              <a:chOff x="2623907" y="1749775"/>
              <a:chExt cx="1364245" cy="273000"/>
            </a:xfrm>
          </p:grpSpPr>
          <p:sp>
            <p:nvSpPr>
              <p:cNvPr id="8873" name="Google Shape;8873;p6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65"/>
            <p:cNvGrpSpPr/>
            <p:nvPr/>
          </p:nvGrpSpPr>
          <p:grpSpPr>
            <a:xfrm>
              <a:off x="2623904" y="2027936"/>
              <a:ext cx="1364245" cy="273000"/>
              <a:chOff x="2623904" y="2027936"/>
              <a:chExt cx="1364245" cy="273000"/>
            </a:xfrm>
          </p:grpSpPr>
          <p:sp>
            <p:nvSpPr>
              <p:cNvPr id="8879" name="Google Shape;8879;p6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4" name="Google Shape;8884;p65"/>
          <p:cNvGrpSpPr/>
          <p:nvPr/>
        </p:nvGrpSpPr>
        <p:grpSpPr>
          <a:xfrm>
            <a:off x="2613365" y="2657986"/>
            <a:ext cx="1387541" cy="159124"/>
            <a:chOff x="3200660" y="2180272"/>
            <a:chExt cx="2563824" cy="378237"/>
          </a:xfrm>
        </p:grpSpPr>
        <p:sp>
          <p:nvSpPr>
            <p:cNvPr id="8885" name="Google Shape;8885;p6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65"/>
          <p:cNvGrpSpPr/>
          <p:nvPr/>
        </p:nvGrpSpPr>
        <p:grpSpPr>
          <a:xfrm>
            <a:off x="2609890" y="2935811"/>
            <a:ext cx="1390502" cy="159625"/>
            <a:chOff x="3530150" y="2790075"/>
            <a:chExt cx="1962600" cy="225300"/>
          </a:xfrm>
        </p:grpSpPr>
        <p:sp>
          <p:nvSpPr>
            <p:cNvPr id="8904" name="Google Shape;8904;p6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65"/>
          <p:cNvGrpSpPr/>
          <p:nvPr/>
        </p:nvGrpSpPr>
        <p:grpSpPr>
          <a:xfrm>
            <a:off x="2610543" y="3214137"/>
            <a:ext cx="1411629" cy="153761"/>
            <a:chOff x="3558802" y="4011427"/>
            <a:chExt cx="1866000" cy="111300"/>
          </a:xfrm>
        </p:grpSpPr>
        <p:sp>
          <p:nvSpPr>
            <p:cNvPr id="8907" name="Google Shape;8907;p6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5"/>
          <p:cNvGrpSpPr/>
          <p:nvPr/>
        </p:nvGrpSpPr>
        <p:grpSpPr>
          <a:xfrm>
            <a:off x="2610235" y="2419536"/>
            <a:ext cx="1383503" cy="119749"/>
            <a:chOff x="3465975" y="2270276"/>
            <a:chExt cx="1986364" cy="171929"/>
          </a:xfrm>
        </p:grpSpPr>
        <p:sp>
          <p:nvSpPr>
            <p:cNvPr id="8910" name="Google Shape;8910;p6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65"/>
          <p:cNvGrpSpPr/>
          <p:nvPr/>
        </p:nvGrpSpPr>
        <p:grpSpPr>
          <a:xfrm>
            <a:off x="2621243" y="3783187"/>
            <a:ext cx="1369531" cy="195460"/>
            <a:chOff x="723300" y="4253549"/>
            <a:chExt cx="2276482" cy="324900"/>
          </a:xfrm>
        </p:grpSpPr>
        <p:sp>
          <p:nvSpPr>
            <p:cNvPr id="8919" name="Google Shape;8919;p6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65"/>
          <p:cNvGrpSpPr/>
          <p:nvPr/>
        </p:nvGrpSpPr>
        <p:grpSpPr>
          <a:xfrm>
            <a:off x="2610803" y="3484367"/>
            <a:ext cx="1389066" cy="180119"/>
            <a:chOff x="705948" y="3788465"/>
            <a:chExt cx="2308953" cy="299400"/>
          </a:xfrm>
        </p:grpSpPr>
        <p:sp>
          <p:nvSpPr>
            <p:cNvPr id="8925" name="Google Shape;8925;p6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65"/>
          <p:cNvGrpSpPr/>
          <p:nvPr/>
        </p:nvGrpSpPr>
        <p:grpSpPr>
          <a:xfrm>
            <a:off x="2658741" y="4097347"/>
            <a:ext cx="1304609" cy="294074"/>
            <a:chOff x="2658741" y="4097347"/>
            <a:chExt cx="1304609" cy="294074"/>
          </a:xfrm>
        </p:grpSpPr>
        <p:grpSp>
          <p:nvGrpSpPr>
            <p:cNvPr id="8931" name="Google Shape;8931;p65"/>
            <p:cNvGrpSpPr/>
            <p:nvPr/>
          </p:nvGrpSpPr>
          <p:grpSpPr>
            <a:xfrm>
              <a:off x="2658741" y="4097347"/>
              <a:ext cx="118572" cy="294074"/>
              <a:chOff x="3343310" y="4475555"/>
              <a:chExt cx="127717" cy="316753"/>
            </a:xfrm>
          </p:grpSpPr>
          <p:sp>
            <p:nvSpPr>
              <p:cNvPr id="8932" name="Google Shape;8932;p6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65"/>
            <p:cNvGrpSpPr/>
            <p:nvPr/>
          </p:nvGrpSpPr>
          <p:grpSpPr>
            <a:xfrm>
              <a:off x="3815519" y="4098388"/>
              <a:ext cx="147831" cy="291991"/>
              <a:chOff x="3527539" y="4476677"/>
              <a:chExt cx="159232" cy="314510"/>
            </a:xfrm>
          </p:grpSpPr>
          <p:sp>
            <p:nvSpPr>
              <p:cNvPr id="8935" name="Google Shape;8935;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65"/>
            <p:cNvGrpSpPr/>
            <p:nvPr/>
          </p:nvGrpSpPr>
          <p:grpSpPr>
            <a:xfrm>
              <a:off x="3511696" y="4098388"/>
              <a:ext cx="147831" cy="291991"/>
              <a:chOff x="3527539" y="4476677"/>
              <a:chExt cx="159232" cy="314510"/>
            </a:xfrm>
          </p:grpSpPr>
          <p:sp>
            <p:nvSpPr>
              <p:cNvPr id="8938" name="Google Shape;8938;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65"/>
            <p:cNvGrpSpPr/>
            <p:nvPr/>
          </p:nvGrpSpPr>
          <p:grpSpPr>
            <a:xfrm>
              <a:off x="3207874" y="4098388"/>
              <a:ext cx="147831" cy="291991"/>
              <a:chOff x="3527539" y="4476677"/>
              <a:chExt cx="159232" cy="314510"/>
            </a:xfrm>
          </p:grpSpPr>
          <p:sp>
            <p:nvSpPr>
              <p:cNvPr id="8941" name="Google Shape;8941;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65"/>
            <p:cNvGrpSpPr/>
            <p:nvPr/>
          </p:nvGrpSpPr>
          <p:grpSpPr>
            <a:xfrm>
              <a:off x="2933305" y="4097347"/>
              <a:ext cx="118572" cy="294074"/>
              <a:chOff x="3343310" y="4475555"/>
              <a:chExt cx="127717" cy="316753"/>
            </a:xfrm>
          </p:grpSpPr>
          <p:sp>
            <p:nvSpPr>
              <p:cNvPr id="8944" name="Google Shape;8944;p6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46" name="Google Shape;8946;p65"/>
          <p:cNvGrpSpPr/>
          <p:nvPr/>
        </p:nvGrpSpPr>
        <p:grpSpPr>
          <a:xfrm>
            <a:off x="4277571" y="2080469"/>
            <a:ext cx="1433821" cy="191501"/>
            <a:chOff x="4273350" y="2080469"/>
            <a:chExt cx="1433821" cy="191501"/>
          </a:xfrm>
        </p:grpSpPr>
        <p:grpSp>
          <p:nvGrpSpPr>
            <p:cNvPr id="8947" name="Google Shape;8947;p65"/>
            <p:cNvGrpSpPr/>
            <p:nvPr/>
          </p:nvGrpSpPr>
          <p:grpSpPr>
            <a:xfrm>
              <a:off x="4273350" y="2080469"/>
              <a:ext cx="1433821" cy="0"/>
              <a:chOff x="5224975" y="2962250"/>
              <a:chExt cx="1544400" cy="0"/>
            </a:xfrm>
          </p:grpSpPr>
          <p:cxnSp>
            <p:nvCxnSpPr>
              <p:cNvPr id="8948" name="Google Shape;8948;p6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949" name="Google Shape;8949;p6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950" name="Google Shape;8950;p65"/>
            <p:cNvGrpSpPr/>
            <p:nvPr/>
          </p:nvGrpSpPr>
          <p:grpSpPr>
            <a:xfrm>
              <a:off x="4273350" y="2271969"/>
              <a:ext cx="1433821" cy="0"/>
              <a:chOff x="5224975" y="2962250"/>
              <a:chExt cx="1544400" cy="0"/>
            </a:xfrm>
          </p:grpSpPr>
          <p:cxnSp>
            <p:nvCxnSpPr>
              <p:cNvPr id="8951" name="Google Shape;8951;p6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952" name="Google Shape;8952;p6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953" name="Google Shape;8953;p65"/>
          <p:cNvGrpSpPr/>
          <p:nvPr/>
        </p:nvGrpSpPr>
        <p:grpSpPr>
          <a:xfrm>
            <a:off x="4279126" y="1183036"/>
            <a:ext cx="1430711" cy="743389"/>
            <a:chOff x="5159450" y="1919950"/>
            <a:chExt cx="1541050" cy="862500"/>
          </a:xfrm>
        </p:grpSpPr>
        <p:sp>
          <p:nvSpPr>
            <p:cNvPr id="8954" name="Google Shape;8954;p6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955" name="Google Shape;8955;p65"/>
            <p:cNvGrpSpPr/>
            <p:nvPr/>
          </p:nvGrpSpPr>
          <p:grpSpPr>
            <a:xfrm>
              <a:off x="5159450" y="1919950"/>
              <a:ext cx="1541050" cy="862500"/>
              <a:chOff x="5159450" y="1919950"/>
              <a:chExt cx="1541050" cy="862500"/>
            </a:xfrm>
          </p:grpSpPr>
          <p:cxnSp>
            <p:nvCxnSpPr>
              <p:cNvPr id="8956" name="Google Shape;8956;p6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957" name="Google Shape;8957;p6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958" name="Google Shape;8958;p65"/>
          <p:cNvGrpSpPr/>
          <p:nvPr/>
        </p:nvGrpSpPr>
        <p:grpSpPr>
          <a:xfrm>
            <a:off x="4269239" y="2406364"/>
            <a:ext cx="1450484" cy="1052087"/>
            <a:chOff x="5230575" y="1554475"/>
            <a:chExt cx="2137150" cy="1550150"/>
          </a:xfrm>
        </p:grpSpPr>
        <p:sp>
          <p:nvSpPr>
            <p:cNvPr id="8959" name="Google Shape;8959;p6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65"/>
          <p:cNvGrpSpPr/>
          <p:nvPr/>
        </p:nvGrpSpPr>
        <p:grpSpPr>
          <a:xfrm rot="10800000">
            <a:off x="4285790" y="3498553"/>
            <a:ext cx="1417383" cy="887946"/>
            <a:chOff x="5645403" y="2920021"/>
            <a:chExt cx="2650800" cy="2180614"/>
          </a:xfrm>
        </p:grpSpPr>
        <p:sp>
          <p:nvSpPr>
            <p:cNvPr id="8973" name="Google Shape;8973;p6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74" name="Google Shape;8974;p65"/>
            <p:cNvCxnSpPr>
              <a:stCxn id="8973"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975" name="Google Shape;8975;p6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76" name="Google Shape;8976;p65"/>
            <p:cNvCxnSpPr>
              <a:endCxn id="8975"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977" name="Google Shape;8977;p6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78" name="Google Shape;8978;p65"/>
            <p:cNvCxnSpPr>
              <a:stCxn id="8977"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979" name="Google Shape;8979;p6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0" name="Google Shape;8980;p65"/>
            <p:cNvCxnSpPr>
              <a:endCxn id="8979"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981" name="Google Shape;8981;p65"/>
          <p:cNvGrpSpPr/>
          <p:nvPr/>
        </p:nvGrpSpPr>
        <p:grpSpPr>
          <a:xfrm>
            <a:off x="7386150" y="2401908"/>
            <a:ext cx="1071743" cy="1021579"/>
            <a:chOff x="7189833" y="2022667"/>
            <a:chExt cx="1251159" cy="1192597"/>
          </a:xfrm>
        </p:grpSpPr>
        <p:sp>
          <p:nvSpPr>
            <p:cNvPr id="8982" name="Google Shape;8982;p6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65"/>
          <p:cNvGrpSpPr/>
          <p:nvPr/>
        </p:nvGrpSpPr>
        <p:grpSpPr>
          <a:xfrm>
            <a:off x="727421" y="2828315"/>
            <a:ext cx="1695374" cy="1560837"/>
            <a:chOff x="727421" y="2828315"/>
            <a:chExt cx="1695374" cy="1560837"/>
          </a:xfrm>
        </p:grpSpPr>
        <p:grpSp>
          <p:nvGrpSpPr>
            <p:cNvPr id="8987" name="Google Shape;8987;p65"/>
            <p:cNvGrpSpPr/>
            <p:nvPr/>
          </p:nvGrpSpPr>
          <p:grpSpPr>
            <a:xfrm>
              <a:off x="819108" y="2882501"/>
              <a:ext cx="103104" cy="1426186"/>
              <a:chOff x="4674013" y="3100904"/>
              <a:chExt cx="122758" cy="1698043"/>
            </a:xfrm>
          </p:grpSpPr>
          <p:sp>
            <p:nvSpPr>
              <p:cNvPr id="8988" name="Google Shape;8988;p6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65"/>
            <p:cNvGrpSpPr/>
            <p:nvPr/>
          </p:nvGrpSpPr>
          <p:grpSpPr>
            <a:xfrm>
              <a:off x="1062475" y="2882501"/>
              <a:ext cx="103104" cy="1426186"/>
              <a:chOff x="4940438" y="3100904"/>
              <a:chExt cx="122758" cy="1698043"/>
            </a:xfrm>
          </p:grpSpPr>
          <p:sp>
            <p:nvSpPr>
              <p:cNvPr id="8996" name="Google Shape;8996;p6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65"/>
            <p:cNvGrpSpPr/>
            <p:nvPr/>
          </p:nvGrpSpPr>
          <p:grpSpPr>
            <a:xfrm>
              <a:off x="1299324" y="2882501"/>
              <a:ext cx="103104" cy="1426186"/>
              <a:chOff x="5206863" y="3100904"/>
              <a:chExt cx="122758" cy="1698043"/>
            </a:xfrm>
          </p:grpSpPr>
          <p:sp>
            <p:nvSpPr>
              <p:cNvPr id="9004" name="Google Shape;9004;p6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65"/>
            <p:cNvGrpSpPr/>
            <p:nvPr/>
          </p:nvGrpSpPr>
          <p:grpSpPr>
            <a:xfrm>
              <a:off x="1786057" y="2882501"/>
              <a:ext cx="103104" cy="1426186"/>
              <a:chOff x="6006138" y="3143629"/>
              <a:chExt cx="122758" cy="1698043"/>
            </a:xfrm>
          </p:grpSpPr>
          <p:sp>
            <p:nvSpPr>
              <p:cNvPr id="9012" name="Google Shape;9012;p6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65"/>
            <p:cNvGrpSpPr/>
            <p:nvPr/>
          </p:nvGrpSpPr>
          <p:grpSpPr>
            <a:xfrm>
              <a:off x="2029422" y="2882501"/>
              <a:ext cx="103104" cy="1426186"/>
              <a:chOff x="6805413" y="3100904"/>
              <a:chExt cx="122758" cy="1698043"/>
            </a:xfrm>
          </p:grpSpPr>
          <p:sp>
            <p:nvSpPr>
              <p:cNvPr id="9020" name="Google Shape;9020;p6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65"/>
            <p:cNvGrpSpPr/>
            <p:nvPr/>
          </p:nvGrpSpPr>
          <p:grpSpPr>
            <a:xfrm>
              <a:off x="727421" y="2828315"/>
              <a:ext cx="1695374" cy="1560837"/>
              <a:chOff x="734799" y="2782450"/>
              <a:chExt cx="1571100" cy="1577400"/>
            </a:xfrm>
          </p:grpSpPr>
          <p:cxnSp>
            <p:nvCxnSpPr>
              <p:cNvPr id="9028" name="Google Shape;9028;p6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029" name="Google Shape;9029;p6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030" name="Google Shape;9030;p65"/>
            <p:cNvGrpSpPr/>
            <p:nvPr/>
          </p:nvGrpSpPr>
          <p:grpSpPr>
            <a:xfrm>
              <a:off x="2272795" y="2882501"/>
              <a:ext cx="103104" cy="1426186"/>
              <a:chOff x="5206863" y="3100904"/>
              <a:chExt cx="122758" cy="1698043"/>
            </a:xfrm>
          </p:grpSpPr>
          <p:sp>
            <p:nvSpPr>
              <p:cNvPr id="9031" name="Google Shape;9031;p6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65"/>
            <p:cNvGrpSpPr/>
            <p:nvPr/>
          </p:nvGrpSpPr>
          <p:grpSpPr>
            <a:xfrm>
              <a:off x="1542694" y="2882501"/>
              <a:ext cx="103104" cy="1426186"/>
              <a:chOff x="6006138" y="3143629"/>
              <a:chExt cx="122758" cy="1698043"/>
            </a:xfrm>
          </p:grpSpPr>
          <p:sp>
            <p:nvSpPr>
              <p:cNvPr id="9039" name="Google Shape;9039;p6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6" name="Google Shape;9046;p65"/>
          <p:cNvGrpSpPr/>
          <p:nvPr/>
        </p:nvGrpSpPr>
        <p:grpSpPr>
          <a:xfrm>
            <a:off x="5936000" y="2405887"/>
            <a:ext cx="1248543" cy="1025319"/>
            <a:chOff x="5183758" y="1210600"/>
            <a:chExt cx="3605380" cy="2960783"/>
          </a:xfrm>
        </p:grpSpPr>
        <p:sp>
          <p:nvSpPr>
            <p:cNvPr id="9047" name="Google Shape;9047;p6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1" name="Google Shape;9051;p6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052" name="Google Shape;9052;p6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053" name="Google Shape;9053;p6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054" name="Google Shape;9054;p6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055" name="Google Shape;9055;p6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65"/>
          <p:cNvGrpSpPr/>
          <p:nvPr/>
        </p:nvGrpSpPr>
        <p:grpSpPr>
          <a:xfrm>
            <a:off x="5793062" y="3544204"/>
            <a:ext cx="2664831" cy="843440"/>
            <a:chOff x="5916567" y="1099697"/>
            <a:chExt cx="2556683" cy="809211"/>
          </a:xfrm>
        </p:grpSpPr>
        <p:sp>
          <p:nvSpPr>
            <p:cNvPr id="9057" name="Google Shape;9057;p6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65"/>
          <p:cNvGrpSpPr/>
          <p:nvPr/>
        </p:nvGrpSpPr>
        <p:grpSpPr>
          <a:xfrm>
            <a:off x="5900602" y="1193063"/>
            <a:ext cx="1299851" cy="1023338"/>
            <a:chOff x="5900602" y="1193063"/>
            <a:chExt cx="1299851" cy="1023338"/>
          </a:xfrm>
        </p:grpSpPr>
        <p:grpSp>
          <p:nvGrpSpPr>
            <p:cNvPr id="9066" name="Google Shape;9066;p65"/>
            <p:cNvGrpSpPr/>
            <p:nvPr/>
          </p:nvGrpSpPr>
          <p:grpSpPr>
            <a:xfrm>
              <a:off x="6743564" y="1193063"/>
              <a:ext cx="456889" cy="700379"/>
              <a:chOff x="6743564" y="1193063"/>
              <a:chExt cx="456889" cy="700379"/>
            </a:xfrm>
          </p:grpSpPr>
          <p:grpSp>
            <p:nvGrpSpPr>
              <p:cNvPr id="9067" name="Google Shape;9067;p65"/>
              <p:cNvGrpSpPr/>
              <p:nvPr/>
            </p:nvGrpSpPr>
            <p:grpSpPr>
              <a:xfrm>
                <a:off x="6743564" y="1690731"/>
                <a:ext cx="214402" cy="202710"/>
                <a:chOff x="6743564" y="1690731"/>
                <a:chExt cx="214402" cy="202710"/>
              </a:xfrm>
            </p:grpSpPr>
            <p:sp>
              <p:nvSpPr>
                <p:cNvPr id="9068" name="Google Shape;9068;p6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65"/>
              <p:cNvGrpSpPr/>
              <p:nvPr/>
            </p:nvGrpSpPr>
            <p:grpSpPr>
              <a:xfrm>
                <a:off x="6915505" y="1193063"/>
                <a:ext cx="284947" cy="589637"/>
                <a:chOff x="6915505" y="1193063"/>
                <a:chExt cx="284947" cy="589637"/>
              </a:xfrm>
            </p:grpSpPr>
            <p:sp>
              <p:nvSpPr>
                <p:cNvPr id="9071" name="Google Shape;9071;p6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72" name="Google Shape;9072;p6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073" name="Google Shape;9073;p65"/>
            <p:cNvGrpSpPr/>
            <p:nvPr/>
          </p:nvGrpSpPr>
          <p:grpSpPr>
            <a:xfrm>
              <a:off x="6520337" y="1193063"/>
              <a:ext cx="341815" cy="801589"/>
              <a:chOff x="6520337" y="1193063"/>
              <a:chExt cx="341815" cy="801589"/>
            </a:xfrm>
          </p:grpSpPr>
          <p:grpSp>
            <p:nvGrpSpPr>
              <p:cNvPr id="9074" name="Google Shape;9074;p65"/>
              <p:cNvGrpSpPr/>
              <p:nvPr/>
            </p:nvGrpSpPr>
            <p:grpSpPr>
              <a:xfrm>
                <a:off x="6520337" y="1589527"/>
                <a:ext cx="213950" cy="405125"/>
                <a:chOff x="6520337" y="1589527"/>
                <a:chExt cx="213950" cy="405125"/>
              </a:xfrm>
            </p:grpSpPr>
            <p:sp>
              <p:nvSpPr>
                <p:cNvPr id="9075" name="Google Shape;9075;p6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65"/>
              <p:cNvGrpSpPr/>
              <p:nvPr/>
            </p:nvGrpSpPr>
            <p:grpSpPr>
              <a:xfrm>
                <a:off x="6577204" y="1193063"/>
                <a:ext cx="284947" cy="453562"/>
                <a:chOff x="6577204" y="1193063"/>
                <a:chExt cx="284947" cy="453562"/>
              </a:xfrm>
            </p:grpSpPr>
            <p:sp>
              <p:nvSpPr>
                <p:cNvPr id="9078" name="Google Shape;9078;p6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79" name="Google Shape;9079;p6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080" name="Google Shape;9080;p65"/>
            <p:cNvGrpSpPr/>
            <p:nvPr/>
          </p:nvGrpSpPr>
          <p:grpSpPr>
            <a:xfrm>
              <a:off x="6238903" y="1193063"/>
              <a:ext cx="300475" cy="901782"/>
              <a:chOff x="6238903" y="1193063"/>
              <a:chExt cx="300475" cy="901782"/>
            </a:xfrm>
          </p:grpSpPr>
          <p:grpSp>
            <p:nvGrpSpPr>
              <p:cNvPr id="9081" name="Google Shape;9081;p65"/>
              <p:cNvGrpSpPr/>
              <p:nvPr/>
            </p:nvGrpSpPr>
            <p:grpSpPr>
              <a:xfrm>
                <a:off x="6290865" y="1489315"/>
                <a:ext cx="248514" cy="605530"/>
                <a:chOff x="6290865" y="1489315"/>
                <a:chExt cx="248514" cy="605530"/>
              </a:xfrm>
            </p:grpSpPr>
            <p:sp>
              <p:nvSpPr>
                <p:cNvPr id="9082" name="Google Shape;9082;p6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65"/>
              <p:cNvGrpSpPr/>
              <p:nvPr/>
            </p:nvGrpSpPr>
            <p:grpSpPr>
              <a:xfrm>
                <a:off x="6238903" y="1193063"/>
                <a:ext cx="284947" cy="327512"/>
                <a:chOff x="6238903" y="1193063"/>
                <a:chExt cx="284947" cy="327512"/>
              </a:xfrm>
            </p:grpSpPr>
            <p:sp>
              <p:nvSpPr>
                <p:cNvPr id="9085" name="Google Shape;9085;p6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86" name="Google Shape;9086;p6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087" name="Google Shape;9087;p65"/>
            <p:cNvGrpSpPr/>
            <p:nvPr/>
          </p:nvGrpSpPr>
          <p:grpSpPr>
            <a:xfrm>
              <a:off x="5900602" y="1193063"/>
              <a:ext cx="444345" cy="1023338"/>
              <a:chOff x="5900602" y="1193063"/>
              <a:chExt cx="444345" cy="1023338"/>
            </a:xfrm>
          </p:grpSpPr>
          <p:grpSp>
            <p:nvGrpSpPr>
              <p:cNvPr id="9088" name="Google Shape;9088;p65"/>
              <p:cNvGrpSpPr/>
              <p:nvPr/>
            </p:nvGrpSpPr>
            <p:grpSpPr>
              <a:xfrm>
                <a:off x="6046501" y="1367785"/>
                <a:ext cx="298446" cy="848616"/>
                <a:chOff x="6046501" y="1367785"/>
                <a:chExt cx="298446" cy="848616"/>
              </a:xfrm>
            </p:grpSpPr>
            <p:sp>
              <p:nvSpPr>
                <p:cNvPr id="9089" name="Google Shape;9089;p6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65"/>
              <p:cNvGrpSpPr/>
              <p:nvPr/>
            </p:nvGrpSpPr>
            <p:grpSpPr>
              <a:xfrm>
                <a:off x="5900602" y="1193063"/>
                <a:ext cx="284947" cy="182312"/>
                <a:chOff x="5900602" y="1193063"/>
                <a:chExt cx="284947" cy="182312"/>
              </a:xfrm>
            </p:grpSpPr>
            <p:sp>
              <p:nvSpPr>
                <p:cNvPr id="9092" name="Google Shape;9092;p6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3" name="Google Shape;9093;p6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094" name="Google Shape;9094;p65"/>
          <p:cNvGrpSpPr/>
          <p:nvPr/>
        </p:nvGrpSpPr>
        <p:grpSpPr>
          <a:xfrm>
            <a:off x="7238484" y="1193208"/>
            <a:ext cx="1219413" cy="1051365"/>
            <a:chOff x="7287122" y="1165658"/>
            <a:chExt cx="1219413" cy="1051365"/>
          </a:xfrm>
        </p:grpSpPr>
        <p:grpSp>
          <p:nvGrpSpPr>
            <p:cNvPr id="9095" name="Google Shape;9095;p65"/>
            <p:cNvGrpSpPr/>
            <p:nvPr/>
          </p:nvGrpSpPr>
          <p:grpSpPr>
            <a:xfrm>
              <a:off x="7287122" y="1969723"/>
              <a:ext cx="1219413" cy="247300"/>
              <a:chOff x="7287122" y="1969723"/>
              <a:chExt cx="1219413" cy="247300"/>
            </a:xfrm>
          </p:grpSpPr>
          <p:sp>
            <p:nvSpPr>
              <p:cNvPr id="9096" name="Google Shape;9096;p6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7" name="Google Shape;9097;p65"/>
              <p:cNvGrpSpPr/>
              <p:nvPr/>
            </p:nvGrpSpPr>
            <p:grpSpPr>
              <a:xfrm>
                <a:off x="7287122" y="2063892"/>
                <a:ext cx="1151753" cy="73428"/>
                <a:chOff x="7287122" y="2063892"/>
                <a:chExt cx="1151753" cy="73428"/>
              </a:xfrm>
            </p:grpSpPr>
            <p:sp>
              <p:nvSpPr>
                <p:cNvPr id="9098" name="Google Shape;9098;p6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9" name="Google Shape;9099;p6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100" name="Google Shape;9100;p65"/>
            <p:cNvGrpSpPr/>
            <p:nvPr/>
          </p:nvGrpSpPr>
          <p:grpSpPr>
            <a:xfrm>
              <a:off x="7287122" y="1712201"/>
              <a:ext cx="1219403" cy="246767"/>
              <a:chOff x="7287122" y="1712201"/>
              <a:chExt cx="1219403" cy="246767"/>
            </a:xfrm>
          </p:grpSpPr>
          <p:sp>
            <p:nvSpPr>
              <p:cNvPr id="9101" name="Google Shape;9101;p6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2" name="Google Shape;9102;p65"/>
              <p:cNvGrpSpPr/>
              <p:nvPr/>
            </p:nvGrpSpPr>
            <p:grpSpPr>
              <a:xfrm>
                <a:off x="7287122" y="1842861"/>
                <a:ext cx="1005303" cy="73419"/>
                <a:chOff x="7287122" y="1842861"/>
                <a:chExt cx="1005303" cy="73419"/>
              </a:xfrm>
            </p:grpSpPr>
            <p:sp>
              <p:nvSpPr>
                <p:cNvPr id="9103" name="Google Shape;9103;p6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04" name="Google Shape;9104;p6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105" name="Google Shape;9105;p65"/>
            <p:cNvGrpSpPr/>
            <p:nvPr/>
          </p:nvGrpSpPr>
          <p:grpSpPr>
            <a:xfrm>
              <a:off x="7287122" y="1447520"/>
              <a:ext cx="1219403" cy="286667"/>
              <a:chOff x="7287122" y="1447520"/>
              <a:chExt cx="1219403" cy="286667"/>
            </a:xfrm>
          </p:grpSpPr>
          <p:sp>
            <p:nvSpPr>
              <p:cNvPr id="9106" name="Google Shape;9106;p6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7" name="Google Shape;9107;p65"/>
              <p:cNvGrpSpPr/>
              <p:nvPr/>
            </p:nvGrpSpPr>
            <p:grpSpPr>
              <a:xfrm>
                <a:off x="7287122" y="1581977"/>
                <a:ext cx="852803" cy="73428"/>
                <a:chOff x="7287122" y="1581977"/>
                <a:chExt cx="852803" cy="73428"/>
              </a:xfrm>
            </p:grpSpPr>
            <p:sp>
              <p:nvSpPr>
                <p:cNvPr id="9108" name="Google Shape;9108;p6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09" name="Google Shape;9109;p6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110" name="Google Shape;9110;p65"/>
            <p:cNvGrpSpPr/>
            <p:nvPr/>
          </p:nvGrpSpPr>
          <p:grpSpPr>
            <a:xfrm>
              <a:off x="7287122" y="1165658"/>
              <a:ext cx="1219403" cy="344253"/>
              <a:chOff x="7287122" y="1165658"/>
              <a:chExt cx="1219403" cy="344253"/>
            </a:xfrm>
          </p:grpSpPr>
          <p:sp>
            <p:nvSpPr>
              <p:cNvPr id="9111" name="Google Shape;9111;p6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2" name="Google Shape;9112;p65"/>
              <p:cNvGrpSpPr/>
              <p:nvPr/>
            </p:nvGrpSpPr>
            <p:grpSpPr>
              <a:xfrm>
                <a:off x="7287122" y="1341025"/>
                <a:ext cx="695703" cy="73419"/>
                <a:chOff x="7287122" y="1341025"/>
                <a:chExt cx="695703" cy="73419"/>
              </a:xfrm>
            </p:grpSpPr>
            <p:sp>
              <p:nvSpPr>
                <p:cNvPr id="9113" name="Google Shape;9113;p6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4" name="Google Shape;9114;p6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118" name="Shape 9118"/>
        <p:cNvGrpSpPr/>
        <p:nvPr/>
      </p:nvGrpSpPr>
      <p:grpSpPr>
        <a:xfrm>
          <a:off x="0" y="0"/>
          <a:ext cx="0" cy="0"/>
          <a:chOff x="0" y="0"/>
          <a:chExt cx="0" cy="0"/>
        </a:xfrm>
      </p:grpSpPr>
      <p:sp>
        <p:nvSpPr>
          <p:cNvPr id="9119" name="Google Shape;9119;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120" name="Google Shape;9120;p6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121" name="Google Shape;9121;p66"/>
          <p:cNvGrpSpPr/>
          <p:nvPr/>
        </p:nvGrpSpPr>
        <p:grpSpPr>
          <a:xfrm>
            <a:off x="866243" y="2291587"/>
            <a:ext cx="415546" cy="355053"/>
            <a:chOff x="866243" y="2291587"/>
            <a:chExt cx="415546" cy="355053"/>
          </a:xfrm>
        </p:grpSpPr>
        <p:sp>
          <p:nvSpPr>
            <p:cNvPr id="9122" name="Google Shape;9122;p66"/>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6"/>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6"/>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6"/>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6"/>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7" name="Google Shape;9127;p66"/>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8" name="Google Shape;9128;p66"/>
          <p:cNvGrpSpPr/>
          <p:nvPr/>
        </p:nvGrpSpPr>
        <p:grpSpPr>
          <a:xfrm>
            <a:off x="1958520" y="2302574"/>
            <a:ext cx="359213" cy="327807"/>
            <a:chOff x="1958520" y="2302574"/>
            <a:chExt cx="359213" cy="327807"/>
          </a:xfrm>
        </p:grpSpPr>
        <p:sp>
          <p:nvSpPr>
            <p:cNvPr id="9129" name="Google Shape;9129;p66"/>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6"/>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6"/>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66"/>
          <p:cNvGrpSpPr/>
          <p:nvPr/>
        </p:nvGrpSpPr>
        <p:grpSpPr>
          <a:xfrm>
            <a:off x="2579882" y="2287427"/>
            <a:ext cx="207582" cy="359594"/>
            <a:chOff x="2656082" y="2287427"/>
            <a:chExt cx="207582" cy="359594"/>
          </a:xfrm>
        </p:grpSpPr>
        <p:sp>
          <p:nvSpPr>
            <p:cNvPr id="9133" name="Google Shape;9133;p66"/>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6"/>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6"/>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6"/>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66"/>
          <p:cNvGrpSpPr/>
          <p:nvPr/>
        </p:nvGrpSpPr>
        <p:grpSpPr>
          <a:xfrm>
            <a:off x="3049653" y="2321468"/>
            <a:ext cx="362991" cy="290018"/>
            <a:chOff x="3049653" y="2321468"/>
            <a:chExt cx="362991" cy="290018"/>
          </a:xfrm>
        </p:grpSpPr>
        <p:sp>
          <p:nvSpPr>
            <p:cNvPr id="9138" name="Google Shape;9138;p66"/>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6"/>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6"/>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6"/>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66"/>
          <p:cNvGrpSpPr/>
          <p:nvPr/>
        </p:nvGrpSpPr>
        <p:grpSpPr>
          <a:xfrm>
            <a:off x="3564243" y="2289904"/>
            <a:ext cx="422342" cy="355243"/>
            <a:chOff x="3564243" y="2289904"/>
            <a:chExt cx="422342" cy="355243"/>
          </a:xfrm>
        </p:grpSpPr>
        <p:sp>
          <p:nvSpPr>
            <p:cNvPr id="9143" name="Google Shape;9143;p66"/>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6"/>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6"/>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6"/>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6"/>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8" name="Google Shape;9148;p66"/>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9" name="Google Shape;9149;p66"/>
          <p:cNvGrpSpPr/>
          <p:nvPr/>
        </p:nvGrpSpPr>
        <p:grpSpPr>
          <a:xfrm>
            <a:off x="4687894" y="2289713"/>
            <a:ext cx="359594" cy="353909"/>
            <a:chOff x="4687894" y="2289713"/>
            <a:chExt cx="359594" cy="353909"/>
          </a:xfrm>
        </p:grpSpPr>
        <p:sp>
          <p:nvSpPr>
            <p:cNvPr id="9150" name="Google Shape;9150;p66"/>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6"/>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6"/>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3" name="Google Shape;9153;p66"/>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4" name="Google Shape;9154;p66"/>
          <p:cNvGrpSpPr/>
          <p:nvPr/>
        </p:nvGrpSpPr>
        <p:grpSpPr>
          <a:xfrm>
            <a:off x="6372624" y="2308227"/>
            <a:ext cx="263567" cy="317614"/>
            <a:chOff x="6421399" y="2308227"/>
            <a:chExt cx="263567" cy="317614"/>
          </a:xfrm>
        </p:grpSpPr>
        <p:sp>
          <p:nvSpPr>
            <p:cNvPr id="9155" name="Google Shape;9155;p66"/>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6"/>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6"/>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6"/>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66"/>
          <p:cNvGrpSpPr/>
          <p:nvPr/>
        </p:nvGrpSpPr>
        <p:grpSpPr>
          <a:xfrm>
            <a:off x="6870193" y="2295620"/>
            <a:ext cx="360356" cy="343462"/>
            <a:chOff x="6870193" y="2295620"/>
            <a:chExt cx="360356" cy="343462"/>
          </a:xfrm>
        </p:grpSpPr>
        <p:sp>
          <p:nvSpPr>
            <p:cNvPr id="9160" name="Google Shape;9160;p66"/>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6"/>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66"/>
          <p:cNvGrpSpPr/>
          <p:nvPr/>
        </p:nvGrpSpPr>
        <p:grpSpPr>
          <a:xfrm>
            <a:off x="7441465" y="2302860"/>
            <a:ext cx="342192" cy="327140"/>
            <a:chOff x="7441465" y="2302860"/>
            <a:chExt cx="342192" cy="327140"/>
          </a:xfrm>
        </p:grpSpPr>
        <p:sp>
          <p:nvSpPr>
            <p:cNvPr id="9163" name="Google Shape;9163;p66"/>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6"/>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66"/>
          <p:cNvGrpSpPr/>
          <p:nvPr/>
        </p:nvGrpSpPr>
        <p:grpSpPr>
          <a:xfrm>
            <a:off x="7989683" y="2350207"/>
            <a:ext cx="332761" cy="234066"/>
            <a:chOff x="7989683" y="2350207"/>
            <a:chExt cx="332761" cy="234066"/>
          </a:xfrm>
        </p:grpSpPr>
        <p:sp>
          <p:nvSpPr>
            <p:cNvPr id="9166" name="Google Shape;9166;p66"/>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6"/>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6"/>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6"/>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6"/>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6"/>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66"/>
          <p:cNvGrpSpPr/>
          <p:nvPr/>
        </p:nvGrpSpPr>
        <p:grpSpPr>
          <a:xfrm>
            <a:off x="5823294" y="2309751"/>
            <a:ext cx="315327" cy="314978"/>
            <a:chOff x="5823294" y="2309751"/>
            <a:chExt cx="315327" cy="314978"/>
          </a:xfrm>
        </p:grpSpPr>
        <p:sp>
          <p:nvSpPr>
            <p:cNvPr id="9173" name="Google Shape;9173;p66"/>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6"/>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6"/>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6"/>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6"/>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6"/>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6"/>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6"/>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6"/>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6"/>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6"/>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6"/>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6"/>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6"/>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6"/>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6"/>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6"/>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66"/>
          <p:cNvGrpSpPr/>
          <p:nvPr/>
        </p:nvGrpSpPr>
        <p:grpSpPr>
          <a:xfrm>
            <a:off x="2497275" y="2744159"/>
            <a:ext cx="370930" cy="370549"/>
            <a:chOff x="2497275" y="2744159"/>
            <a:chExt cx="370930" cy="370549"/>
          </a:xfrm>
        </p:grpSpPr>
        <p:sp>
          <p:nvSpPr>
            <p:cNvPr id="9191" name="Google Shape;9191;p66"/>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6"/>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6"/>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6"/>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6"/>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6"/>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66"/>
          <p:cNvGrpSpPr/>
          <p:nvPr/>
        </p:nvGrpSpPr>
        <p:grpSpPr>
          <a:xfrm>
            <a:off x="860940" y="2746477"/>
            <a:ext cx="371883" cy="365691"/>
            <a:chOff x="860940" y="2746477"/>
            <a:chExt cx="371883" cy="365691"/>
          </a:xfrm>
        </p:grpSpPr>
        <p:sp>
          <p:nvSpPr>
            <p:cNvPr id="9198" name="Google Shape;9198;p6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66"/>
          <p:cNvGrpSpPr/>
          <p:nvPr/>
        </p:nvGrpSpPr>
        <p:grpSpPr>
          <a:xfrm>
            <a:off x="1493849" y="2775533"/>
            <a:ext cx="283985" cy="341080"/>
            <a:chOff x="1493849" y="2775533"/>
            <a:chExt cx="283985" cy="341080"/>
          </a:xfrm>
        </p:grpSpPr>
        <p:sp>
          <p:nvSpPr>
            <p:cNvPr id="9204" name="Google Shape;9204;p6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66"/>
          <p:cNvGrpSpPr/>
          <p:nvPr/>
        </p:nvGrpSpPr>
        <p:grpSpPr>
          <a:xfrm>
            <a:off x="1952836" y="2774422"/>
            <a:ext cx="372835" cy="342573"/>
            <a:chOff x="1952836" y="2774422"/>
            <a:chExt cx="372835" cy="342573"/>
          </a:xfrm>
        </p:grpSpPr>
        <p:sp>
          <p:nvSpPr>
            <p:cNvPr id="9207" name="Google Shape;9207;p66"/>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6"/>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6"/>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66"/>
          <p:cNvGrpSpPr/>
          <p:nvPr/>
        </p:nvGrpSpPr>
        <p:grpSpPr>
          <a:xfrm>
            <a:off x="3079916" y="2744477"/>
            <a:ext cx="332729" cy="372518"/>
            <a:chOff x="3079916" y="2744477"/>
            <a:chExt cx="332729" cy="372518"/>
          </a:xfrm>
        </p:grpSpPr>
        <p:sp>
          <p:nvSpPr>
            <p:cNvPr id="9211" name="Google Shape;9211;p66"/>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6"/>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6"/>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66"/>
          <p:cNvGrpSpPr/>
          <p:nvPr/>
        </p:nvGrpSpPr>
        <p:grpSpPr>
          <a:xfrm>
            <a:off x="3620576" y="2745525"/>
            <a:ext cx="336889" cy="355592"/>
            <a:chOff x="3620576" y="2745525"/>
            <a:chExt cx="336889" cy="355592"/>
          </a:xfrm>
        </p:grpSpPr>
        <p:sp>
          <p:nvSpPr>
            <p:cNvPr id="9215" name="Google Shape;9215;p66"/>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6"/>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66"/>
          <p:cNvGrpSpPr/>
          <p:nvPr/>
        </p:nvGrpSpPr>
        <p:grpSpPr>
          <a:xfrm>
            <a:off x="4126815" y="2760704"/>
            <a:ext cx="380393" cy="363118"/>
            <a:chOff x="4126815" y="2760704"/>
            <a:chExt cx="380393" cy="363118"/>
          </a:xfrm>
        </p:grpSpPr>
        <p:sp>
          <p:nvSpPr>
            <p:cNvPr id="9218" name="Google Shape;9218;p6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66"/>
          <p:cNvGrpSpPr/>
          <p:nvPr/>
        </p:nvGrpSpPr>
        <p:grpSpPr>
          <a:xfrm>
            <a:off x="4675986" y="2745684"/>
            <a:ext cx="381346" cy="368644"/>
            <a:chOff x="4675986" y="2745684"/>
            <a:chExt cx="381346" cy="368644"/>
          </a:xfrm>
        </p:grpSpPr>
        <p:sp>
          <p:nvSpPr>
            <p:cNvPr id="9223" name="Google Shape;9223;p66"/>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6"/>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66"/>
          <p:cNvGrpSpPr/>
          <p:nvPr/>
        </p:nvGrpSpPr>
        <p:grpSpPr>
          <a:xfrm>
            <a:off x="5220616" y="2791061"/>
            <a:ext cx="373185" cy="302466"/>
            <a:chOff x="5220616" y="2791061"/>
            <a:chExt cx="373185" cy="302466"/>
          </a:xfrm>
        </p:grpSpPr>
        <p:sp>
          <p:nvSpPr>
            <p:cNvPr id="9226" name="Google Shape;9226;p66"/>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6"/>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6"/>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6"/>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6"/>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6"/>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6"/>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6"/>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6"/>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6"/>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6"/>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6"/>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6"/>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6"/>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6"/>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6"/>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6"/>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6"/>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66"/>
          <p:cNvGrpSpPr/>
          <p:nvPr/>
        </p:nvGrpSpPr>
        <p:grpSpPr>
          <a:xfrm>
            <a:off x="5788661" y="2772517"/>
            <a:ext cx="284366" cy="344097"/>
            <a:chOff x="5864861" y="2772517"/>
            <a:chExt cx="284366" cy="344097"/>
          </a:xfrm>
        </p:grpSpPr>
        <p:sp>
          <p:nvSpPr>
            <p:cNvPr id="9245" name="Google Shape;9245;p66"/>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6"/>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6"/>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6"/>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6"/>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6"/>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1" name="Google Shape;9251;p66"/>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2" name="Google Shape;9252;p66"/>
          <p:cNvGrpSpPr/>
          <p:nvPr/>
        </p:nvGrpSpPr>
        <p:grpSpPr>
          <a:xfrm>
            <a:off x="6974158" y="2789537"/>
            <a:ext cx="255247" cy="327458"/>
            <a:chOff x="6974158" y="2789537"/>
            <a:chExt cx="255247" cy="327458"/>
          </a:xfrm>
        </p:grpSpPr>
        <p:sp>
          <p:nvSpPr>
            <p:cNvPr id="9253" name="Google Shape;9253;p66"/>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6"/>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6"/>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6"/>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6"/>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6"/>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66"/>
          <p:cNvGrpSpPr/>
          <p:nvPr/>
        </p:nvGrpSpPr>
        <p:grpSpPr>
          <a:xfrm>
            <a:off x="7530697" y="2790299"/>
            <a:ext cx="244291" cy="326314"/>
            <a:chOff x="7530697" y="2790299"/>
            <a:chExt cx="244291" cy="326314"/>
          </a:xfrm>
        </p:grpSpPr>
        <p:sp>
          <p:nvSpPr>
            <p:cNvPr id="9260" name="Google Shape;9260;p66"/>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6"/>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6"/>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6"/>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6"/>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6"/>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66"/>
          <p:cNvGrpSpPr/>
          <p:nvPr/>
        </p:nvGrpSpPr>
        <p:grpSpPr>
          <a:xfrm>
            <a:off x="7988191" y="2832248"/>
            <a:ext cx="332348" cy="283985"/>
            <a:chOff x="7988191" y="2832248"/>
            <a:chExt cx="332348" cy="283985"/>
          </a:xfrm>
        </p:grpSpPr>
        <p:sp>
          <p:nvSpPr>
            <p:cNvPr id="9267" name="Google Shape;9267;p66"/>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6"/>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6"/>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0" name="Google Shape;9270;p66"/>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1" name="Google Shape;9271;p66"/>
          <p:cNvGrpSpPr/>
          <p:nvPr/>
        </p:nvGrpSpPr>
        <p:grpSpPr>
          <a:xfrm>
            <a:off x="3588440" y="3258368"/>
            <a:ext cx="364484" cy="262423"/>
            <a:chOff x="3588440" y="3258368"/>
            <a:chExt cx="364484" cy="262423"/>
          </a:xfrm>
        </p:grpSpPr>
        <p:sp>
          <p:nvSpPr>
            <p:cNvPr id="9272" name="Google Shape;9272;p66"/>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6"/>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6"/>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6"/>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6"/>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6"/>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8" name="Google Shape;9278;p66"/>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9" name="Google Shape;9279;p66"/>
          <p:cNvGrpSpPr/>
          <p:nvPr/>
        </p:nvGrpSpPr>
        <p:grpSpPr>
          <a:xfrm>
            <a:off x="5765817" y="3227724"/>
            <a:ext cx="364865" cy="324822"/>
            <a:chOff x="5765817" y="3227724"/>
            <a:chExt cx="364865" cy="324822"/>
          </a:xfrm>
        </p:grpSpPr>
        <p:sp>
          <p:nvSpPr>
            <p:cNvPr id="9280" name="Google Shape;9280;p6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66"/>
          <p:cNvGrpSpPr/>
          <p:nvPr/>
        </p:nvGrpSpPr>
        <p:grpSpPr>
          <a:xfrm>
            <a:off x="6228583" y="3237664"/>
            <a:ext cx="446539" cy="303895"/>
            <a:chOff x="6228583" y="3237664"/>
            <a:chExt cx="446539" cy="303895"/>
          </a:xfrm>
        </p:grpSpPr>
        <p:sp>
          <p:nvSpPr>
            <p:cNvPr id="9284" name="Google Shape;9284;p66"/>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6"/>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6"/>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6"/>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6"/>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6"/>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6"/>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6"/>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6"/>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6"/>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6"/>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6"/>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6"/>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6"/>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6"/>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6"/>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6"/>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66"/>
          <p:cNvGrpSpPr/>
          <p:nvPr/>
        </p:nvGrpSpPr>
        <p:grpSpPr>
          <a:xfrm>
            <a:off x="865862" y="3207306"/>
            <a:ext cx="364484" cy="364897"/>
            <a:chOff x="865862" y="3207306"/>
            <a:chExt cx="364484" cy="364897"/>
          </a:xfrm>
        </p:grpSpPr>
        <p:sp>
          <p:nvSpPr>
            <p:cNvPr id="9302" name="Google Shape;9302;p66"/>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6"/>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6"/>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6"/>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6"/>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6"/>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6"/>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6"/>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6"/>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6"/>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6"/>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6"/>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6"/>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6"/>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66"/>
          <p:cNvGrpSpPr/>
          <p:nvPr/>
        </p:nvGrpSpPr>
        <p:grpSpPr>
          <a:xfrm>
            <a:off x="1404617" y="3226962"/>
            <a:ext cx="370168" cy="325965"/>
            <a:chOff x="1404617" y="3226962"/>
            <a:chExt cx="370168" cy="325965"/>
          </a:xfrm>
        </p:grpSpPr>
        <p:sp>
          <p:nvSpPr>
            <p:cNvPr id="9317" name="Google Shape;9317;p66"/>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6"/>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6"/>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6"/>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6"/>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6"/>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6"/>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6"/>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6"/>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66"/>
          <p:cNvGrpSpPr/>
          <p:nvPr/>
        </p:nvGrpSpPr>
        <p:grpSpPr>
          <a:xfrm>
            <a:off x="1954741" y="3212419"/>
            <a:ext cx="366389" cy="354481"/>
            <a:chOff x="1954741" y="3212419"/>
            <a:chExt cx="366389" cy="354481"/>
          </a:xfrm>
        </p:grpSpPr>
        <p:sp>
          <p:nvSpPr>
            <p:cNvPr id="9327" name="Google Shape;9327;p66"/>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6"/>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6"/>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6"/>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6"/>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6"/>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6"/>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66"/>
          <p:cNvGrpSpPr/>
          <p:nvPr/>
        </p:nvGrpSpPr>
        <p:grpSpPr>
          <a:xfrm>
            <a:off x="3043239" y="3215626"/>
            <a:ext cx="366008" cy="348670"/>
            <a:chOff x="3043239" y="3215626"/>
            <a:chExt cx="366008" cy="348670"/>
          </a:xfrm>
        </p:grpSpPr>
        <p:sp>
          <p:nvSpPr>
            <p:cNvPr id="9335" name="Google Shape;9335;p66"/>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6"/>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66"/>
          <p:cNvGrpSpPr/>
          <p:nvPr/>
        </p:nvGrpSpPr>
        <p:grpSpPr>
          <a:xfrm>
            <a:off x="4218333" y="3184982"/>
            <a:ext cx="209107" cy="383442"/>
            <a:chOff x="4218333" y="3184982"/>
            <a:chExt cx="209107" cy="383442"/>
          </a:xfrm>
        </p:grpSpPr>
        <p:sp>
          <p:nvSpPr>
            <p:cNvPr id="9338" name="Google Shape;9338;p66"/>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6"/>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0" name="Google Shape;9340;p66"/>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1" name="Google Shape;9341;p66"/>
          <p:cNvGrpSpPr/>
          <p:nvPr/>
        </p:nvGrpSpPr>
        <p:grpSpPr>
          <a:xfrm>
            <a:off x="6896644" y="3216007"/>
            <a:ext cx="322917" cy="347876"/>
            <a:chOff x="6896644" y="3216007"/>
            <a:chExt cx="322917" cy="347876"/>
          </a:xfrm>
        </p:grpSpPr>
        <p:sp>
          <p:nvSpPr>
            <p:cNvPr id="9342" name="Google Shape;9342;p66"/>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6"/>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6"/>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6"/>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6"/>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6"/>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6"/>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66"/>
          <p:cNvGrpSpPr/>
          <p:nvPr/>
        </p:nvGrpSpPr>
        <p:grpSpPr>
          <a:xfrm>
            <a:off x="7429366" y="3223183"/>
            <a:ext cx="334634" cy="333904"/>
            <a:chOff x="7429366" y="3223183"/>
            <a:chExt cx="334634" cy="333904"/>
          </a:xfrm>
        </p:grpSpPr>
        <p:sp>
          <p:nvSpPr>
            <p:cNvPr id="9350" name="Google Shape;9350;p66"/>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6"/>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2" name="Google Shape;9352;p66"/>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3" name="Google Shape;9353;p66"/>
          <p:cNvGrpSpPr/>
          <p:nvPr/>
        </p:nvGrpSpPr>
        <p:grpSpPr>
          <a:xfrm>
            <a:off x="5216456" y="3725484"/>
            <a:ext cx="356196" cy="265631"/>
            <a:chOff x="5216456" y="3725484"/>
            <a:chExt cx="356196" cy="265631"/>
          </a:xfrm>
        </p:grpSpPr>
        <p:sp>
          <p:nvSpPr>
            <p:cNvPr id="9354" name="Google Shape;9354;p6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66"/>
          <p:cNvGrpSpPr/>
          <p:nvPr/>
        </p:nvGrpSpPr>
        <p:grpSpPr>
          <a:xfrm>
            <a:off x="6849393" y="3733994"/>
            <a:ext cx="355053" cy="248038"/>
            <a:chOff x="6849393" y="3733994"/>
            <a:chExt cx="355053" cy="248038"/>
          </a:xfrm>
        </p:grpSpPr>
        <p:sp>
          <p:nvSpPr>
            <p:cNvPr id="9357" name="Google Shape;9357;p66"/>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6"/>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6"/>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6"/>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6"/>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66"/>
          <p:cNvGrpSpPr/>
          <p:nvPr/>
        </p:nvGrpSpPr>
        <p:grpSpPr>
          <a:xfrm>
            <a:off x="7918997" y="3714687"/>
            <a:ext cx="392111" cy="280206"/>
            <a:chOff x="7918997" y="3714687"/>
            <a:chExt cx="392111" cy="280206"/>
          </a:xfrm>
        </p:grpSpPr>
        <p:sp>
          <p:nvSpPr>
            <p:cNvPr id="9363" name="Google Shape;9363;p66"/>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6"/>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6"/>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6"/>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6"/>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8" name="Google Shape;9368;p66"/>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9" name="Google Shape;9369;p66"/>
          <p:cNvGrpSpPr/>
          <p:nvPr/>
        </p:nvGrpSpPr>
        <p:grpSpPr>
          <a:xfrm>
            <a:off x="1408777" y="3680964"/>
            <a:ext cx="357720" cy="355148"/>
            <a:chOff x="1408777" y="3680964"/>
            <a:chExt cx="357720" cy="355148"/>
          </a:xfrm>
        </p:grpSpPr>
        <p:sp>
          <p:nvSpPr>
            <p:cNvPr id="9370" name="Google Shape;9370;p66"/>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6"/>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6"/>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6"/>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6"/>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66"/>
          <p:cNvGrpSpPr/>
          <p:nvPr/>
        </p:nvGrpSpPr>
        <p:grpSpPr>
          <a:xfrm>
            <a:off x="1952836" y="3680964"/>
            <a:ext cx="357720" cy="355148"/>
            <a:chOff x="1952836" y="3680964"/>
            <a:chExt cx="357720" cy="355148"/>
          </a:xfrm>
        </p:grpSpPr>
        <p:sp>
          <p:nvSpPr>
            <p:cNvPr id="9376" name="Google Shape;9376;p66"/>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6"/>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6"/>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6"/>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6"/>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66"/>
          <p:cNvGrpSpPr/>
          <p:nvPr/>
        </p:nvGrpSpPr>
        <p:grpSpPr>
          <a:xfrm>
            <a:off x="2496894" y="3680964"/>
            <a:ext cx="357720" cy="355148"/>
            <a:chOff x="2496894" y="3680964"/>
            <a:chExt cx="357720" cy="355148"/>
          </a:xfrm>
        </p:grpSpPr>
        <p:sp>
          <p:nvSpPr>
            <p:cNvPr id="9382" name="Google Shape;9382;p66"/>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6"/>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6"/>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6"/>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6"/>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66"/>
          <p:cNvGrpSpPr/>
          <p:nvPr/>
        </p:nvGrpSpPr>
        <p:grpSpPr>
          <a:xfrm>
            <a:off x="3040984" y="3681059"/>
            <a:ext cx="356164" cy="355815"/>
            <a:chOff x="3040984" y="3681059"/>
            <a:chExt cx="356164" cy="355815"/>
          </a:xfrm>
        </p:grpSpPr>
        <p:sp>
          <p:nvSpPr>
            <p:cNvPr id="9388" name="Google Shape;9388;p66"/>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6"/>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6"/>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66"/>
          <p:cNvGrpSpPr/>
          <p:nvPr/>
        </p:nvGrpSpPr>
        <p:grpSpPr>
          <a:xfrm>
            <a:off x="3584280" y="3699191"/>
            <a:ext cx="358069" cy="317995"/>
            <a:chOff x="3584280" y="3699191"/>
            <a:chExt cx="358069" cy="317995"/>
          </a:xfrm>
        </p:grpSpPr>
        <p:sp>
          <p:nvSpPr>
            <p:cNvPr id="9392" name="Google Shape;9392;p66"/>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6"/>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6"/>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6"/>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6"/>
          <p:cNvGrpSpPr/>
          <p:nvPr/>
        </p:nvGrpSpPr>
        <p:grpSpPr>
          <a:xfrm>
            <a:off x="4129482" y="3681059"/>
            <a:ext cx="355402" cy="354291"/>
            <a:chOff x="4129482" y="3681059"/>
            <a:chExt cx="355402" cy="354291"/>
          </a:xfrm>
        </p:grpSpPr>
        <p:sp>
          <p:nvSpPr>
            <p:cNvPr id="9397" name="Google Shape;9397;p66"/>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6"/>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6"/>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6"/>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66"/>
          <p:cNvGrpSpPr/>
          <p:nvPr/>
        </p:nvGrpSpPr>
        <p:grpSpPr>
          <a:xfrm>
            <a:off x="4673540" y="3680297"/>
            <a:ext cx="355434" cy="355815"/>
            <a:chOff x="4673540" y="3680297"/>
            <a:chExt cx="355434" cy="355815"/>
          </a:xfrm>
        </p:grpSpPr>
        <p:sp>
          <p:nvSpPr>
            <p:cNvPr id="9402" name="Google Shape;9402;p66"/>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6"/>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6"/>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66"/>
          <p:cNvGrpSpPr/>
          <p:nvPr/>
        </p:nvGrpSpPr>
        <p:grpSpPr>
          <a:xfrm>
            <a:off x="5779408" y="3699191"/>
            <a:ext cx="317645" cy="318757"/>
            <a:chOff x="5779408" y="3699191"/>
            <a:chExt cx="317645" cy="318757"/>
          </a:xfrm>
        </p:grpSpPr>
        <p:sp>
          <p:nvSpPr>
            <p:cNvPr id="9406" name="Google Shape;9406;p6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8" name="Google Shape;9408;p66"/>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9" name="Google Shape;9409;p66"/>
          <p:cNvGrpSpPr/>
          <p:nvPr/>
        </p:nvGrpSpPr>
        <p:grpSpPr>
          <a:xfrm>
            <a:off x="7390435" y="3680868"/>
            <a:ext cx="372073" cy="355243"/>
            <a:chOff x="7390435" y="3680868"/>
            <a:chExt cx="372073" cy="355243"/>
          </a:xfrm>
        </p:grpSpPr>
        <p:sp>
          <p:nvSpPr>
            <p:cNvPr id="9410" name="Google Shape;9410;p66"/>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6"/>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6"/>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6"/>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6"/>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6"/>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66"/>
          <p:cNvGrpSpPr/>
          <p:nvPr/>
        </p:nvGrpSpPr>
        <p:grpSpPr>
          <a:xfrm>
            <a:off x="1421638" y="4125629"/>
            <a:ext cx="374709" cy="374010"/>
            <a:chOff x="1421638" y="4125629"/>
            <a:chExt cx="374709" cy="374010"/>
          </a:xfrm>
        </p:grpSpPr>
        <p:sp>
          <p:nvSpPr>
            <p:cNvPr id="9417" name="Google Shape;9417;p66"/>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6"/>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66"/>
          <p:cNvGrpSpPr/>
          <p:nvPr/>
        </p:nvGrpSpPr>
        <p:grpSpPr>
          <a:xfrm>
            <a:off x="1973254" y="4156304"/>
            <a:ext cx="357720" cy="342192"/>
            <a:chOff x="1973254" y="4156304"/>
            <a:chExt cx="357720" cy="342192"/>
          </a:xfrm>
        </p:grpSpPr>
        <p:sp>
          <p:nvSpPr>
            <p:cNvPr id="9420" name="Google Shape;9420;p66"/>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6"/>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6"/>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6"/>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6"/>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6"/>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66"/>
          <p:cNvGrpSpPr/>
          <p:nvPr/>
        </p:nvGrpSpPr>
        <p:grpSpPr>
          <a:xfrm>
            <a:off x="2523759" y="4135505"/>
            <a:ext cx="341049" cy="340318"/>
            <a:chOff x="2523759" y="4135505"/>
            <a:chExt cx="341049" cy="340318"/>
          </a:xfrm>
        </p:grpSpPr>
        <p:sp>
          <p:nvSpPr>
            <p:cNvPr id="9427" name="Google Shape;9427;p66"/>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6"/>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66"/>
          <p:cNvGrpSpPr/>
          <p:nvPr/>
        </p:nvGrpSpPr>
        <p:grpSpPr>
          <a:xfrm>
            <a:off x="3040603" y="4130360"/>
            <a:ext cx="392079" cy="350353"/>
            <a:chOff x="3040603" y="4130360"/>
            <a:chExt cx="392079" cy="350353"/>
          </a:xfrm>
        </p:grpSpPr>
        <p:sp>
          <p:nvSpPr>
            <p:cNvPr id="9430" name="Google Shape;9430;p66"/>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6"/>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6"/>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6"/>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6"/>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6"/>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6"/>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6"/>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6"/>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6"/>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66"/>
          <p:cNvGrpSpPr/>
          <p:nvPr/>
        </p:nvGrpSpPr>
        <p:grpSpPr>
          <a:xfrm>
            <a:off x="3662144" y="4135505"/>
            <a:ext cx="232955" cy="340318"/>
            <a:chOff x="3662144" y="4135505"/>
            <a:chExt cx="232955" cy="340318"/>
          </a:xfrm>
        </p:grpSpPr>
        <p:sp>
          <p:nvSpPr>
            <p:cNvPr id="9441" name="Google Shape;9441;p66"/>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6"/>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6"/>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6"/>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66"/>
          <p:cNvGrpSpPr/>
          <p:nvPr/>
        </p:nvGrpSpPr>
        <p:grpSpPr>
          <a:xfrm>
            <a:off x="4149138" y="4121151"/>
            <a:ext cx="344065" cy="368644"/>
            <a:chOff x="4149138" y="4121151"/>
            <a:chExt cx="344065" cy="368644"/>
          </a:xfrm>
        </p:grpSpPr>
        <p:sp>
          <p:nvSpPr>
            <p:cNvPr id="9446" name="Google Shape;9446;p6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8" name="Google Shape;9458;p66"/>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9" name="Google Shape;9459;p66"/>
          <p:cNvGrpSpPr/>
          <p:nvPr/>
        </p:nvGrpSpPr>
        <p:grpSpPr>
          <a:xfrm>
            <a:off x="5206262" y="4174817"/>
            <a:ext cx="397763" cy="262804"/>
            <a:chOff x="5206262" y="4174817"/>
            <a:chExt cx="397763" cy="262804"/>
          </a:xfrm>
        </p:grpSpPr>
        <p:sp>
          <p:nvSpPr>
            <p:cNvPr id="9460" name="Google Shape;9460;p66"/>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6"/>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6"/>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6"/>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6"/>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6"/>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6"/>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66"/>
          <p:cNvGrpSpPr/>
          <p:nvPr/>
        </p:nvGrpSpPr>
        <p:grpSpPr>
          <a:xfrm>
            <a:off x="5727616" y="4204699"/>
            <a:ext cx="440505" cy="290018"/>
            <a:chOff x="5727616" y="4204699"/>
            <a:chExt cx="440505" cy="290018"/>
          </a:xfrm>
        </p:grpSpPr>
        <p:sp>
          <p:nvSpPr>
            <p:cNvPr id="9468" name="Google Shape;9468;p66"/>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6"/>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6"/>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6"/>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6"/>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6"/>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6"/>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6"/>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66"/>
          <p:cNvGrpSpPr/>
          <p:nvPr/>
        </p:nvGrpSpPr>
        <p:grpSpPr>
          <a:xfrm>
            <a:off x="6410063" y="4135124"/>
            <a:ext cx="159950" cy="364516"/>
            <a:chOff x="6410063" y="4135124"/>
            <a:chExt cx="159950" cy="364516"/>
          </a:xfrm>
        </p:grpSpPr>
        <p:sp>
          <p:nvSpPr>
            <p:cNvPr id="9477" name="Google Shape;9477;p66"/>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6"/>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6"/>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6"/>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6"/>
          <p:cNvGrpSpPr/>
          <p:nvPr/>
        </p:nvGrpSpPr>
        <p:grpSpPr>
          <a:xfrm>
            <a:off x="6924652" y="4135505"/>
            <a:ext cx="214378" cy="364135"/>
            <a:chOff x="6924652" y="4135505"/>
            <a:chExt cx="214378" cy="364135"/>
          </a:xfrm>
        </p:grpSpPr>
        <p:sp>
          <p:nvSpPr>
            <p:cNvPr id="9482" name="Google Shape;9482;p66"/>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6"/>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6"/>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6"/>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66"/>
          <p:cNvGrpSpPr/>
          <p:nvPr/>
        </p:nvGrpSpPr>
        <p:grpSpPr>
          <a:xfrm>
            <a:off x="7384751" y="4147984"/>
            <a:ext cx="380012" cy="351274"/>
            <a:chOff x="7384751" y="4147984"/>
            <a:chExt cx="380012" cy="351274"/>
          </a:xfrm>
        </p:grpSpPr>
        <p:sp>
          <p:nvSpPr>
            <p:cNvPr id="9487" name="Google Shape;9487;p66"/>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6"/>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6"/>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6"/>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6"/>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9495" name="Shape 9495"/>
        <p:cNvGrpSpPr/>
        <p:nvPr/>
      </p:nvGrpSpPr>
      <p:grpSpPr>
        <a:xfrm>
          <a:off x="0" y="0"/>
          <a:ext cx="0" cy="0"/>
          <a:chOff x="0" y="0"/>
          <a:chExt cx="0" cy="0"/>
        </a:xfrm>
      </p:grpSpPr>
      <p:sp>
        <p:nvSpPr>
          <p:cNvPr id="9496" name="Google Shape;9496;p6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97" name="Google Shape;9497;p6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498" name="Google Shape;9498;p67"/>
          <p:cNvGrpSpPr/>
          <p:nvPr/>
        </p:nvGrpSpPr>
        <p:grpSpPr>
          <a:xfrm>
            <a:off x="1989449" y="4282269"/>
            <a:ext cx="374774" cy="346073"/>
            <a:chOff x="1989449" y="4282269"/>
            <a:chExt cx="374774" cy="346073"/>
          </a:xfrm>
        </p:grpSpPr>
        <p:sp>
          <p:nvSpPr>
            <p:cNvPr id="9499" name="Google Shape;9499;p67"/>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7"/>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7"/>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7"/>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7"/>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67"/>
          <p:cNvGrpSpPr/>
          <p:nvPr/>
        </p:nvGrpSpPr>
        <p:grpSpPr>
          <a:xfrm>
            <a:off x="2487439" y="4280740"/>
            <a:ext cx="198775" cy="348972"/>
            <a:chOff x="2487439" y="4280740"/>
            <a:chExt cx="198775" cy="348972"/>
          </a:xfrm>
        </p:grpSpPr>
        <p:sp>
          <p:nvSpPr>
            <p:cNvPr id="9505" name="Google Shape;9505;p67"/>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7"/>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7"/>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7"/>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67"/>
          <p:cNvGrpSpPr/>
          <p:nvPr/>
        </p:nvGrpSpPr>
        <p:grpSpPr>
          <a:xfrm>
            <a:off x="2810958" y="4273923"/>
            <a:ext cx="353145" cy="361873"/>
            <a:chOff x="2810958" y="4273923"/>
            <a:chExt cx="353145" cy="361873"/>
          </a:xfrm>
        </p:grpSpPr>
        <p:sp>
          <p:nvSpPr>
            <p:cNvPr id="9510" name="Google Shape;9510;p67"/>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7"/>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7"/>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7"/>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7"/>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7"/>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7"/>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67"/>
          <p:cNvGrpSpPr/>
          <p:nvPr/>
        </p:nvGrpSpPr>
        <p:grpSpPr>
          <a:xfrm>
            <a:off x="6275635" y="4282651"/>
            <a:ext cx="209383" cy="366778"/>
            <a:chOff x="6275635" y="4282651"/>
            <a:chExt cx="209383" cy="366778"/>
          </a:xfrm>
        </p:grpSpPr>
        <p:sp>
          <p:nvSpPr>
            <p:cNvPr id="9518" name="Google Shape;9518;p6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67"/>
          <p:cNvGrpSpPr/>
          <p:nvPr/>
        </p:nvGrpSpPr>
        <p:grpSpPr>
          <a:xfrm>
            <a:off x="6701186" y="4283033"/>
            <a:ext cx="280292" cy="366396"/>
            <a:chOff x="6701186" y="4283033"/>
            <a:chExt cx="280292" cy="366396"/>
          </a:xfrm>
        </p:grpSpPr>
        <p:sp>
          <p:nvSpPr>
            <p:cNvPr id="9521" name="Google Shape;9521;p67"/>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7"/>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67"/>
          <p:cNvGrpSpPr/>
          <p:nvPr/>
        </p:nvGrpSpPr>
        <p:grpSpPr>
          <a:xfrm>
            <a:off x="2609571" y="3824958"/>
            <a:ext cx="373627" cy="347347"/>
            <a:chOff x="2609571" y="3824958"/>
            <a:chExt cx="373627" cy="347347"/>
          </a:xfrm>
        </p:grpSpPr>
        <p:sp>
          <p:nvSpPr>
            <p:cNvPr id="9524" name="Google Shape;9524;p67"/>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7"/>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6" name="Google Shape;9526;p67"/>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7" name="Google Shape;9527;p67"/>
          <p:cNvGrpSpPr/>
          <p:nvPr/>
        </p:nvGrpSpPr>
        <p:grpSpPr>
          <a:xfrm>
            <a:off x="916127" y="3807056"/>
            <a:ext cx="221902" cy="380795"/>
            <a:chOff x="916127" y="3807056"/>
            <a:chExt cx="221902" cy="380795"/>
          </a:xfrm>
        </p:grpSpPr>
        <p:sp>
          <p:nvSpPr>
            <p:cNvPr id="9528" name="Google Shape;9528;p67"/>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7"/>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7"/>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7"/>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2" name="Google Shape;9532;p67"/>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7"/>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4" name="Google Shape;9534;p67"/>
          <p:cNvGrpSpPr/>
          <p:nvPr/>
        </p:nvGrpSpPr>
        <p:grpSpPr>
          <a:xfrm>
            <a:off x="3513010" y="3816134"/>
            <a:ext cx="362223" cy="361108"/>
            <a:chOff x="3513010" y="3816134"/>
            <a:chExt cx="362223" cy="361108"/>
          </a:xfrm>
        </p:grpSpPr>
        <p:sp>
          <p:nvSpPr>
            <p:cNvPr id="9535" name="Google Shape;9535;p6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67"/>
          <p:cNvGrpSpPr/>
          <p:nvPr/>
        </p:nvGrpSpPr>
        <p:grpSpPr>
          <a:xfrm>
            <a:off x="3950316" y="3820307"/>
            <a:ext cx="369805" cy="353782"/>
            <a:chOff x="3950316" y="3820307"/>
            <a:chExt cx="369805" cy="353782"/>
          </a:xfrm>
        </p:grpSpPr>
        <p:sp>
          <p:nvSpPr>
            <p:cNvPr id="9540" name="Google Shape;9540;p67"/>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7"/>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7"/>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7"/>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67"/>
          <p:cNvGrpSpPr/>
          <p:nvPr/>
        </p:nvGrpSpPr>
        <p:grpSpPr>
          <a:xfrm>
            <a:off x="1761909" y="3811961"/>
            <a:ext cx="307974" cy="371716"/>
            <a:chOff x="1761909" y="3811961"/>
            <a:chExt cx="307974" cy="371716"/>
          </a:xfrm>
        </p:grpSpPr>
        <p:sp>
          <p:nvSpPr>
            <p:cNvPr id="9545" name="Google Shape;9545;p67"/>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7"/>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7"/>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7"/>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7"/>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7"/>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7"/>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7"/>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7"/>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7"/>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67"/>
          <p:cNvGrpSpPr/>
          <p:nvPr/>
        </p:nvGrpSpPr>
        <p:grpSpPr>
          <a:xfrm>
            <a:off x="5373342" y="3808935"/>
            <a:ext cx="231395" cy="353145"/>
            <a:chOff x="5373342" y="3808935"/>
            <a:chExt cx="231395" cy="353145"/>
          </a:xfrm>
        </p:grpSpPr>
        <p:sp>
          <p:nvSpPr>
            <p:cNvPr id="9556" name="Google Shape;9556;p6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5" name="Google Shape;9565;p67"/>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6" name="Google Shape;9566;p67"/>
          <p:cNvGrpSpPr/>
          <p:nvPr/>
        </p:nvGrpSpPr>
        <p:grpSpPr>
          <a:xfrm>
            <a:off x="5833775" y="3809445"/>
            <a:ext cx="235185" cy="352253"/>
            <a:chOff x="5833775" y="3809445"/>
            <a:chExt cx="235185" cy="352253"/>
          </a:xfrm>
        </p:grpSpPr>
        <p:sp>
          <p:nvSpPr>
            <p:cNvPr id="9567" name="Google Shape;9567;p6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67"/>
          <p:cNvGrpSpPr/>
          <p:nvPr/>
        </p:nvGrpSpPr>
        <p:grpSpPr>
          <a:xfrm>
            <a:off x="4942472" y="3809318"/>
            <a:ext cx="238976" cy="352762"/>
            <a:chOff x="4942472" y="3809318"/>
            <a:chExt cx="238976" cy="352762"/>
          </a:xfrm>
        </p:grpSpPr>
        <p:sp>
          <p:nvSpPr>
            <p:cNvPr id="9571" name="Google Shape;9571;p67"/>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7"/>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7"/>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7"/>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7"/>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7"/>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7"/>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67"/>
          <p:cNvGrpSpPr/>
          <p:nvPr/>
        </p:nvGrpSpPr>
        <p:grpSpPr>
          <a:xfrm>
            <a:off x="6266525" y="3807788"/>
            <a:ext cx="260223" cy="353527"/>
            <a:chOff x="6266525" y="3807788"/>
            <a:chExt cx="260223" cy="353527"/>
          </a:xfrm>
        </p:grpSpPr>
        <p:sp>
          <p:nvSpPr>
            <p:cNvPr id="9579" name="Google Shape;9579;p67"/>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7"/>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7"/>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7"/>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3" name="Google Shape;9583;p67"/>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4" name="Google Shape;9584;p67"/>
          <p:cNvGrpSpPr/>
          <p:nvPr/>
        </p:nvGrpSpPr>
        <p:grpSpPr>
          <a:xfrm>
            <a:off x="7184363" y="3809604"/>
            <a:ext cx="202184" cy="352762"/>
            <a:chOff x="7184363" y="3809604"/>
            <a:chExt cx="202184" cy="352762"/>
          </a:xfrm>
        </p:grpSpPr>
        <p:sp>
          <p:nvSpPr>
            <p:cNvPr id="9585" name="Google Shape;9585;p67"/>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7"/>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67"/>
          <p:cNvGrpSpPr/>
          <p:nvPr/>
        </p:nvGrpSpPr>
        <p:grpSpPr>
          <a:xfrm>
            <a:off x="7571624" y="3808935"/>
            <a:ext cx="292047" cy="352762"/>
            <a:chOff x="7571624" y="3808935"/>
            <a:chExt cx="292047" cy="352762"/>
          </a:xfrm>
        </p:grpSpPr>
        <p:sp>
          <p:nvSpPr>
            <p:cNvPr id="9588" name="Google Shape;9588;p6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67"/>
          <p:cNvGrpSpPr/>
          <p:nvPr/>
        </p:nvGrpSpPr>
        <p:grpSpPr>
          <a:xfrm>
            <a:off x="2174559" y="3356116"/>
            <a:ext cx="364135" cy="359930"/>
            <a:chOff x="2174559" y="3356116"/>
            <a:chExt cx="364135" cy="359930"/>
          </a:xfrm>
        </p:grpSpPr>
        <p:sp>
          <p:nvSpPr>
            <p:cNvPr id="9595" name="Google Shape;9595;p67"/>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7"/>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67"/>
          <p:cNvGrpSpPr/>
          <p:nvPr/>
        </p:nvGrpSpPr>
        <p:grpSpPr>
          <a:xfrm>
            <a:off x="1731934" y="3355639"/>
            <a:ext cx="368371" cy="361554"/>
            <a:chOff x="1731934" y="3355639"/>
            <a:chExt cx="368371" cy="361554"/>
          </a:xfrm>
        </p:grpSpPr>
        <p:sp>
          <p:nvSpPr>
            <p:cNvPr id="9598" name="Google Shape;9598;p67"/>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7"/>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67"/>
          <p:cNvGrpSpPr/>
          <p:nvPr/>
        </p:nvGrpSpPr>
        <p:grpSpPr>
          <a:xfrm>
            <a:off x="3990517" y="3354173"/>
            <a:ext cx="279559" cy="363402"/>
            <a:chOff x="3990517" y="3354173"/>
            <a:chExt cx="279559" cy="363402"/>
          </a:xfrm>
        </p:grpSpPr>
        <p:sp>
          <p:nvSpPr>
            <p:cNvPr id="9601" name="Google Shape;9601;p67"/>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7"/>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7"/>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67"/>
          <p:cNvGrpSpPr/>
          <p:nvPr/>
        </p:nvGrpSpPr>
        <p:grpSpPr>
          <a:xfrm>
            <a:off x="3497847" y="3417374"/>
            <a:ext cx="379680" cy="237606"/>
            <a:chOff x="3497847" y="3417374"/>
            <a:chExt cx="379680" cy="237606"/>
          </a:xfrm>
        </p:grpSpPr>
        <p:sp>
          <p:nvSpPr>
            <p:cNvPr id="9605" name="Google Shape;9605;p67"/>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7"/>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7"/>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7"/>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67"/>
          <p:cNvGrpSpPr/>
          <p:nvPr/>
        </p:nvGrpSpPr>
        <p:grpSpPr>
          <a:xfrm>
            <a:off x="2612597" y="3367075"/>
            <a:ext cx="376271" cy="337982"/>
            <a:chOff x="2612597" y="3367075"/>
            <a:chExt cx="376271" cy="337982"/>
          </a:xfrm>
        </p:grpSpPr>
        <p:sp>
          <p:nvSpPr>
            <p:cNvPr id="9610" name="Google Shape;9610;p67"/>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7"/>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67"/>
          <p:cNvGrpSpPr/>
          <p:nvPr/>
        </p:nvGrpSpPr>
        <p:grpSpPr>
          <a:xfrm>
            <a:off x="3071914" y="3364431"/>
            <a:ext cx="343652" cy="342505"/>
            <a:chOff x="3071914" y="3364431"/>
            <a:chExt cx="343652" cy="342505"/>
          </a:xfrm>
        </p:grpSpPr>
        <p:sp>
          <p:nvSpPr>
            <p:cNvPr id="9613" name="Google Shape;9613;p67"/>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7"/>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7"/>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7"/>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7"/>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67"/>
          <p:cNvGrpSpPr/>
          <p:nvPr/>
        </p:nvGrpSpPr>
        <p:grpSpPr>
          <a:xfrm>
            <a:off x="897141" y="3359875"/>
            <a:ext cx="257962" cy="352762"/>
            <a:chOff x="897141" y="3359875"/>
            <a:chExt cx="257962" cy="352762"/>
          </a:xfrm>
        </p:grpSpPr>
        <p:sp>
          <p:nvSpPr>
            <p:cNvPr id="9619" name="Google Shape;9619;p67"/>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7"/>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7"/>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7"/>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7"/>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7"/>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7"/>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7"/>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67"/>
          <p:cNvGrpSpPr/>
          <p:nvPr/>
        </p:nvGrpSpPr>
        <p:grpSpPr>
          <a:xfrm>
            <a:off x="1333682" y="3344330"/>
            <a:ext cx="271213" cy="383088"/>
            <a:chOff x="1333682" y="3344330"/>
            <a:chExt cx="271213" cy="383088"/>
          </a:xfrm>
        </p:grpSpPr>
        <p:sp>
          <p:nvSpPr>
            <p:cNvPr id="9628" name="Google Shape;9628;p6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67"/>
          <p:cNvGrpSpPr/>
          <p:nvPr/>
        </p:nvGrpSpPr>
        <p:grpSpPr>
          <a:xfrm>
            <a:off x="6664394" y="3346974"/>
            <a:ext cx="353113" cy="351998"/>
            <a:chOff x="6664394" y="3346974"/>
            <a:chExt cx="353113" cy="351998"/>
          </a:xfrm>
        </p:grpSpPr>
        <p:sp>
          <p:nvSpPr>
            <p:cNvPr id="9640" name="Google Shape;9640;p6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67"/>
          <p:cNvGrpSpPr/>
          <p:nvPr/>
        </p:nvGrpSpPr>
        <p:grpSpPr>
          <a:xfrm>
            <a:off x="849741" y="1959307"/>
            <a:ext cx="399398" cy="375443"/>
            <a:chOff x="849741" y="1959307"/>
            <a:chExt cx="399398" cy="375443"/>
          </a:xfrm>
        </p:grpSpPr>
        <p:sp>
          <p:nvSpPr>
            <p:cNvPr id="9646" name="Google Shape;9646;p67"/>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7"/>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67"/>
          <p:cNvGrpSpPr/>
          <p:nvPr/>
        </p:nvGrpSpPr>
        <p:grpSpPr>
          <a:xfrm>
            <a:off x="1284212" y="1963766"/>
            <a:ext cx="379489" cy="366046"/>
            <a:chOff x="1284212" y="1963766"/>
            <a:chExt cx="379489" cy="366046"/>
          </a:xfrm>
        </p:grpSpPr>
        <p:sp>
          <p:nvSpPr>
            <p:cNvPr id="9649" name="Google Shape;9649;p67"/>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7"/>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67"/>
          <p:cNvGrpSpPr/>
          <p:nvPr/>
        </p:nvGrpSpPr>
        <p:grpSpPr>
          <a:xfrm>
            <a:off x="3037766" y="1969564"/>
            <a:ext cx="370219" cy="354928"/>
            <a:chOff x="3037766" y="1969564"/>
            <a:chExt cx="370219" cy="354928"/>
          </a:xfrm>
        </p:grpSpPr>
        <p:sp>
          <p:nvSpPr>
            <p:cNvPr id="9652" name="Google Shape;9652;p67"/>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7"/>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7"/>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7"/>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67"/>
          <p:cNvGrpSpPr/>
          <p:nvPr/>
        </p:nvGrpSpPr>
        <p:grpSpPr>
          <a:xfrm>
            <a:off x="3982553" y="1971730"/>
            <a:ext cx="304566" cy="350501"/>
            <a:chOff x="3982553" y="1971730"/>
            <a:chExt cx="304566" cy="350501"/>
          </a:xfrm>
        </p:grpSpPr>
        <p:sp>
          <p:nvSpPr>
            <p:cNvPr id="9657" name="Google Shape;9657;p67"/>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7"/>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67"/>
          <p:cNvGrpSpPr/>
          <p:nvPr/>
        </p:nvGrpSpPr>
        <p:grpSpPr>
          <a:xfrm>
            <a:off x="2567841" y="1994124"/>
            <a:ext cx="399812" cy="306477"/>
            <a:chOff x="2567841" y="1994124"/>
            <a:chExt cx="399812" cy="306477"/>
          </a:xfrm>
        </p:grpSpPr>
        <p:sp>
          <p:nvSpPr>
            <p:cNvPr id="9660" name="Google Shape;9660;p6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67"/>
          <p:cNvGrpSpPr/>
          <p:nvPr/>
        </p:nvGrpSpPr>
        <p:grpSpPr>
          <a:xfrm>
            <a:off x="2212084" y="1960358"/>
            <a:ext cx="324698" cy="372863"/>
            <a:chOff x="2212084" y="1960358"/>
            <a:chExt cx="324698" cy="372863"/>
          </a:xfrm>
        </p:grpSpPr>
        <p:sp>
          <p:nvSpPr>
            <p:cNvPr id="9664" name="Google Shape;9664;p67"/>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7"/>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7"/>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67"/>
          <p:cNvGrpSpPr/>
          <p:nvPr/>
        </p:nvGrpSpPr>
        <p:grpSpPr>
          <a:xfrm>
            <a:off x="1805901" y="1960358"/>
            <a:ext cx="284847" cy="373627"/>
            <a:chOff x="1805901" y="1960358"/>
            <a:chExt cx="284847" cy="373627"/>
          </a:xfrm>
        </p:grpSpPr>
        <p:sp>
          <p:nvSpPr>
            <p:cNvPr id="9668" name="Google Shape;9668;p67"/>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7"/>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0" name="Google Shape;9670;p67"/>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7"/>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7"/>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3" name="Google Shape;9673;p67"/>
          <p:cNvGrpSpPr/>
          <p:nvPr/>
        </p:nvGrpSpPr>
        <p:grpSpPr>
          <a:xfrm>
            <a:off x="6656812" y="2029388"/>
            <a:ext cx="368690" cy="245793"/>
            <a:chOff x="6656812" y="2029388"/>
            <a:chExt cx="368690" cy="245793"/>
          </a:xfrm>
        </p:grpSpPr>
        <p:sp>
          <p:nvSpPr>
            <p:cNvPr id="9674" name="Google Shape;9674;p67"/>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7"/>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7"/>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7"/>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7"/>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7"/>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7"/>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7"/>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7"/>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7"/>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67"/>
          <p:cNvGrpSpPr/>
          <p:nvPr/>
        </p:nvGrpSpPr>
        <p:grpSpPr>
          <a:xfrm>
            <a:off x="4869651" y="2012218"/>
            <a:ext cx="376654" cy="281566"/>
            <a:chOff x="4869651" y="2012218"/>
            <a:chExt cx="376654" cy="281566"/>
          </a:xfrm>
        </p:grpSpPr>
        <p:sp>
          <p:nvSpPr>
            <p:cNvPr id="9685" name="Google Shape;9685;p67"/>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7"/>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7"/>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7"/>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67"/>
          <p:cNvGrpSpPr/>
          <p:nvPr/>
        </p:nvGrpSpPr>
        <p:grpSpPr>
          <a:xfrm>
            <a:off x="5306224" y="2012313"/>
            <a:ext cx="367925" cy="281694"/>
            <a:chOff x="5306224" y="2012313"/>
            <a:chExt cx="367925" cy="281694"/>
          </a:xfrm>
        </p:grpSpPr>
        <p:sp>
          <p:nvSpPr>
            <p:cNvPr id="9690" name="Google Shape;9690;p67"/>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7"/>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2" name="Google Shape;9692;p67"/>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3" name="Google Shape;9693;p67"/>
          <p:cNvGrpSpPr/>
          <p:nvPr/>
        </p:nvGrpSpPr>
        <p:grpSpPr>
          <a:xfrm>
            <a:off x="6195998" y="1983102"/>
            <a:ext cx="368308" cy="338746"/>
            <a:chOff x="6195998" y="1983102"/>
            <a:chExt cx="368308" cy="338746"/>
          </a:xfrm>
        </p:grpSpPr>
        <p:sp>
          <p:nvSpPr>
            <p:cNvPr id="9694" name="Google Shape;9694;p67"/>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7"/>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7"/>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67"/>
          <p:cNvGrpSpPr/>
          <p:nvPr/>
        </p:nvGrpSpPr>
        <p:grpSpPr>
          <a:xfrm>
            <a:off x="7542031" y="2011835"/>
            <a:ext cx="369072" cy="280037"/>
            <a:chOff x="7542031" y="2011835"/>
            <a:chExt cx="369072" cy="280037"/>
          </a:xfrm>
        </p:grpSpPr>
        <p:sp>
          <p:nvSpPr>
            <p:cNvPr id="9698" name="Google Shape;9698;p67"/>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7"/>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7"/>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7"/>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7"/>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7"/>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7"/>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7"/>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7"/>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67"/>
          <p:cNvGrpSpPr/>
          <p:nvPr/>
        </p:nvGrpSpPr>
        <p:grpSpPr>
          <a:xfrm>
            <a:off x="8010427" y="3348503"/>
            <a:ext cx="278795" cy="351615"/>
            <a:chOff x="8010427" y="3348503"/>
            <a:chExt cx="278795" cy="351615"/>
          </a:xfrm>
        </p:grpSpPr>
        <p:sp>
          <p:nvSpPr>
            <p:cNvPr id="9708" name="Google Shape;9708;p67"/>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7"/>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7"/>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7"/>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2" name="Google Shape;9712;p67"/>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3" name="Google Shape;9713;p67"/>
          <p:cNvGrpSpPr/>
          <p:nvPr/>
        </p:nvGrpSpPr>
        <p:grpSpPr>
          <a:xfrm>
            <a:off x="7141900" y="3349204"/>
            <a:ext cx="281057" cy="351010"/>
            <a:chOff x="7141900" y="3349204"/>
            <a:chExt cx="281057" cy="351010"/>
          </a:xfrm>
        </p:grpSpPr>
        <p:sp>
          <p:nvSpPr>
            <p:cNvPr id="9714" name="Google Shape;9714;p6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67"/>
          <p:cNvGrpSpPr/>
          <p:nvPr/>
        </p:nvGrpSpPr>
        <p:grpSpPr>
          <a:xfrm>
            <a:off x="5314188" y="3350032"/>
            <a:ext cx="363752" cy="353113"/>
            <a:chOff x="5314188" y="3350032"/>
            <a:chExt cx="363752" cy="353113"/>
          </a:xfrm>
        </p:grpSpPr>
        <p:sp>
          <p:nvSpPr>
            <p:cNvPr id="9718" name="Google Shape;9718;p67"/>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7"/>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67"/>
          <p:cNvGrpSpPr/>
          <p:nvPr/>
        </p:nvGrpSpPr>
        <p:grpSpPr>
          <a:xfrm>
            <a:off x="6203579" y="3348981"/>
            <a:ext cx="351615" cy="350373"/>
            <a:chOff x="6203579" y="3348981"/>
            <a:chExt cx="351615" cy="350373"/>
          </a:xfrm>
        </p:grpSpPr>
        <p:sp>
          <p:nvSpPr>
            <p:cNvPr id="9721" name="Google Shape;9721;p67"/>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7"/>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7"/>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7"/>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7"/>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6" name="Google Shape;9726;p67"/>
          <p:cNvGrpSpPr/>
          <p:nvPr/>
        </p:nvGrpSpPr>
        <p:grpSpPr>
          <a:xfrm>
            <a:off x="5829984" y="3350032"/>
            <a:ext cx="220755" cy="352348"/>
            <a:chOff x="5829984" y="3350032"/>
            <a:chExt cx="220755" cy="352348"/>
          </a:xfrm>
        </p:grpSpPr>
        <p:sp>
          <p:nvSpPr>
            <p:cNvPr id="9727" name="Google Shape;9727;p67"/>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7"/>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7"/>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7"/>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67"/>
          <p:cNvGrpSpPr/>
          <p:nvPr/>
        </p:nvGrpSpPr>
        <p:grpSpPr>
          <a:xfrm>
            <a:off x="4882170" y="3349841"/>
            <a:ext cx="358464" cy="352316"/>
            <a:chOff x="4882170" y="3349841"/>
            <a:chExt cx="358464" cy="352316"/>
          </a:xfrm>
        </p:grpSpPr>
        <p:sp>
          <p:nvSpPr>
            <p:cNvPr id="9732" name="Google Shape;9732;p67"/>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7"/>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4" name="Google Shape;9734;p67"/>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7"/>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6" name="Google Shape;9736;p67"/>
          <p:cNvGrpSpPr/>
          <p:nvPr/>
        </p:nvGrpSpPr>
        <p:grpSpPr>
          <a:xfrm>
            <a:off x="3044965" y="2435220"/>
            <a:ext cx="400194" cy="324316"/>
            <a:chOff x="3044965" y="2435220"/>
            <a:chExt cx="400194" cy="324316"/>
          </a:xfrm>
        </p:grpSpPr>
        <p:sp>
          <p:nvSpPr>
            <p:cNvPr id="9737" name="Google Shape;9737;p67"/>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7"/>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7"/>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67"/>
          <p:cNvGrpSpPr/>
          <p:nvPr/>
        </p:nvGrpSpPr>
        <p:grpSpPr>
          <a:xfrm>
            <a:off x="4878379" y="2473892"/>
            <a:ext cx="367161" cy="287523"/>
            <a:chOff x="4878379" y="2473892"/>
            <a:chExt cx="367161" cy="287523"/>
          </a:xfrm>
        </p:grpSpPr>
        <p:sp>
          <p:nvSpPr>
            <p:cNvPr id="9741" name="Google Shape;9741;p67"/>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7"/>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7"/>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7"/>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7"/>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67"/>
          <p:cNvGrpSpPr/>
          <p:nvPr/>
        </p:nvGrpSpPr>
        <p:grpSpPr>
          <a:xfrm>
            <a:off x="1325719" y="2887689"/>
            <a:ext cx="290581" cy="372481"/>
            <a:chOff x="1325719" y="2887689"/>
            <a:chExt cx="290581" cy="372481"/>
          </a:xfrm>
        </p:grpSpPr>
        <p:sp>
          <p:nvSpPr>
            <p:cNvPr id="9747" name="Google Shape;9747;p67"/>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7"/>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9" name="Google Shape;9749;p67"/>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0" name="Google Shape;9750;p67"/>
          <p:cNvGrpSpPr/>
          <p:nvPr/>
        </p:nvGrpSpPr>
        <p:grpSpPr>
          <a:xfrm>
            <a:off x="3510335" y="2892499"/>
            <a:ext cx="360726" cy="361204"/>
            <a:chOff x="3510335" y="2892499"/>
            <a:chExt cx="360726" cy="361204"/>
          </a:xfrm>
        </p:grpSpPr>
        <p:sp>
          <p:nvSpPr>
            <p:cNvPr id="9751" name="Google Shape;9751;p67"/>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7"/>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7"/>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7"/>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7"/>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67"/>
          <p:cNvGrpSpPr/>
          <p:nvPr/>
        </p:nvGrpSpPr>
        <p:grpSpPr>
          <a:xfrm>
            <a:off x="3086313" y="2877049"/>
            <a:ext cx="320143" cy="392581"/>
            <a:chOff x="3086313" y="2877049"/>
            <a:chExt cx="320143" cy="392581"/>
          </a:xfrm>
        </p:grpSpPr>
        <p:sp>
          <p:nvSpPr>
            <p:cNvPr id="9757" name="Google Shape;9757;p6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9" name="Google Shape;9769;p67"/>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0" name="Google Shape;9770;p67"/>
          <p:cNvGrpSpPr/>
          <p:nvPr/>
        </p:nvGrpSpPr>
        <p:grpSpPr>
          <a:xfrm>
            <a:off x="861113" y="2885746"/>
            <a:ext cx="333809" cy="373277"/>
            <a:chOff x="861113" y="2885746"/>
            <a:chExt cx="333809" cy="373277"/>
          </a:xfrm>
        </p:grpSpPr>
        <p:sp>
          <p:nvSpPr>
            <p:cNvPr id="9771" name="Google Shape;9771;p67"/>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7"/>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7"/>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4" name="Google Shape;9774;p67"/>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7"/>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6" name="Google Shape;9776;p67"/>
          <p:cNvGrpSpPr/>
          <p:nvPr/>
        </p:nvGrpSpPr>
        <p:grpSpPr>
          <a:xfrm>
            <a:off x="1297654" y="1504481"/>
            <a:ext cx="349354" cy="362223"/>
            <a:chOff x="1297654" y="1504481"/>
            <a:chExt cx="349354" cy="362223"/>
          </a:xfrm>
        </p:grpSpPr>
        <p:sp>
          <p:nvSpPr>
            <p:cNvPr id="9777" name="Google Shape;9777;p6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0" name="Google Shape;9780;p67"/>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1" name="Google Shape;9781;p67"/>
          <p:cNvGrpSpPr/>
          <p:nvPr/>
        </p:nvGrpSpPr>
        <p:grpSpPr>
          <a:xfrm>
            <a:off x="852385" y="1510916"/>
            <a:ext cx="353145" cy="351998"/>
            <a:chOff x="852385" y="1510916"/>
            <a:chExt cx="353145" cy="351998"/>
          </a:xfrm>
        </p:grpSpPr>
        <p:sp>
          <p:nvSpPr>
            <p:cNvPr id="9782" name="Google Shape;9782;p67"/>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7"/>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7"/>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67"/>
          <p:cNvGrpSpPr/>
          <p:nvPr/>
        </p:nvGrpSpPr>
        <p:grpSpPr>
          <a:xfrm>
            <a:off x="1745217" y="1515471"/>
            <a:ext cx="343269" cy="342505"/>
            <a:chOff x="1745217" y="1515471"/>
            <a:chExt cx="343269" cy="342505"/>
          </a:xfrm>
        </p:grpSpPr>
        <p:sp>
          <p:nvSpPr>
            <p:cNvPr id="9786" name="Google Shape;9786;p6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0" name="Google Shape;9790;p67"/>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1" name="Google Shape;9791;p67"/>
          <p:cNvGrpSpPr/>
          <p:nvPr/>
        </p:nvGrpSpPr>
        <p:grpSpPr>
          <a:xfrm>
            <a:off x="3042703" y="1529137"/>
            <a:ext cx="411535" cy="315587"/>
            <a:chOff x="3042703" y="1529137"/>
            <a:chExt cx="411535" cy="315587"/>
          </a:xfrm>
        </p:grpSpPr>
        <p:sp>
          <p:nvSpPr>
            <p:cNvPr id="9792" name="Google Shape;9792;p67"/>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7"/>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7"/>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7"/>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7"/>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7"/>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7"/>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7"/>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7"/>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7"/>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67"/>
          <p:cNvGrpSpPr/>
          <p:nvPr/>
        </p:nvGrpSpPr>
        <p:grpSpPr>
          <a:xfrm>
            <a:off x="2629289" y="1544682"/>
            <a:ext cx="350501" cy="284497"/>
            <a:chOff x="2629289" y="1544682"/>
            <a:chExt cx="350501" cy="284497"/>
          </a:xfrm>
        </p:grpSpPr>
        <p:sp>
          <p:nvSpPr>
            <p:cNvPr id="9803" name="Google Shape;9803;p67"/>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7"/>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7"/>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7"/>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7"/>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67"/>
          <p:cNvGrpSpPr/>
          <p:nvPr/>
        </p:nvGrpSpPr>
        <p:grpSpPr>
          <a:xfrm>
            <a:off x="5305077" y="1502633"/>
            <a:ext cx="367893" cy="365218"/>
            <a:chOff x="5305077" y="1502633"/>
            <a:chExt cx="367893" cy="365218"/>
          </a:xfrm>
        </p:grpSpPr>
        <p:sp>
          <p:nvSpPr>
            <p:cNvPr id="9809" name="Google Shape;9809;p67"/>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7"/>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67"/>
          <p:cNvGrpSpPr/>
          <p:nvPr/>
        </p:nvGrpSpPr>
        <p:grpSpPr>
          <a:xfrm>
            <a:off x="7100170" y="1500117"/>
            <a:ext cx="368308" cy="367033"/>
            <a:chOff x="7100170" y="1500117"/>
            <a:chExt cx="368308" cy="367033"/>
          </a:xfrm>
        </p:grpSpPr>
        <p:sp>
          <p:nvSpPr>
            <p:cNvPr id="9812" name="Google Shape;9812;p67"/>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7"/>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7"/>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7"/>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7"/>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7"/>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7"/>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7"/>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7"/>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7"/>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7"/>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7"/>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7"/>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5" name="Google Shape;9825;p67"/>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6" name="Google Shape;9826;p67"/>
          <p:cNvGrpSpPr/>
          <p:nvPr/>
        </p:nvGrpSpPr>
        <p:grpSpPr>
          <a:xfrm>
            <a:off x="6649231" y="1500021"/>
            <a:ext cx="390287" cy="367065"/>
            <a:chOff x="6649231" y="1500021"/>
            <a:chExt cx="390287" cy="367065"/>
          </a:xfrm>
        </p:grpSpPr>
        <p:sp>
          <p:nvSpPr>
            <p:cNvPr id="9827" name="Google Shape;9827;p67"/>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7"/>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7"/>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7"/>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7"/>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7"/>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7"/>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7"/>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7"/>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7"/>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7"/>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7"/>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67"/>
          <p:cNvGrpSpPr/>
          <p:nvPr/>
        </p:nvGrpSpPr>
        <p:grpSpPr>
          <a:xfrm>
            <a:off x="5746938" y="1543503"/>
            <a:ext cx="387261" cy="280356"/>
            <a:chOff x="5746938" y="1543503"/>
            <a:chExt cx="387261" cy="280356"/>
          </a:xfrm>
        </p:grpSpPr>
        <p:sp>
          <p:nvSpPr>
            <p:cNvPr id="9840" name="Google Shape;9840;p67"/>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7"/>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67"/>
          <p:cNvGrpSpPr/>
          <p:nvPr/>
        </p:nvGrpSpPr>
        <p:grpSpPr>
          <a:xfrm>
            <a:off x="6196730" y="1525346"/>
            <a:ext cx="369072" cy="317467"/>
            <a:chOff x="6196730" y="1525346"/>
            <a:chExt cx="369072" cy="317467"/>
          </a:xfrm>
        </p:grpSpPr>
        <p:sp>
          <p:nvSpPr>
            <p:cNvPr id="9843" name="Google Shape;9843;p67"/>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7"/>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7"/>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67"/>
          <p:cNvGrpSpPr/>
          <p:nvPr/>
        </p:nvGrpSpPr>
        <p:grpSpPr>
          <a:xfrm>
            <a:off x="4940592" y="1500690"/>
            <a:ext cx="246558" cy="367161"/>
            <a:chOff x="4940592" y="1500690"/>
            <a:chExt cx="246558" cy="367161"/>
          </a:xfrm>
        </p:grpSpPr>
        <p:sp>
          <p:nvSpPr>
            <p:cNvPr id="9847" name="Google Shape;9847;p67"/>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7"/>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7"/>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7"/>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67"/>
          <p:cNvGrpSpPr/>
          <p:nvPr/>
        </p:nvGrpSpPr>
        <p:grpSpPr>
          <a:xfrm>
            <a:off x="7964906" y="1499894"/>
            <a:ext cx="380858" cy="367575"/>
            <a:chOff x="7964906" y="1499894"/>
            <a:chExt cx="380858" cy="367575"/>
          </a:xfrm>
        </p:grpSpPr>
        <p:sp>
          <p:nvSpPr>
            <p:cNvPr id="9852" name="Google Shape;9852;p67"/>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7"/>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7"/>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5" name="Google Shape;9855;p67"/>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6" name="Google Shape;9856;p67"/>
          <p:cNvGrpSpPr/>
          <p:nvPr/>
        </p:nvGrpSpPr>
        <p:grpSpPr>
          <a:xfrm>
            <a:off x="8007400" y="2902278"/>
            <a:ext cx="285230" cy="355597"/>
            <a:chOff x="8007400" y="2902278"/>
            <a:chExt cx="285230" cy="355597"/>
          </a:xfrm>
        </p:grpSpPr>
        <p:sp>
          <p:nvSpPr>
            <p:cNvPr id="9857" name="Google Shape;9857;p6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67"/>
          <p:cNvGrpSpPr/>
          <p:nvPr/>
        </p:nvGrpSpPr>
        <p:grpSpPr>
          <a:xfrm>
            <a:off x="6219124" y="2902788"/>
            <a:ext cx="318231" cy="355470"/>
            <a:chOff x="6219124" y="2902788"/>
            <a:chExt cx="318231" cy="355470"/>
          </a:xfrm>
        </p:grpSpPr>
        <p:sp>
          <p:nvSpPr>
            <p:cNvPr id="9860" name="Google Shape;9860;p6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67"/>
          <p:cNvGrpSpPr/>
          <p:nvPr/>
        </p:nvGrpSpPr>
        <p:grpSpPr>
          <a:xfrm>
            <a:off x="4969421" y="2902852"/>
            <a:ext cx="185109" cy="355406"/>
            <a:chOff x="4969421" y="2902852"/>
            <a:chExt cx="185109" cy="355406"/>
          </a:xfrm>
        </p:grpSpPr>
        <p:sp>
          <p:nvSpPr>
            <p:cNvPr id="9864" name="Google Shape;9864;p6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0" name="Google Shape;9870;p67"/>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7"/>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2" name="Google Shape;9872;p67"/>
          <p:cNvGrpSpPr/>
          <p:nvPr/>
        </p:nvGrpSpPr>
        <p:grpSpPr>
          <a:xfrm>
            <a:off x="6685259" y="2902852"/>
            <a:ext cx="311414" cy="355406"/>
            <a:chOff x="6685259" y="2902852"/>
            <a:chExt cx="311414" cy="355406"/>
          </a:xfrm>
        </p:grpSpPr>
        <p:sp>
          <p:nvSpPr>
            <p:cNvPr id="9873" name="Google Shape;9873;p67"/>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7"/>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7"/>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67"/>
          <p:cNvGrpSpPr/>
          <p:nvPr/>
        </p:nvGrpSpPr>
        <p:grpSpPr>
          <a:xfrm>
            <a:off x="5309250" y="2903170"/>
            <a:ext cx="359579" cy="355852"/>
            <a:chOff x="5309250" y="2903170"/>
            <a:chExt cx="359579" cy="355852"/>
          </a:xfrm>
        </p:grpSpPr>
        <p:sp>
          <p:nvSpPr>
            <p:cNvPr id="9877" name="Google Shape;9877;p67"/>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7"/>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7"/>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67"/>
          <p:cNvGrpSpPr/>
          <p:nvPr/>
        </p:nvGrpSpPr>
        <p:grpSpPr>
          <a:xfrm>
            <a:off x="2199565" y="2421172"/>
            <a:ext cx="312179" cy="353431"/>
            <a:chOff x="2199565" y="2421172"/>
            <a:chExt cx="312179" cy="353431"/>
          </a:xfrm>
        </p:grpSpPr>
        <p:sp>
          <p:nvSpPr>
            <p:cNvPr id="9881" name="Google Shape;9881;p67"/>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7"/>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67"/>
          <p:cNvGrpSpPr/>
          <p:nvPr/>
        </p:nvGrpSpPr>
        <p:grpSpPr>
          <a:xfrm>
            <a:off x="1750887" y="2425727"/>
            <a:ext cx="320143" cy="343269"/>
            <a:chOff x="1750887" y="2425727"/>
            <a:chExt cx="320143" cy="343269"/>
          </a:xfrm>
        </p:grpSpPr>
        <p:sp>
          <p:nvSpPr>
            <p:cNvPr id="9884" name="Google Shape;9884;p67"/>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7"/>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67"/>
          <p:cNvGrpSpPr/>
          <p:nvPr/>
        </p:nvGrpSpPr>
        <p:grpSpPr>
          <a:xfrm>
            <a:off x="1298037" y="2425727"/>
            <a:ext cx="338364" cy="342887"/>
            <a:chOff x="1298037" y="2425727"/>
            <a:chExt cx="338364" cy="342887"/>
          </a:xfrm>
        </p:grpSpPr>
        <p:sp>
          <p:nvSpPr>
            <p:cNvPr id="9887" name="Google Shape;9887;p67"/>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7"/>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7"/>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7"/>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1" name="Google Shape;9891;p67"/>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2" name="Google Shape;9892;p67"/>
          <p:cNvGrpSpPr/>
          <p:nvPr/>
        </p:nvGrpSpPr>
        <p:grpSpPr>
          <a:xfrm>
            <a:off x="3974207" y="2429009"/>
            <a:ext cx="320143" cy="338491"/>
            <a:chOff x="3974207" y="2429009"/>
            <a:chExt cx="320143" cy="338491"/>
          </a:xfrm>
        </p:grpSpPr>
        <p:sp>
          <p:nvSpPr>
            <p:cNvPr id="9893" name="Google Shape;9893;p67"/>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7"/>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67"/>
          <p:cNvGrpSpPr/>
          <p:nvPr/>
        </p:nvGrpSpPr>
        <p:grpSpPr>
          <a:xfrm>
            <a:off x="2623237" y="2431047"/>
            <a:ext cx="355024" cy="332630"/>
            <a:chOff x="2623237" y="2431047"/>
            <a:chExt cx="355024" cy="332630"/>
          </a:xfrm>
        </p:grpSpPr>
        <p:sp>
          <p:nvSpPr>
            <p:cNvPr id="9896" name="Google Shape;9896;p67"/>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7"/>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7"/>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7"/>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67"/>
          <p:cNvGrpSpPr/>
          <p:nvPr/>
        </p:nvGrpSpPr>
        <p:grpSpPr>
          <a:xfrm>
            <a:off x="6657194" y="2434073"/>
            <a:ext cx="375507" cy="367925"/>
            <a:chOff x="6657194" y="2434073"/>
            <a:chExt cx="375507" cy="367925"/>
          </a:xfrm>
        </p:grpSpPr>
        <p:sp>
          <p:nvSpPr>
            <p:cNvPr id="9901" name="Google Shape;9901;p67"/>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7"/>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7"/>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67"/>
          <p:cNvGrpSpPr/>
          <p:nvPr/>
        </p:nvGrpSpPr>
        <p:grpSpPr>
          <a:xfrm>
            <a:off x="7101317" y="2441655"/>
            <a:ext cx="367925" cy="352380"/>
            <a:chOff x="7101317" y="2441655"/>
            <a:chExt cx="367925" cy="352380"/>
          </a:xfrm>
        </p:grpSpPr>
        <p:sp>
          <p:nvSpPr>
            <p:cNvPr id="9905" name="Google Shape;9905;p67"/>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7"/>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67"/>
          <p:cNvGrpSpPr/>
          <p:nvPr/>
        </p:nvGrpSpPr>
        <p:grpSpPr>
          <a:xfrm>
            <a:off x="5756399" y="2434456"/>
            <a:ext cx="367925" cy="367161"/>
            <a:chOff x="5756399" y="2434456"/>
            <a:chExt cx="367925" cy="367161"/>
          </a:xfrm>
        </p:grpSpPr>
        <p:sp>
          <p:nvSpPr>
            <p:cNvPr id="9908" name="Google Shape;9908;p67"/>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7"/>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7"/>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7"/>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7"/>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7"/>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7"/>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5" name="Google Shape;9915;p67"/>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7"/>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7" name="Google Shape;9917;p67"/>
          <p:cNvGrpSpPr/>
          <p:nvPr/>
        </p:nvGrpSpPr>
        <p:grpSpPr>
          <a:xfrm>
            <a:off x="7964906" y="2434073"/>
            <a:ext cx="373627" cy="367925"/>
            <a:chOff x="7964906" y="2434073"/>
            <a:chExt cx="373627" cy="367925"/>
          </a:xfrm>
        </p:grpSpPr>
        <p:sp>
          <p:nvSpPr>
            <p:cNvPr id="9918" name="Google Shape;9918;p67"/>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7"/>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67"/>
          <p:cNvGrpSpPr/>
          <p:nvPr/>
        </p:nvGrpSpPr>
        <p:grpSpPr>
          <a:xfrm>
            <a:off x="6194086" y="2437737"/>
            <a:ext cx="369837" cy="360471"/>
            <a:chOff x="6194086" y="2437737"/>
            <a:chExt cx="369837" cy="360471"/>
          </a:xfrm>
        </p:grpSpPr>
        <p:sp>
          <p:nvSpPr>
            <p:cNvPr id="9921" name="Google Shape;9921;p67"/>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7"/>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926" name="Shape 9926"/>
        <p:cNvGrpSpPr/>
        <p:nvPr/>
      </p:nvGrpSpPr>
      <p:grpSpPr>
        <a:xfrm>
          <a:off x="0" y="0"/>
          <a:ext cx="0" cy="0"/>
          <a:chOff x="0" y="0"/>
          <a:chExt cx="0" cy="0"/>
        </a:xfrm>
      </p:grpSpPr>
      <p:sp>
        <p:nvSpPr>
          <p:cNvPr id="9927" name="Google Shape;9927;p6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28" name="Google Shape;9928;p6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929" name="Google Shape;9929;p68"/>
          <p:cNvGrpSpPr/>
          <p:nvPr/>
        </p:nvGrpSpPr>
        <p:grpSpPr>
          <a:xfrm>
            <a:off x="3541011" y="1508594"/>
            <a:ext cx="350166" cy="349434"/>
            <a:chOff x="3541011" y="1508594"/>
            <a:chExt cx="350166" cy="349434"/>
          </a:xfrm>
        </p:grpSpPr>
        <p:sp>
          <p:nvSpPr>
            <p:cNvPr id="9930" name="Google Shape;9930;p6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68"/>
          <p:cNvGrpSpPr/>
          <p:nvPr/>
        </p:nvGrpSpPr>
        <p:grpSpPr>
          <a:xfrm>
            <a:off x="3122257" y="1508594"/>
            <a:ext cx="294850" cy="349434"/>
            <a:chOff x="3122257" y="1508594"/>
            <a:chExt cx="294850" cy="349434"/>
          </a:xfrm>
        </p:grpSpPr>
        <p:sp>
          <p:nvSpPr>
            <p:cNvPr id="9944" name="Google Shape;9944;p68"/>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8"/>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8"/>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8"/>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8"/>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68"/>
          <p:cNvGrpSpPr/>
          <p:nvPr/>
        </p:nvGrpSpPr>
        <p:grpSpPr>
          <a:xfrm>
            <a:off x="910723" y="1508212"/>
            <a:ext cx="251660" cy="350166"/>
            <a:chOff x="910723" y="1508212"/>
            <a:chExt cx="251660" cy="350166"/>
          </a:xfrm>
        </p:grpSpPr>
        <p:sp>
          <p:nvSpPr>
            <p:cNvPr id="9950" name="Google Shape;9950;p68"/>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8"/>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8"/>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8"/>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8"/>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8"/>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8"/>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8"/>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8"/>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8"/>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8"/>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8"/>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8"/>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8"/>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8"/>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8"/>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8"/>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8"/>
          <p:cNvGrpSpPr/>
          <p:nvPr/>
        </p:nvGrpSpPr>
        <p:grpSpPr>
          <a:xfrm>
            <a:off x="1308631" y="1507830"/>
            <a:ext cx="350166" cy="350198"/>
            <a:chOff x="1308631" y="1507830"/>
            <a:chExt cx="350166" cy="350198"/>
          </a:xfrm>
        </p:grpSpPr>
        <p:sp>
          <p:nvSpPr>
            <p:cNvPr id="9968" name="Google Shape;9968;p68"/>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8"/>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8"/>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8"/>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68"/>
          <p:cNvGrpSpPr/>
          <p:nvPr/>
        </p:nvGrpSpPr>
        <p:grpSpPr>
          <a:xfrm>
            <a:off x="1756921" y="1509739"/>
            <a:ext cx="345997" cy="345997"/>
            <a:chOff x="1756921" y="1509739"/>
            <a:chExt cx="345997" cy="345997"/>
          </a:xfrm>
        </p:grpSpPr>
        <p:sp>
          <p:nvSpPr>
            <p:cNvPr id="9973" name="Google Shape;9973;p68"/>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8"/>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8"/>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8"/>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8"/>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8"/>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8"/>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8"/>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8"/>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8"/>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8"/>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8"/>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8"/>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8"/>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8"/>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8"/>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8"/>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68"/>
          <p:cNvGrpSpPr/>
          <p:nvPr/>
        </p:nvGrpSpPr>
        <p:grpSpPr>
          <a:xfrm>
            <a:off x="2216956" y="1510503"/>
            <a:ext cx="318721" cy="345615"/>
            <a:chOff x="2216956" y="1510503"/>
            <a:chExt cx="318721" cy="345615"/>
          </a:xfrm>
        </p:grpSpPr>
        <p:sp>
          <p:nvSpPr>
            <p:cNvPr id="9991" name="Google Shape;9991;p68"/>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8"/>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8"/>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8"/>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8"/>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68"/>
          <p:cNvGrpSpPr/>
          <p:nvPr/>
        </p:nvGrpSpPr>
        <p:grpSpPr>
          <a:xfrm>
            <a:off x="3988156" y="1568461"/>
            <a:ext cx="349052" cy="230049"/>
            <a:chOff x="3988156" y="1568461"/>
            <a:chExt cx="349052" cy="230049"/>
          </a:xfrm>
        </p:grpSpPr>
        <p:sp>
          <p:nvSpPr>
            <p:cNvPr id="9997" name="Google Shape;9997;p68"/>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8"/>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8"/>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8"/>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8"/>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8"/>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8"/>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68"/>
          <p:cNvGrpSpPr/>
          <p:nvPr/>
        </p:nvGrpSpPr>
        <p:grpSpPr>
          <a:xfrm>
            <a:off x="2633037" y="1499873"/>
            <a:ext cx="379002" cy="366112"/>
            <a:chOff x="2633037" y="1499873"/>
            <a:chExt cx="379002" cy="366112"/>
          </a:xfrm>
        </p:grpSpPr>
        <p:sp>
          <p:nvSpPr>
            <p:cNvPr id="10005" name="Google Shape;10005;p68"/>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8"/>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8"/>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8"/>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8"/>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8"/>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68"/>
          <p:cNvGrpSpPr/>
          <p:nvPr/>
        </p:nvGrpSpPr>
        <p:grpSpPr>
          <a:xfrm>
            <a:off x="6675256" y="1516169"/>
            <a:ext cx="327823" cy="357009"/>
            <a:chOff x="6675256" y="1516169"/>
            <a:chExt cx="327823" cy="357009"/>
          </a:xfrm>
        </p:grpSpPr>
        <p:sp>
          <p:nvSpPr>
            <p:cNvPr id="10012" name="Google Shape;10012;p68"/>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8"/>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8"/>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8"/>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8"/>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8"/>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8"/>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8"/>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8"/>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68"/>
          <p:cNvGrpSpPr/>
          <p:nvPr/>
        </p:nvGrpSpPr>
        <p:grpSpPr>
          <a:xfrm>
            <a:off x="8020159" y="1516551"/>
            <a:ext cx="300897" cy="356627"/>
            <a:chOff x="8020159" y="1516551"/>
            <a:chExt cx="300897" cy="356627"/>
          </a:xfrm>
        </p:grpSpPr>
        <p:sp>
          <p:nvSpPr>
            <p:cNvPr id="10022" name="Google Shape;10022;p68"/>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8"/>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8"/>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8"/>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8"/>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68"/>
          <p:cNvGrpSpPr/>
          <p:nvPr/>
        </p:nvGrpSpPr>
        <p:grpSpPr>
          <a:xfrm>
            <a:off x="5377363" y="1516169"/>
            <a:ext cx="257357" cy="356627"/>
            <a:chOff x="5377363" y="1516169"/>
            <a:chExt cx="257357" cy="356627"/>
          </a:xfrm>
        </p:grpSpPr>
        <p:sp>
          <p:nvSpPr>
            <p:cNvPr id="10028" name="Google Shape;10028;p68"/>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8"/>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8"/>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8"/>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8"/>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8"/>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8"/>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8"/>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8"/>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8"/>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8"/>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8"/>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8"/>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8"/>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8"/>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8"/>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8"/>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68"/>
          <p:cNvGrpSpPr/>
          <p:nvPr/>
        </p:nvGrpSpPr>
        <p:grpSpPr>
          <a:xfrm>
            <a:off x="4880567" y="1535870"/>
            <a:ext cx="356245" cy="317607"/>
            <a:chOff x="4880567" y="1535870"/>
            <a:chExt cx="356245" cy="317607"/>
          </a:xfrm>
        </p:grpSpPr>
        <p:sp>
          <p:nvSpPr>
            <p:cNvPr id="10046" name="Google Shape;10046;p68"/>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8"/>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8"/>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8"/>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8"/>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68"/>
          <p:cNvGrpSpPr/>
          <p:nvPr/>
        </p:nvGrpSpPr>
        <p:grpSpPr>
          <a:xfrm>
            <a:off x="5771483" y="1515787"/>
            <a:ext cx="357359" cy="357391"/>
            <a:chOff x="5771483" y="1515787"/>
            <a:chExt cx="357359" cy="357391"/>
          </a:xfrm>
        </p:grpSpPr>
        <p:sp>
          <p:nvSpPr>
            <p:cNvPr id="10052" name="Google Shape;10052;p68"/>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8"/>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8"/>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8"/>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68"/>
          <p:cNvGrpSpPr/>
          <p:nvPr/>
        </p:nvGrpSpPr>
        <p:grpSpPr>
          <a:xfrm>
            <a:off x="7121669" y="1533610"/>
            <a:ext cx="321362" cy="321362"/>
            <a:chOff x="7121669" y="1533610"/>
            <a:chExt cx="321362" cy="321362"/>
          </a:xfrm>
        </p:grpSpPr>
        <p:sp>
          <p:nvSpPr>
            <p:cNvPr id="10057" name="Google Shape;10057;p68"/>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8"/>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8"/>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8"/>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68"/>
          <p:cNvGrpSpPr/>
          <p:nvPr/>
        </p:nvGrpSpPr>
        <p:grpSpPr>
          <a:xfrm>
            <a:off x="7562766" y="1514864"/>
            <a:ext cx="327059" cy="360192"/>
            <a:chOff x="7562766" y="1514864"/>
            <a:chExt cx="327059" cy="360192"/>
          </a:xfrm>
        </p:grpSpPr>
        <p:sp>
          <p:nvSpPr>
            <p:cNvPr id="10062" name="Google Shape;10062;p68"/>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8"/>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8"/>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8"/>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68"/>
          <p:cNvGrpSpPr/>
          <p:nvPr/>
        </p:nvGrpSpPr>
        <p:grpSpPr>
          <a:xfrm>
            <a:off x="6221229" y="1498673"/>
            <a:ext cx="361636" cy="362183"/>
            <a:chOff x="6259175" y="1559008"/>
            <a:chExt cx="271743" cy="272093"/>
          </a:xfrm>
        </p:grpSpPr>
        <p:sp>
          <p:nvSpPr>
            <p:cNvPr id="10067" name="Google Shape;10067;p68"/>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8"/>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8"/>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8"/>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8"/>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8"/>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8"/>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8"/>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8"/>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8"/>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8"/>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8"/>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8"/>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8"/>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8"/>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8"/>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8"/>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68"/>
          <p:cNvGrpSpPr/>
          <p:nvPr/>
        </p:nvGrpSpPr>
        <p:grpSpPr>
          <a:xfrm>
            <a:off x="2661459" y="2015001"/>
            <a:ext cx="322508" cy="273494"/>
            <a:chOff x="2661459" y="2015001"/>
            <a:chExt cx="322508" cy="273494"/>
          </a:xfrm>
        </p:grpSpPr>
        <p:sp>
          <p:nvSpPr>
            <p:cNvPr id="10085" name="Google Shape;10085;p68"/>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8"/>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68"/>
          <p:cNvGrpSpPr/>
          <p:nvPr/>
        </p:nvGrpSpPr>
        <p:grpSpPr>
          <a:xfrm>
            <a:off x="6671087" y="2009304"/>
            <a:ext cx="332757" cy="281833"/>
            <a:chOff x="6671087" y="2009304"/>
            <a:chExt cx="332757" cy="281833"/>
          </a:xfrm>
        </p:grpSpPr>
        <p:sp>
          <p:nvSpPr>
            <p:cNvPr id="10088" name="Google Shape;10088;p68"/>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8"/>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0" name="Google Shape;10090;p68"/>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1" name="Google Shape;10091;p68"/>
          <p:cNvGrpSpPr/>
          <p:nvPr/>
        </p:nvGrpSpPr>
        <p:grpSpPr>
          <a:xfrm>
            <a:off x="2201806" y="1976585"/>
            <a:ext cx="349784" cy="349434"/>
            <a:chOff x="2201806" y="1976585"/>
            <a:chExt cx="349784" cy="349434"/>
          </a:xfrm>
        </p:grpSpPr>
        <p:sp>
          <p:nvSpPr>
            <p:cNvPr id="10092" name="Google Shape;10092;p68"/>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8"/>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8"/>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8"/>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68"/>
          <p:cNvGrpSpPr/>
          <p:nvPr/>
        </p:nvGrpSpPr>
        <p:grpSpPr>
          <a:xfrm>
            <a:off x="3094217" y="1976585"/>
            <a:ext cx="350198" cy="350548"/>
            <a:chOff x="3094217" y="1976585"/>
            <a:chExt cx="350198" cy="350548"/>
          </a:xfrm>
        </p:grpSpPr>
        <p:sp>
          <p:nvSpPr>
            <p:cNvPr id="10097" name="Google Shape;10097;p68"/>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8"/>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8"/>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8"/>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8"/>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8"/>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8"/>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8"/>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8"/>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8"/>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8"/>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8"/>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8"/>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68"/>
          <p:cNvGrpSpPr/>
          <p:nvPr/>
        </p:nvGrpSpPr>
        <p:grpSpPr>
          <a:xfrm>
            <a:off x="870939" y="1975821"/>
            <a:ext cx="332375" cy="350071"/>
            <a:chOff x="870939" y="1975821"/>
            <a:chExt cx="332375" cy="350071"/>
          </a:xfrm>
        </p:grpSpPr>
        <p:sp>
          <p:nvSpPr>
            <p:cNvPr id="10111" name="Google Shape;10111;p68"/>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8"/>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8"/>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8"/>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5" name="Google Shape;10115;p68"/>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6" name="Google Shape;10116;p68"/>
          <p:cNvGrpSpPr/>
          <p:nvPr/>
        </p:nvGrpSpPr>
        <p:grpSpPr>
          <a:xfrm>
            <a:off x="3979435" y="1976585"/>
            <a:ext cx="345265" cy="349848"/>
            <a:chOff x="3979435" y="1976585"/>
            <a:chExt cx="345265" cy="349848"/>
          </a:xfrm>
        </p:grpSpPr>
        <p:sp>
          <p:nvSpPr>
            <p:cNvPr id="10117" name="Google Shape;10117;p68"/>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8"/>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8"/>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8"/>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8"/>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8"/>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8"/>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8"/>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8"/>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8"/>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8"/>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8"/>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8"/>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8"/>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8"/>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8"/>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8"/>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68"/>
          <p:cNvGrpSpPr/>
          <p:nvPr/>
        </p:nvGrpSpPr>
        <p:grpSpPr>
          <a:xfrm>
            <a:off x="3576626" y="1975821"/>
            <a:ext cx="284251" cy="351694"/>
            <a:chOff x="3576626" y="1975821"/>
            <a:chExt cx="284251" cy="351694"/>
          </a:xfrm>
        </p:grpSpPr>
        <p:sp>
          <p:nvSpPr>
            <p:cNvPr id="10135" name="Google Shape;10135;p6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8" name="Google Shape;10138;p68"/>
          <p:cNvGrpSpPr/>
          <p:nvPr/>
        </p:nvGrpSpPr>
        <p:grpSpPr>
          <a:xfrm>
            <a:off x="2722090" y="2890162"/>
            <a:ext cx="238770" cy="371841"/>
            <a:chOff x="2722090" y="2890162"/>
            <a:chExt cx="238770" cy="371841"/>
          </a:xfrm>
        </p:grpSpPr>
        <p:sp>
          <p:nvSpPr>
            <p:cNvPr id="10139" name="Google Shape;10139;p68"/>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8"/>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8"/>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2" name="Google Shape;10142;p68"/>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3" name="Google Shape;10143;p68"/>
          <p:cNvGrpSpPr/>
          <p:nvPr/>
        </p:nvGrpSpPr>
        <p:grpSpPr>
          <a:xfrm>
            <a:off x="6216367" y="1970156"/>
            <a:ext cx="361147" cy="361147"/>
            <a:chOff x="6216367" y="1970156"/>
            <a:chExt cx="361147" cy="361147"/>
          </a:xfrm>
        </p:grpSpPr>
        <p:sp>
          <p:nvSpPr>
            <p:cNvPr id="10144" name="Google Shape;10144;p68"/>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8"/>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8"/>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8"/>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68"/>
          <p:cNvGrpSpPr/>
          <p:nvPr/>
        </p:nvGrpSpPr>
        <p:grpSpPr>
          <a:xfrm>
            <a:off x="1289311" y="2926222"/>
            <a:ext cx="408156" cy="299783"/>
            <a:chOff x="1289311" y="2926222"/>
            <a:chExt cx="408156" cy="299783"/>
          </a:xfrm>
        </p:grpSpPr>
        <p:sp>
          <p:nvSpPr>
            <p:cNvPr id="10149" name="Google Shape;10149;p68"/>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8"/>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68"/>
          <p:cNvGrpSpPr/>
          <p:nvPr/>
        </p:nvGrpSpPr>
        <p:grpSpPr>
          <a:xfrm>
            <a:off x="7978465" y="1969392"/>
            <a:ext cx="361147" cy="360797"/>
            <a:chOff x="7978465" y="1969392"/>
            <a:chExt cx="361147" cy="360797"/>
          </a:xfrm>
        </p:grpSpPr>
        <p:sp>
          <p:nvSpPr>
            <p:cNvPr id="10152" name="Google Shape;10152;p68"/>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8"/>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8"/>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8"/>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8"/>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8"/>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8"/>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8"/>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8"/>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1" name="Google Shape;10161;p68"/>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2" name="Google Shape;10162;p68"/>
          <p:cNvGrpSpPr/>
          <p:nvPr/>
        </p:nvGrpSpPr>
        <p:grpSpPr>
          <a:xfrm>
            <a:off x="854261" y="2908813"/>
            <a:ext cx="377474" cy="335748"/>
            <a:chOff x="854261" y="2908813"/>
            <a:chExt cx="377474" cy="335748"/>
          </a:xfrm>
        </p:grpSpPr>
        <p:sp>
          <p:nvSpPr>
            <p:cNvPr id="10163" name="Google Shape;10163;p68"/>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8"/>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8"/>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8"/>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8"/>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68"/>
          <p:cNvGrpSpPr/>
          <p:nvPr/>
        </p:nvGrpSpPr>
        <p:grpSpPr>
          <a:xfrm>
            <a:off x="1749728" y="2894777"/>
            <a:ext cx="386927" cy="363438"/>
            <a:chOff x="1749728" y="2894777"/>
            <a:chExt cx="386927" cy="363438"/>
          </a:xfrm>
        </p:grpSpPr>
        <p:sp>
          <p:nvSpPr>
            <p:cNvPr id="10169" name="Google Shape;10169;p68"/>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8"/>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8"/>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8"/>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8"/>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8"/>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8"/>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68"/>
          <p:cNvGrpSpPr/>
          <p:nvPr/>
        </p:nvGrpSpPr>
        <p:grpSpPr>
          <a:xfrm>
            <a:off x="7098912" y="1969392"/>
            <a:ext cx="359651" cy="361560"/>
            <a:chOff x="7098912" y="1969392"/>
            <a:chExt cx="359651" cy="361560"/>
          </a:xfrm>
        </p:grpSpPr>
        <p:sp>
          <p:nvSpPr>
            <p:cNvPr id="10177" name="Google Shape;10177;p6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0" name="Google Shape;10190;p68"/>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1" name="Google Shape;10191;p68"/>
          <p:cNvGrpSpPr/>
          <p:nvPr/>
        </p:nvGrpSpPr>
        <p:grpSpPr>
          <a:xfrm>
            <a:off x="5352728" y="1990239"/>
            <a:ext cx="327091" cy="322508"/>
            <a:chOff x="5352728" y="1990239"/>
            <a:chExt cx="327091" cy="322508"/>
          </a:xfrm>
        </p:grpSpPr>
        <p:sp>
          <p:nvSpPr>
            <p:cNvPr id="10192" name="Google Shape;10192;p6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68"/>
          <p:cNvGrpSpPr/>
          <p:nvPr/>
        </p:nvGrpSpPr>
        <p:grpSpPr>
          <a:xfrm>
            <a:off x="7538896" y="1970156"/>
            <a:ext cx="361147" cy="361529"/>
            <a:chOff x="7538896" y="1970156"/>
            <a:chExt cx="361147" cy="361529"/>
          </a:xfrm>
        </p:grpSpPr>
        <p:sp>
          <p:nvSpPr>
            <p:cNvPr id="10196" name="Google Shape;10196;p68"/>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8"/>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8"/>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8"/>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8"/>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8"/>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68"/>
          <p:cNvGrpSpPr/>
          <p:nvPr/>
        </p:nvGrpSpPr>
        <p:grpSpPr>
          <a:xfrm>
            <a:off x="4896099" y="1970920"/>
            <a:ext cx="358155" cy="358123"/>
            <a:chOff x="4896099" y="1970920"/>
            <a:chExt cx="358155" cy="358123"/>
          </a:xfrm>
        </p:grpSpPr>
        <p:sp>
          <p:nvSpPr>
            <p:cNvPr id="10203" name="Google Shape;10203;p68"/>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8"/>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8"/>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68"/>
          <p:cNvGrpSpPr/>
          <p:nvPr/>
        </p:nvGrpSpPr>
        <p:grpSpPr>
          <a:xfrm>
            <a:off x="4048787" y="2977019"/>
            <a:ext cx="283488" cy="198604"/>
            <a:chOff x="4048787" y="2977019"/>
            <a:chExt cx="283488" cy="198604"/>
          </a:xfrm>
        </p:grpSpPr>
        <p:sp>
          <p:nvSpPr>
            <p:cNvPr id="10207" name="Google Shape;10207;p68"/>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8"/>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8"/>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8"/>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8"/>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8"/>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68"/>
          <p:cNvGrpSpPr/>
          <p:nvPr/>
        </p:nvGrpSpPr>
        <p:grpSpPr>
          <a:xfrm>
            <a:off x="4054103" y="2430191"/>
            <a:ext cx="218687" cy="349052"/>
            <a:chOff x="4054103" y="2430191"/>
            <a:chExt cx="218687" cy="349052"/>
          </a:xfrm>
        </p:grpSpPr>
        <p:sp>
          <p:nvSpPr>
            <p:cNvPr id="10214" name="Google Shape;10214;p68"/>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8"/>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68"/>
          <p:cNvGrpSpPr/>
          <p:nvPr/>
        </p:nvGrpSpPr>
        <p:grpSpPr>
          <a:xfrm>
            <a:off x="2185128" y="2427549"/>
            <a:ext cx="382758" cy="356595"/>
            <a:chOff x="2185128" y="2427549"/>
            <a:chExt cx="382758" cy="356595"/>
          </a:xfrm>
        </p:grpSpPr>
        <p:sp>
          <p:nvSpPr>
            <p:cNvPr id="10217" name="Google Shape;10217;p6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68"/>
          <p:cNvGrpSpPr/>
          <p:nvPr/>
        </p:nvGrpSpPr>
        <p:grpSpPr>
          <a:xfrm>
            <a:off x="3539102" y="2427549"/>
            <a:ext cx="355099" cy="355481"/>
            <a:chOff x="3539102" y="2427549"/>
            <a:chExt cx="355099" cy="355481"/>
          </a:xfrm>
        </p:grpSpPr>
        <p:sp>
          <p:nvSpPr>
            <p:cNvPr id="10222" name="Google Shape;10222;p68"/>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8"/>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68"/>
          <p:cNvGrpSpPr/>
          <p:nvPr/>
        </p:nvGrpSpPr>
        <p:grpSpPr>
          <a:xfrm>
            <a:off x="2656907" y="2439293"/>
            <a:ext cx="332757" cy="332343"/>
            <a:chOff x="2656907" y="2439293"/>
            <a:chExt cx="332757" cy="332343"/>
          </a:xfrm>
        </p:grpSpPr>
        <p:sp>
          <p:nvSpPr>
            <p:cNvPr id="10225" name="Google Shape;10225;p6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68"/>
          <p:cNvGrpSpPr/>
          <p:nvPr/>
        </p:nvGrpSpPr>
        <p:grpSpPr>
          <a:xfrm>
            <a:off x="1731523" y="2422616"/>
            <a:ext cx="399435" cy="365698"/>
            <a:chOff x="1731523" y="2422616"/>
            <a:chExt cx="399435" cy="365698"/>
          </a:xfrm>
        </p:grpSpPr>
        <p:sp>
          <p:nvSpPr>
            <p:cNvPr id="10233" name="Google Shape;10233;p68"/>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8"/>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8"/>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68"/>
          <p:cNvGrpSpPr/>
          <p:nvPr/>
        </p:nvGrpSpPr>
        <p:grpSpPr>
          <a:xfrm>
            <a:off x="3097241" y="2433564"/>
            <a:ext cx="344883" cy="343387"/>
            <a:chOff x="3097241" y="2433564"/>
            <a:chExt cx="344883" cy="343387"/>
          </a:xfrm>
        </p:grpSpPr>
        <p:sp>
          <p:nvSpPr>
            <p:cNvPr id="10237" name="Google Shape;10237;p68"/>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8"/>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8"/>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8"/>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8"/>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8"/>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8"/>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8"/>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8"/>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68"/>
          <p:cNvGrpSpPr/>
          <p:nvPr/>
        </p:nvGrpSpPr>
        <p:grpSpPr>
          <a:xfrm>
            <a:off x="1278299" y="2439293"/>
            <a:ext cx="410829" cy="332343"/>
            <a:chOff x="1278299" y="2439293"/>
            <a:chExt cx="410829" cy="332343"/>
          </a:xfrm>
        </p:grpSpPr>
        <p:sp>
          <p:nvSpPr>
            <p:cNvPr id="10247" name="Google Shape;10247;p68"/>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8"/>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8"/>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8"/>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8"/>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8"/>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8"/>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8"/>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68"/>
          <p:cNvGrpSpPr/>
          <p:nvPr/>
        </p:nvGrpSpPr>
        <p:grpSpPr>
          <a:xfrm>
            <a:off x="870939" y="2439293"/>
            <a:ext cx="331993" cy="331993"/>
            <a:chOff x="870939" y="2439293"/>
            <a:chExt cx="331993" cy="331993"/>
          </a:xfrm>
        </p:grpSpPr>
        <p:sp>
          <p:nvSpPr>
            <p:cNvPr id="10256" name="Google Shape;10256;p68"/>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8"/>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8"/>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8"/>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8"/>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8"/>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8"/>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8"/>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8"/>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8"/>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8"/>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8"/>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8"/>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8"/>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8"/>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8"/>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68"/>
          <p:cNvGrpSpPr/>
          <p:nvPr/>
        </p:nvGrpSpPr>
        <p:grpSpPr>
          <a:xfrm>
            <a:off x="6644957" y="2456353"/>
            <a:ext cx="371395" cy="278904"/>
            <a:chOff x="6644957" y="2456353"/>
            <a:chExt cx="371395" cy="278904"/>
          </a:xfrm>
        </p:grpSpPr>
        <p:sp>
          <p:nvSpPr>
            <p:cNvPr id="10273" name="Google Shape;10273;p68"/>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8"/>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8"/>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8"/>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8"/>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68"/>
          <p:cNvGrpSpPr/>
          <p:nvPr/>
        </p:nvGrpSpPr>
        <p:grpSpPr>
          <a:xfrm>
            <a:off x="5388757" y="2414659"/>
            <a:ext cx="260349" cy="362292"/>
            <a:chOff x="5388757" y="2414659"/>
            <a:chExt cx="260349" cy="362292"/>
          </a:xfrm>
        </p:grpSpPr>
        <p:sp>
          <p:nvSpPr>
            <p:cNvPr id="10279" name="Google Shape;10279;p68"/>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8"/>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8"/>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8"/>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8"/>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8"/>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8"/>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8"/>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8"/>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8"/>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8"/>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8"/>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8"/>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8"/>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8"/>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8"/>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8"/>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8"/>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8"/>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8"/>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68"/>
          <p:cNvGrpSpPr/>
          <p:nvPr/>
        </p:nvGrpSpPr>
        <p:grpSpPr>
          <a:xfrm>
            <a:off x="3567142" y="2905757"/>
            <a:ext cx="348288" cy="340331"/>
            <a:chOff x="3567142" y="2905757"/>
            <a:chExt cx="348288" cy="340331"/>
          </a:xfrm>
        </p:grpSpPr>
        <p:sp>
          <p:nvSpPr>
            <p:cNvPr id="10300" name="Google Shape;10300;p68"/>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8"/>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8"/>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8"/>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8"/>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68"/>
          <p:cNvGrpSpPr/>
          <p:nvPr/>
        </p:nvGrpSpPr>
        <p:grpSpPr>
          <a:xfrm>
            <a:off x="7967103" y="2415041"/>
            <a:ext cx="355863" cy="361911"/>
            <a:chOff x="7967103" y="2415041"/>
            <a:chExt cx="355863" cy="361911"/>
          </a:xfrm>
        </p:grpSpPr>
        <p:sp>
          <p:nvSpPr>
            <p:cNvPr id="10306" name="Google Shape;10306;p68"/>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8"/>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8"/>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8"/>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8"/>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8"/>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8"/>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8"/>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8"/>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8"/>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8"/>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68"/>
          <p:cNvGrpSpPr/>
          <p:nvPr/>
        </p:nvGrpSpPr>
        <p:grpSpPr>
          <a:xfrm>
            <a:off x="7529411" y="2414659"/>
            <a:ext cx="355863" cy="362292"/>
            <a:chOff x="7529411" y="2414659"/>
            <a:chExt cx="355863" cy="362292"/>
          </a:xfrm>
        </p:grpSpPr>
        <p:sp>
          <p:nvSpPr>
            <p:cNvPr id="10318" name="Google Shape;10318;p68"/>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8"/>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8"/>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8"/>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8"/>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8"/>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8"/>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8"/>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8"/>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8"/>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8"/>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8"/>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68"/>
          <p:cNvGrpSpPr/>
          <p:nvPr/>
        </p:nvGrpSpPr>
        <p:grpSpPr>
          <a:xfrm>
            <a:off x="5733194" y="2431718"/>
            <a:ext cx="446826" cy="327059"/>
            <a:chOff x="5733194" y="2431718"/>
            <a:chExt cx="446826" cy="327059"/>
          </a:xfrm>
        </p:grpSpPr>
        <p:sp>
          <p:nvSpPr>
            <p:cNvPr id="10331" name="Google Shape;10331;p68"/>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8"/>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8"/>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68"/>
          <p:cNvGrpSpPr/>
          <p:nvPr/>
        </p:nvGrpSpPr>
        <p:grpSpPr>
          <a:xfrm>
            <a:off x="4876780" y="2418064"/>
            <a:ext cx="407774" cy="356627"/>
            <a:chOff x="4876780" y="2418064"/>
            <a:chExt cx="407774" cy="356627"/>
          </a:xfrm>
        </p:grpSpPr>
        <p:sp>
          <p:nvSpPr>
            <p:cNvPr id="10335" name="Google Shape;10335;p68"/>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8"/>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8"/>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8"/>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8"/>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8"/>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8"/>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8"/>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68"/>
          <p:cNvGrpSpPr/>
          <p:nvPr/>
        </p:nvGrpSpPr>
        <p:grpSpPr>
          <a:xfrm>
            <a:off x="7070872" y="2410871"/>
            <a:ext cx="398321" cy="371013"/>
            <a:chOff x="7070872" y="2410871"/>
            <a:chExt cx="398321" cy="371013"/>
          </a:xfrm>
        </p:grpSpPr>
        <p:sp>
          <p:nvSpPr>
            <p:cNvPr id="10344" name="Google Shape;10344;p68"/>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8"/>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8"/>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8"/>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8" name="Google Shape;10348;p68"/>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9" name="Google Shape;10349;p68"/>
          <p:cNvGrpSpPr/>
          <p:nvPr/>
        </p:nvGrpSpPr>
        <p:grpSpPr>
          <a:xfrm>
            <a:off x="5318259" y="2982111"/>
            <a:ext cx="371013" cy="220787"/>
            <a:chOff x="5318259" y="2982111"/>
            <a:chExt cx="371013" cy="220787"/>
          </a:xfrm>
        </p:grpSpPr>
        <p:sp>
          <p:nvSpPr>
            <p:cNvPr id="10350" name="Google Shape;10350;p68"/>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8"/>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8"/>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8"/>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8"/>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8"/>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8"/>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8"/>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68"/>
          <p:cNvGrpSpPr/>
          <p:nvPr/>
        </p:nvGrpSpPr>
        <p:grpSpPr>
          <a:xfrm>
            <a:off x="7073928" y="2905757"/>
            <a:ext cx="371395" cy="371809"/>
            <a:chOff x="7073928" y="2905757"/>
            <a:chExt cx="371395" cy="371809"/>
          </a:xfrm>
        </p:grpSpPr>
        <p:sp>
          <p:nvSpPr>
            <p:cNvPr id="10359" name="Google Shape;10359;p68"/>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8"/>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8"/>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68"/>
          <p:cNvGrpSpPr/>
          <p:nvPr/>
        </p:nvGrpSpPr>
        <p:grpSpPr>
          <a:xfrm>
            <a:off x="6188327" y="2955408"/>
            <a:ext cx="371395" cy="272857"/>
            <a:chOff x="6188327" y="2955408"/>
            <a:chExt cx="371395" cy="272857"/>
          </a:xfrm>
        </p:grpSpPr>
        <p:sp>
          <p:nvSpPr>
            <p:cNvPr id="10363" name="Google Shape;10363;p68"/>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8"/>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68"/>
          <p:cNvGrpSpPr/>
          <p:nvPr/>
        </p:nvGrpSpPr>
        <p:grpSpPr>
          <a:xfrm>
            <a:off x="7521454" y="2906139"/>
            <a:ext cx="359651" cy="371013"/>
            <a:chOff x="7521454" y="2906139"/>
            <a:chExt cx="359651" cy="371013"/>
          </a:xfrm>
        </p:grpSpPr>
        <p:sp>
          <p:nvSpPr>
            <p:cNvPr id="10366" name="Google Shape;10366;p68"/>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8"/>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8"/>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8"/>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8"/>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68"/>
          <p:cNvGrpSpPr/>
          <p:nvPr/>
        </p:nvGrpSpPr>
        <p:grpSpPr>
          <a:xfrm>
            <a:off x="5782845" y="2906521"/>
            <a:ext cx="301661" cy="371013"/>
            <a:chOff x="5782845" y="2906521"/>
            <a:chExt cx="301661" cy="371013"/>
          </a:xfrm>
        </p:grpSpPr>
        <p:sp>
          <p:nvSpPr>
            <p:cNvPr id="10372" name="Google Shape;10372;p68"/>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8"/>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8"/>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68"/>
          <p:cNvGrpSpPr/>
          <p:nvPr/>
        </p:nvGrpSpPr>
        <p:grpSpPr>
          <a:xfrm>
            <a:off x="6630539" y="2917502"/>
            <a:ext cx="371777" cy="349434"/>
            <a:chOff x="6630539" y="2917502"/>
            <a:chExt cx="371777" cy="349434"/>
          </a:xfrm>
        </p:grpSpPr>
        <p:sp>
          <p:nvSpPr>
            <p:cNvPr id="10376" name="Google Shape;10376;p68"/>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8"/>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8"/>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8"/>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8"/>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8"/>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8"/>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3" name="Google Shape;10383;p68"/>
          <p:cNvGrpSpPr/>
          <p:nvPr/>
        </p:nvGrpSpPr>
        <p:grpSpPr>
          <a:xfrm>
            <a:off x="2171474" y="3369229"/>
            <a:ext cx="408156" cy="343737"/>
            <a:chOff x="2171474" y="3369229"/>
            <a:chExt cx="408156" cy="343737"/>
          </a:xfrm>
        </p:grpSpPr>
        <p:sp>
          <p:nvSpPr>
            <p:cNvPr id="10384" name="Google Shape;10384;p68"/>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8"/>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8"/>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8"/>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68"/>
          <p:cNvGrpSpPr/>
          <p:nvPr/>
        </p:nvGrpSpPr>
        <p:grpSpPr>
          <a:xfrm>
            <a:off x="4891198" y="2925108"/>
            <a:ext cx="334634" cy="334634"/>
            <a:chOff x="4891198" y="2925108"/>
            <a:chExt cx="334634" cy="334634"/>
          </a:xfrm>
        </p:grpSpPr>
        <p:sp>
          <p:nvSpPr>
            <p:cNvPr id="10389" name="Google Shape;10389;p6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68"/>
          <p:cNvGrpSpPr/>
          <p:nvPr/>
        </p:nvGrpSpPr>
        <p:grpSpPr>
          <a:xfrm>
            <a:off x="7976174" y="2925108"/>
            <a:ext cx="334666" cy="334634"/>
            <a:chOff x="7976174" y="2925108"/>
            <a:chExt cx="334666" cy="334634"/>
          </a:xfrm>
        </p:grpSpPr>
        <p:sp>
          <p:nvSpPr>
            <p:cNvPr id="10398" name="Google Shape;10398;p6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68"/>
          <p:cNvGrpSpPr/>
          <p:nvPr/>
        </p:nvGrpSpPr>
        <p:grpSpPr>
          <a:xfrm>
            <a:off x="3091957" y="3374131"/>
            <a:ext cx="354717" cy="332757"/>
            <a:chOff x="3091957" y="3374131"/>
            <a:chExt cx="354717" cy="332757"/>
          </a:xfrm>
        </p:grpSpPr>
        <p:sp>
          <p:nvSpPr>
            <p:cNvPr id="10408" name="Google Shape;10408;p68"/>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8"/>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8"/>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8"/>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8"/>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8"/>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68"/>
          <p:cNvGrpSpPr/>
          <p:nvPr/>
        </p:nvGrpSpPr>
        <p:grpSpPr>
          <a:xfrm>
            <a:off x="3988156" y="3380210"/>
            <a:ext cx="353954" cy="318880"/>
            <a:chOff x="3988156" y="3380210"/>
            <a:chExt cx="353954" cy="318880"/>
          </a:xfrm>
        </p:grpSpPr>
        <p:sp>
          <p:nvSpPr>
            <p:cNvPr id="10415" name="Google Shape;10415;p68"/>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8"/>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8"/>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8"/>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8"/>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68"/>
          <p:cNvGrpSpPr/>
          <p:nvPr/>
        </p:nvGrpSpPr>
        <p:grpSpPr>
          <a:xfrm>
            <a:off x="3541011" y="3367320"/>
            <a:ext cx="348257" cy="346188"/>
            <a:chOff x="3541011" y="3367320"/>
            <a:chExt cx="348257" cy="346188"/>
          </a:xfrm>
        </p:grpSpPr>
        <p:sp>
          <p:nvSpPr>
            <p:cNvPr id="10421" name="Google Shape;10421;p68"/>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8"/>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8"/>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8"/>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68"/>
          <p:cNvGrpSpPr/>
          <p:nvPr/>
        </p:nvGrpSpPr>
        <p:grpSpPr>
          <a:xfrm>
            <a:off x="850092" y="3352934"/>
            <a:ext cx="369517" cy="375660"/>
            <a:chOff x="850092" y="3352934"/>
            <a:chExt cx="369517" cy="375660"/>
          </a:xfrm>
        </p:grpSpPr>
        <p:sp>
          <p:nvSpPr>
            <p:cNvPr id="10426" name="Google Shape;10426;p68"/>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8"/>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8"/>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8"/>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8"/>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68"/>
          <p:cNvGrpSpPr/>
          <p:nvPr/>
        </p:nvGrpSpPr>
        <p:grpSpPr>
          <a:xfrm>
            <a:off x="1314678" y="3358217"/>
            <a:ext cx="334666" cy="365348"/>
            <a:chOff x="1314678" y="3358217"/>
            <a:chExt cx="334666" cy="365348"/>
          </a:xfrm>
        </p:grpSpPr>
        <p:sp>
          <p:nvSpPr>
            <p:cNvPr id="10432" name="Google Shape;10432;p68"/>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8"/>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8"/>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8"/>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8"/>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68"/>
          <p:cNvGrpSpPr/>
          <p:nvPr/>
        </p:nvGrpSpPr>
        <p:grpSpPr>
          <a:xfrm>
            <a:off x="1748582" y="3372635"/>
            <a:ext cx="359269" cy="335780"/>
            <a:chOff x="1748582" y="3372635"/>
            <a:chExt cx="359269" cy="335780"/>
          </a:xfrm>
        </p:grpSpPr>
        <p:sp>
          <p:nvSpPr>
            <p:cNvPr id="10438" name="Google Shape;10438;p6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9" name="Google Shape;10439;p68"/>
            <p:cNvGrpSpPr/>
            <p:nvPr/>
          </p:nvGrpSpPr>
          <p:grpSpPr>
            <a:xfrm>
              <a:off x="1748582" y="3372635"/>
              <a:ext cx="333520" cy="335780"/>
              <a:chOff x="1748582" y="3372635"/>
              <a:chExt cx="333520" cy="335780"/>
            </a:xfrm>
          </p:grpSpPr>
          <p:sp>
            <p:nvSpPr>
              <p:cNvPr id="10440" name="Google Shape;10440;p6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43" name="Google Shape;10443;p68"/>
          <p:cNvGrpSpPr/>
          <p:nvPr/>
        </p:nvGrpSpPr>
        <p:grpSpPr>
          <a:xfrm>
            <a:off x="2640993" y="3357835"/>
            <a:ext cx="365348" cy="364966"/>
            <a:chOff x="2640993" y="3357835"/>
            <a:chExt cx="365348" cy="364966"/>
          </a:xfrm>
        </p:grpSpPr>
        <p:sp>
          <p:nvSpPr>
            <p:cNvPr id="10444" name="Google Shape;10444;p68"/>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8"/>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8"/>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8"/>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8"/>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8"/>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8"/>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8"/>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8"/>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8"/>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68"/>
          <p:cNvGrpSpPr/>
          <p:nvPr/>
        </p:nvGrpSpPr>
        <p:grpSpPr>
          <a:xfrm>
            <a:off x="4886264" y="3366174"/>
            <a:ext cx="350548" cy="350198"/>
            <a:chOff x="4886264" y="3366174"/>
            <a:chExt cx="350548" cy="350198"/>
          </a:xfrm>
        </p:grpSpPr>
        <p:sp>
          <p:nvSpPr>
            <p:cNvPr id="10455" name="Google Shape;10455;p68"/>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8"/>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8"/>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8"/>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8"/>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8"/>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8"/>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8"/>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8"/>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8"/>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8"/>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8"/>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8"/>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68"/>
          <p:cNvGrpSpPr/>
          <p:nvPr/>
        </p:nvGrpSpPr>
        <p:grpSpPr>
          <a:xfrm>
            <a:off x="5331913" y="3413947"/>
            <a:ext cx="347143" cy="254684"/>
            <a:chOff x="5331913" y="3413947"/>
            <a:chExt cx="347143" cy="254684"/>
          </a:xfrm>
        </p:grpSpPr>
        <p:sp>
          <p:nvSpPr>
            <p:cNvPr id="10469" name="Google Shape;10469;p68"/>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8"/>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8"/>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8"/>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8"/>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8"/>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68"/>
          <p:cNvGrpSpPr/>
          <p:nvPr/>
        </p:nvGrpSpPr>
        <p:grpSpPr>
          <a:xfrm>
            <a:off x="5776798" y="3409778"/>
            <a:ext cx="346379" cy="264518"/>
            <a:chOff x="5776798" y="3409778"/>
            <a:chExt cx="346379" cy="264518"/>
          </a:xfrm>
        </p:grpSpPr>
        <p:sp>
          <p:nvSpPr>
            <p:cNvPr id="10476" name="Google Shape;10476;p6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68"/>
          <p:cNvGrpSpPr/>
          <p:nvPr/>
        </p:nvGrpSpPr>
        <p:grpSpPr>
          <a:xfrm>
            <a:off x="7108015" y="3396505"/>
            <a:ext cx="344883" cy="290299"/>
            <a:chOff x="7108015" y="3396505"/>
            <a:chExt cx="344883" cy="290299"/>
          </a:xfrm>
        </p:grpSpPr>
        <p:sp>
          <p:nvSpPr>
            <p:cNvPr id="10483" name="Google Shape;10483;p68"/>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8"/>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8"/>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8"/>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68"/>
          <p:cNvGrpSpPr/>
          <p:nvPr/>
        </p:nvGrpSpPr>
        <p:grpSpPr>
          <a:xfrm>
            <a:off x="7551754" y="3390808"/>
            <a:ext cx="344883" cy="301311"/>
            <a:chOff x="7551754" y="3390808"/>
            <a:chExt cx="344883" cy="301311"/>
          </a:xfrm>
        </p:grpSpPr>
        <p:sp>
          <p:nvSpPr>
            <p:cNvPr id="10488" name="Google Shape;10488;p68"/>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8"/>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8"/>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8"/>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8"/>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8"/>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8"/>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8"/>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8"/>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8"/>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8"/>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68"/>
          <p:cNvGrpSpPr/>
          <p:nvPr/>
        </p:nvGrpSpPr>
        <p:grpSpPr>
          <a:xfrm>
            <a:off x="6707084" y="3387403"/>
            <a:ext cx="261145" cy="308504"/>
            <a:chOff x="6707084" y="3387403"/>
            <a:chExt cx="261145" cy="308504"/>
          </a:xfrm>
        </p:grpSpPr>
        <p:sp>
          <p:nvSpPr>
            <p:cNvPr id="10500" name="Google Shape;10500;p6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68"/>
          <p:cNvGrpSpPr/>
          <p:nvPr/>
        </p:nvGrpSpPr>
        <p:grpSpPr>
          <a:xfrm>
            <a:off x="848978" y="4297637"/>
            <a:ext cx="377824" cy="324418"/>
            <a:chOff x="848978" y="4297637"/>
            <a:chExt cx="377824" cy="324418"/>
          </a:xfrm>
        </p:grpSpPr>
        <p:sp>
          <p:nvSpPr>
            <p:cNvPr id="10505" name="Google Shape;10505;p68"/>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8"/>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68"/>
          <p:cNvGrpSpPr/>
          <p:nvPr/>
        </p:nvGrpSpPr>
        <p:grpSpPr>
          <a:xfrm>
            <a:off x="1754279" y="4286593"/>
            <a:ext cx="351439" cy="345965"/>
            <a:chOff x="1754279" y="4286593"/>
            <a:chExt cx="351439" cy="345965"/>
          </a:xfrm>
        </p:grpSpPr>
        <p:sp>
          <p:nvSpPr>
            <p:cNvPr id="10508" name="Google Shape;10508;p68"/>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8"/>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8"/>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8"/>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8"/>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68"/>
          <p:cNvGrpSpPr/>
          <p:nvPr/>
        </p:nvGrpSpPr>
        <p:grpSpPr>
          <a:xfrm>
            <a:off x="3996113" y="4291176"/>
            <a:ext cx="336512" cy="335048"/>
            <a:chOff x="3996113" y="4291176"/>
            <a:chExt cx="336512" cy="335048"/>
          </a:xfrm>
        </p:grpSpPr>
        <p:sp>
          <p:nvSpPr>
            <p:cNvPr id="10514" name="Google Shape;10514;p68"/>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8"/>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8"/>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7" name="Google Shape;10517;p68"/>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8" name="Google Shape;10518;p68"/>
          <p:cNvGrpSpPr/>
          <p:nvPr/>
        </p:nvGrpSpPr>
        <p:grpSpPr>
          <a:xfrm>
            <a:off x="2179081" y="4285511"/>
            <a:ext cx="397525" cy="348670"/>
            <a:chOff x="2179081" y="4285511"/>
            <a:chExt cx="397525" cy="348670"/>
          </a:xfrm>
        </p:grpSpPr>
        <p:sp>
          <p:nvSpPr>
            <p:cNvPr id="10519" name="Google Shape;10519;p68"/>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8"/>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68"/>
          <p:cNvGrpSpPr/>
          <p:nvPr/>
        </p:nvGrpSpPr>
        <p:grpSpPr>
          <a:xfrm>
            <a:off x="3584201" y="4294996"/>
            <a:ext cx="267574" cy="329415"/>
            <a:chOff x="3584201" y="4294996"/>
            <a:chExt cx="267574" cy="329415"/>
          </a:xfrm>
        </p:grpSpPr>
        <p:sp>
          <p:nvSpPr>
            <p:cNvPr id="10522" name="Google Shape;10522;p68"/>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8"/>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8"/>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8"/>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68"/>
          <p:cNvGrpSpPr/>
          <p:nvPr/>
        </p:nvGrpSpPr>
        <p:grpSpPr>
          <a:xfrm>
            <a:off x="3082855" y="4295728"/>
            <a:ext cx="375946" cy="327823"/>
            <a:chOff x="3082855" y="4295728"/>
            <a:chExt cx="375946" cy="327823"/>
          </a:xfrm>
        </p:grpSpPr>
        <p:sp>
          <p:nvSpPr>
            <p:cNvPr id="10527" name="Google Shape;10527;p68"/>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8"/>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8"/>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8"/>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8"/>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8"/>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8"/>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8"/>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8"/>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8"/>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8"/>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68"/>
          <p:cNvGrpSpPr/>
          <p:nvPr/>
        </p:nvGrpSpPr>
        <p:grpSpPr>
          <a:xfrm>
            <a:off x="2749016" y="4291176"/>
            <a:ext cx="150831" cy="336926"/>
            <a:chOff x="2749016" y="4291176"/>
            <a:chExt cx="150831" cy="336926"/>
          </a:xfrm>
        </p:grpSpPr>
        <p:sp>
          <p:nvSpPr>
            <p:cNvPr id="10539" name="Google Shape;10539;p68"/>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8"/>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8"/>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8"/>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68"/>
          <p:cNvGrpSpPr/>
          <p:nvPr/>
        </p:nvGrpSpPr>
        <p:grpSpPr>
          <a:xfrm>
            <a:off x="7127716" y="4279432"/>
            <a:ext cx="248254" cy="361942"/>
            <a:chOff x="7127716" y="4279432"/>
            <a:chExt cx="248254" cy="361942"/>
          </a:xfrm>
        </p:grpSpPr>
        <p:sp>
          <p:nvSpPr>
            <p:cNvPr id="10544" name="Google Shape;10544;p68"/>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8"/>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8"/>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8"/>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8"/>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8"/>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8"/>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8"/>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8"/>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68"/>
          <p:cNvGrpSpPr/>
          <p:nvPr/>
        </p:nvGrpSpPr>
        <p:grpSpPr>
          <a:xfrm>
            <a:off x="7565408" y="4279432"/>
            <a:ext cx="248255" cy="361942"/>
            <a:chOff x="7565408" y="4279432"/>
            <a:chExt cx="248255" cy="361942"/>
          </a:xfrm>
        </p:grpSpPr>
        <p:sp>
          <p:nvSpPr>
            <p:cNvPr id="10554" name="Google Shape;10554;p68"/>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8"/>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8"/>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8"/>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8"/>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8"/>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8"/>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8"/>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68"/>
          <p:cNvGrpSpPr/>
          <p:nvPr/>
        </p:nvGrpSpPr>
        <p:grpSpPr>
          <a:xfrm>
            <a:off x="6264109" y="4279432"/>
            <a:ext cx="225498" cy="361560"/>
            <a:chOff x="6264109" y="4279432"/>
            <a:chExt cx="225498" cy="361560"/>
          </a:xfrm>
        </p:grpSpPr>
        <p:sp>
          <p:nvSpPr>
            <p:cNvPr id="10563" name="Google Shape;10563;p68"/>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8"/>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68"/>
          <p:cNvGrpSpPr/>
          <p:nvPr/>
        </p:nvGrpSpPr>
        <p:grpSpPr>
          <a:xfrm>
            <a:off x="7929578" y="4284365"/>
            <a:ext cx="395266" cy="351312"/>
            <a:chOff x="7929578" y="4284365"/>
            <a:chExt cx="395266" cy="351312"/>
          </a:xfrm>
        </p:grpSpPr>
        <p:sp>
          <p:nvSpPr>
            <p:cNvPr id="10566" name="Google Shape;10566;p68"/>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8"/>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8"/>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8"/>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68"/>
          <p:cNvGrpSpPr/>
          <p:nvPr/>
        </p:nvGrpSpPr>
        <p:grpSpPr>
          <a:xfrm>
            <a:off x="6595502" y="4323777"/>
            <a:ext cx="426315" cy="332826"/>
            <a:chOff x="6639652" y="4323777"/>
            <a:chExt cx="426315" cy="332826"/>
          </a:xfrm>
        </p:grpSpPr>
        <p:sp>
          <p:nvSpPr>
            <p:cNvPr id="10571" name="Google Shape;10571;p68"/>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8"/>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8"/>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8"/>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8"/>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8"/>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8"/>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8"/>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8"/>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8"/>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68"/>
          <p:cNvGrpSpPr/>
          <p:nvPr/>
        </p:nvGrpSpPr>
        <p:grpSpPr>
          <a:xfrm>
            <a:off x="5357662" y="4297637"/>
            <a:ext cx="287275" cy="326296"/>
            <a:chOff x="5357662" y="4297637"/>
            <a:chExt cx="287275" cy="326296"/>
          </a:xfrm>
        </p:grpSpPr>
        <p:sp>
          <p:nvSpPr>
            <p:cNvPr id="10582" name="Google Shape;10582;p68"/>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8"/>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8"/>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8"/>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8"/>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68"/>
          <p:cNvGrpSpPr/>
          <p:nvPr/>
        </p:nvGrpSpPr>
        <p:grpSpPr>
          <a:xfrm>
            <a:off x="5774124" y="4294550"/>
            <a:ext cx="331611" cy="331674"/>
            <a:chOff x="5774124" y="4294550"/>
            <a:chExt cx="331611" cy="331674"/>
          </a:xfrm>
        </p:grpSpPr>
        <p:sp>
          <p:nvSpPr>
            <p:cNvPr id="10588" name="Google Shape;10588;p68"/>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8"/>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68"/>
          <p:cNvGrpSpPr/>
          <p:nvPr/>
        </p:nvGrpSpPr>
        <p:grpSpPr>
          <a:xfrm>
            <a:off x="4890434" y="4287389"/>
            <a:ext cx="345997" cy="346029"/>
            <a:chOff x="4890434" y="4287389"/>
            <a:chExt cx="345997" cy="346029"/>
          </a:xfrm>
        </p:grpSpPr>
        <p:sp>
          <p:nvSpPr>
            <p:cNvPr id="10591" name="Google Shape;10591;p68"/>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8"/>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8"/>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8"/>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8"/>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8"/>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8"/>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68"/>
          <p:cNvGrpSpPr/>
          <p:nvPr/>
        </p:nvGrpSpPr>
        <p:grpSpPr>
          <a:xfrm>
            <a:off x="2165809" y="3811059"/>
            <a:ext cx="422542" cy="342973"/>
            <a:chOff x="2165809" y="3811059"/>
            <a:chExt cx="422542" cy="342973"/>
          </a:xfrm>
        </p:grpSpPr>
        <p:sp>
          <p:nvSpPr>
            <p:cNvPr id="10599" name="Google Shape;10599;p68"/>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8"/>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8"/>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8"/>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8"/>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8"/>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8"/>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8"/>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8"/>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8"/>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8"/>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8"/>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8"/>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8"/>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8"/>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8"/>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8"/>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8"/>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7" name="Google Shape;10617;p68"/>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8" name="Google Shape;10618;p68"/>
          <p:cNvGrpSpPr/>
          <p:nvPr/>
        </p:nvGrpSpPr>
        <p:grpSpPr>
          <a:xfrm>
            <a:off x="903530" y="3806125"/>
            <a:ext cx="264550" cy="353222"/>
            <a:chOff x="903530" y="3806125"/>
            <a:chExt cx="264550" cy="353222"/>
          </a:xfrm>
        </p:grpSpPr>
        <p:sp>
          <p:nvSpPr>
            <p:cNvPr id="10619" name="Google Shape;10619;p68"/>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8"/>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8"/>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8"/>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68"/>
          <p:cNvGrpSpPr/>
          <p:nvPr/>
        </p:nvGrpSpPr>
        <p:grpSpPr>
          <a:xfrm>
            <a:off x="2611458" y="3816374"/>
            <a:ext cx="426329" cy="332375"/>
            <a:chOff x="2611458" y="3816374"/>
            <a:chExt cx="426329" cy="332375"/>
          </a:xfrm>
        </p:grpSpPr>
        <p:sp>
          <p:nvSpPr>
            <p:cNvPr id="10624" name="Google Shape;10624;p68"/>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8"/>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8"/>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8"/>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8"/>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8"/>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8"/>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8"/>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8"/>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8"/>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4" name="Google Shape;10634;p68"/>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5" name="Google Shape;10635;p68"/>
          <p:cNvGrpSpPr/>
          <p:nvPr/>
        </p:nvGrpSpPr>
        <p:grpSpPr>
          <a:xfrm>
            <a:off x="4019984" y="3805393"/>
            <a:ext cx="293704" cy="353954"/>
            <a:chOff x="4019984" y="3805393"/>
            <a:chExt cx="293704" cy="353954"/>
          </a:xfrm>
        </p:grpSpPr>
        <p:sp>
          <p:nvSpPr>
            <p:cNvPr id="10636" name="Google Shape;10636;p68"/>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8"/>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68"/>
          <p:cNvGrpSpPr/>
          <p:nvPr/>
        </p:nvGrpSpPr>
        <p:grpSpPr>
          <a:xfrm>
            <a:off x="8006505" y="3390044"/>
            <a:ext cx="323654" cy="303189"/>
            <a:chOff x="8006505" y="3390044"/>
            <a:chExt cx="323654" cy="303189"/>
          </a:xfrm>
        </p:grpSpPr>
        <p:sp>
          <p:nvSpPr>
            <p:cNvPr id="10639" name="Google Shape;10639;p68"/>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8"/>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8"/>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8"/>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8"/>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8"/>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68"/>
          <p:cNvGrpSpPr/>
          <p:nvPr/>
        </p:nvGrpSpPr>
        <p:grpSpPr>
          <a:xfrm>
            <a:off x="1299146" y="3806507"/>
            <a:ext cx="367990" cy="351312"/>
            <a:chOff x="1299146" y="3806507"/>
            <a:chExt cx="367990" cy="351312"/>
          </a:xfrm>
        </p:grpSpPr>
        <p:sp>
          <p:nvSpPr>
            <p:cNvPr id="10646" name="Google Shape;10646;p68"/>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8"/>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8" name="Google Shape;10648;p68"/>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9" name="Google Shape;10649;p68"/>
          <p:cNvGrpSpPr/>
          <p:nvPr/>
        </p:nvGrpSpPr>
        <p:grpSpPr>
          <a:xfrm>
            <a:off x="3095745" y="3805393"/>
            <a:ext cx="352840" cy="354717"/>
            <a:chOff x="3095745" y="3805393"/>
            <a:chExt cx="352840" cy="354717"/>
          </a:xfrm>
        </p:grpSpPr>
        <p:sp>
          <p:nvSpPr>
            <p:cNvPr id="10650" name="Google Shape;10650;p68"/>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8"/>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8"/>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8"/>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8"/>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8"/>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68"/>
          <p:cNvGrpSpPr/>
          <p:nvPr/>
        </p:nvGrpSpPr>
        <p:grpSpPr>
          <a:xfrm>
            <a:off x="7550258" y="3832670"/>
            <a:ext cx="371395" cy="301279"/>
            <a:chOff x="7550258" y="3832670"/>
            <a:chExt cx="371395" cy="301279"/>
          </a:xfrm>
        </p:grpSpPr>
        <p:sp>
          <p:nvSpPr>
            <p:cNvPr id="10657" name="Google Shape;10657;p68"/>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8"/>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8"/>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8"/>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8"/>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8"/>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8"/>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8"/>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8"/>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8"/>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8"/>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8"/>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8"/>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8"/>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8"/>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8"/>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8"/>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8"/>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5" name="Google Shape;10675;p68"/>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6" name="Google Shape;10676;p68"/>
          <p:cNvGrpSpPr/>
          <p:nvPr/>
        </p:nvGrpSpPr>
        <p:grpSpPr>
          <a:xfrm>
            <a:off x="6659725" y="3808035"/>
            <a:ext cx="367608" cy="350548"/>
            <a:chOff x="6659725" y="3808035"/>
            <a:chExt cx="367608" cy="350548"/>
          </a:xfrm>
        </p:grpSpPr>
        <p:sp>
          <p:nvSpPr>
            <p:cNvPr id="10677" name="Google Shape;10677;p68"/>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8"/>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68"/>
          <p:cNvGrpSpPr/>
          <p:nvPr/>
        </p:nvGrpSpPr>
        <p:grpSpPr>
          <a:xfrm>
            <a:off x="6219391" y="3816756"/>
            <a:ext cx="356627" cy="334252"/>
            <a:chOff x="6219391" y="3816756"/>
            <a:chExt cx="356627" cy="334252"/>
          </a:xfrm>
        </p:grpSpPr>
        <p:sp>
          <p:nvSpPr>
            <p:cNvPr id="10680" name="Google Shape;10680;p68"/>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8"/>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8"/>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8"/>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68"/>
          <p:cNvGrpSpPr/>
          <p:nvPr/>
        </p:nvGrpSpPr>
        <p:grpSpPr>
          <a:xfrm>
            <a:off x="5778676" y="3826972"/>
            <a:ext cx="349052" cy="313055"/>
            <a:chOff x="5778676" y="3826972"/>
            <a:chExt cx="349052" cy="313055"/>
          </a:xfrm>
        </p:grpSpPr>
        <p:sp>
          <p:nvSpPr>
            <p:cNvPr id="10685" name="Google Shape;10685;p6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68"/>
          <p:cNvGrpSpPr/>
          <p:nvPr/>
        </p:nvGrpSpPr>
        <p:grpSpPr>
          <a:xfrm>
            <a:off x="5355784" y="3834547"/>
            <a:ext cx="299019" cy="297905"/>
            <a:chOff x="5355784" y="3834547"/>
            <a:chExt cx="299019" cy="297905"/>
          </a:xfrm>
        </p:grpSpPr>
        <p:sp>
          <p:nvSpPr>
            <p:cNvPr id="10691" name="Google Shape;10691;p68"/>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8"/>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8"/>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8"/>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68"/>
          <p:cNvGrpSpPr/>
          <p:nvPr/>
        </p:nvGrpSpPr>
        <p:grpSpPr>
          <a:xfrm>
            <a:off x="8036455" y="3807271"/>
            <a:ext cx="292176" cy="353985"/>
            <a:chOff x="8036455" y="3807271"/>
            <a:chExt cx="292176" cy="353985"/>
          </a:xfrm>
        </p:grpSpPr>
        <p:sp>
          <p:nvSpPr>
            <p:cNvPr id="10696" name="Google Shape;10696;p68"/>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8"/>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68"/>
          <p:cNvGrpSpPr/>
          <p:nvPr/>
        </p:nvGrpSpPr>
        <p:grpSpPr>
          <a:xfrm>
            <a:off x="4874902" y="3808799"/>
            <a:ext cx="345615" cy="350835"/>
            <a:chOff x="4874902" y="3808799"/>
            <a:chExt cx="345615" cy="350835"/>
          </a:xfrm>
        </p:grpSpPr>
        <p:sp>
          <p:nvSpPr>
            <p:cNvPr id="10699" name="Google Shape;10699;p68"/>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8"/>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8"/>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8"/>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8"/>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8"/>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8"/>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8"/>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8"/>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8"/>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8"/>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8"/>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8"/>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8"/>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8"/>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8"/>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8"/>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0719" name="Shape 10719"/>
        <p:cNvGrpSpPr/>
        <p:nvPr/>
      </p:nvGrpSpPr>
      <p:grpSpPr>
        <a:xfrm>
          <a:off x="0" y="0"/>
          <a:ext cx="0" cy="0"/>
          <a:chOff x="0" y="0"/>
          <a:chExt cx="0" cy="0"/>
        </a:xfrm>
      </p:grpSpPr>
      <p:sp>
        <p:nvSpPr>
          <p:cNvPr id="10720" name="Google Shape;10720;p6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21" name="Google Shape;10721;p6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722" name="Google Shape;10722;p69"/>
          <p:cNvGrpSpPr/>
          <p:nvPr/>
        </p:nvGrpSpPr>
        <p:grpSpPr>
          <a:xfrm>
            <a:off x="2704005" y="4258781"/>
            <a:ext cx="342144" cy="362704"/>
            <a:chOff x="2704005" y="4258781"/>
            <a:chExt cx="342144" cy="362704"/>
          </a:xfrm>
        </p:grpSpPr>
        <p:sp>
          <p:nvSpPr>
            <p:cNvPr id="10723" name="Google Shape;10723;p69"/>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9"/>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9"/>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9"/>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9"/>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9"/>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9"/>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69"/>
          <p:cNvGrpSpPr/>
          <p:nvPr/>
        </p:nvGrpSpPr>
        <p:grpSpPr>
          <a:xfrm>
            <a:off x="2157462" y="4258496"/>
            <a:ext cx="347435" cy="363370"/>
            <a:chOff x="2157462" y="4258496"/>
            <a:chExt cx="347435" cy="363370"/>
          </a:xfrm>
        </p:grpSpPr>
        <p:sp>
          <p:nvSpPr>
            <p:cNvPr id="10731" name="Google Shape;10731;p69"/>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9"/>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9"/>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69"/>
          <p:cNvGrpSpPr/>
          <p:nvPr/>
        </p:nvGrpSpPr>
        <p:grpSpPr>
          <a:xfrm>
            <a:off x="4010963" y="3763781"/>
            <a:ext cx="343665" cy="363211"/>
            <a:chOff x="4010963" y="3763781"/>
            <a:chExt cx="343665" cy="363211"/>
          </a:xfrm>
        </p:grpSpPr>
        <p:sp>
          <p:nvSpPr>
            <p:cNvPr id="10735" name="Google Shape;10735;p69"/>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9"/>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9"/>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9"/>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9"/>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69"/>
          <p:cNvGrpSpPr/>
          <p:nvPr/>
        </p:nvGrpSpPr>
        <p:grpSpPr>
          <a:xfrm>
            <a:off x="2214042" y="3810509"/>
            <a:ext cx="368153" cy="311193"/>
            <a:chOff x="2214042" y="3810509"/>
            <a:chExt cx="368153" cy="311193"/>
          </a:xfrm>
        </p:grpSpPr>
        <p:sp>
          <p:nvSpPr>
            <p:cNvPr id="10741" name="Google Shape;10741;p69"/>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9"/>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69"/>
          <p:cNvGrpSpPr/>
          <p:nvPr/>
        </p:nvGrpSpPr>
        <p:grpSpPr>
          <a:xfrm>
            <a:off x="1768938" y="3782219"/>
            <a:ext cx="367805" cy="367773"/>
            <a:chOff x="1768938" y="3782219"/>
            <a:chExt cx="367805" cy="367773"/>
          </a:xfrm>
        </p:grpSpPr>
        <p:sp>
          <p:nvSpPr>
            <p:cNvPr id="10744" name="Google Shape;10744;p69"/>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9"/>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9"/>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9"/>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9"/>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69"/>
          <p:cNvGrpSpPr/>
          <p:nvPr/>
        </p:nvGrpSpPr>
        <p:grpSpPr>
          <a:xfrm>
            <a:off x="2681385" y="3798439"/>
            <a:ext cx="325544" cy="327413"/>
            <a:chOff x="2681385" y="3798439"/>
            <a:chExt cx="325544" cy="327413"/>
          </a:xfrm>
        </p:grpSpPr>
        <p:sp>
          <p:nvSpPr>
            <p:cNvPr id="10750" name="Google Shape;10750;p69"/>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9"/>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9"/>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9"/>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9"/>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9"/>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9"/>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69"/>
          <p:cNvGrpSpPr/>
          <p:nvPr/>
        </p:nvGrpSpPr>
        <p:grpSpPr>
          <a:xfrm>
            <a:off x="6243928" y="4263502"/>
            <a:ext cx="274254" cy="350824"/>
            <a:chOff x="6243928" y="4263502"/>
            <a:chExt cx="274254" cy="350824"/>
          </a:xfrm>
        </p:grpSpPr>
        <p:sp>
          <p:nvSpPr>
            <p:cNvPr id="10758" name="Google Shape;10758;p69"/>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9"/>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9"/>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9"/>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9"/>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9"/>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9"/>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9"/>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69"/>
          <p:cNvGrpSpPr/>
          <p:nvPr/>
        </p:nvGrpSpPr>
        <p:grpSpPr>
          <a:xfrm>
            <a:off x="3560600" y="3763338"/>
            <a:ext cx="352345" cy="363655"/>
            <a:chOff x="3560600" y="3763338"/>
            <a:chExt cx="352345" cy="363655"/>
          </a:xfrm>
        </p:grpSpPr>
        <p:sp>
          <p:nvSpPr>
            <p:cNvPr id="10767" name="Google Shape;10767;p69"/>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9"/>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9"/>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69"/>
          <p:cNvGrpSpPr/>
          <p:nvPr/>
        </p:nvGrpSpPr>
        <p:grpSpPr>
          <a:xfrm>
            <a:off x="5790556" y="4261252"/>
            <a:ext cx="279513" cy="356083"/>
            <a:chOff x="5790556" y="4261252"/>
            <a:chExt cx="279513" cy="356083"/>
          </a:xfrm>
        </p:grpSpPr>
        <p:sp>
          <p:nvSpPr>
            <p:cNvPr id="10771" name="Google Shape;10771;p69"/>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9"/>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9"/>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9"/>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9"/>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9"/>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9"/>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69"/>
          <p:cNvGrpSpPr/>
          <p:nvPr/>
        </p:nvGrpSpPr>
        <p:grpSpPr>
          <a:xfrm>
            <a:off x="5341333" y="4261252"/>
            <a:ext cx="278752" cy="356463"/>
            <a:chOff x="5341333" y="4261252"/>
            <a:chExt cx="278752" cy="356463"/>
          </a:xfrm>
        </p:grpSpPr>
        <p:sp>
          <p:nvSpPr>
            <p:cNvPr id="10779" name="Google Shape;10779;p69"/>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9"/>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9"/>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9"/>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9"/>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9"/>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9"/>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6" name="Google Shape;10786;p69"/>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7" name="Google Shape;10787;p69"/>
          <p:cNvGrpSpPr/>
          <p:nvPr/>
        </p:nvGrpSpPr>
        <p:grpSpPr>
          <a:xfrm>
            <a:off x="3103646" y="3766076"/>
            <a:ext cx="360233" cy="362451"/>
            <a:chOff x="3107608" y="3763401"/>
            <a:chExt cx="360233" cy="362451"/>
          </a:xfrm>
        </p:grpSpPr>
        <p:sp>
          <p:nvSpPr>
            <p:cNvPr id="10788" name="Google Shape;10788;p69"/>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9"/>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9"/>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69"/>
          <p:cNvGrpSpPr/>
          <p:nvPr/>
        </p:nvGrpSpPr>
        <p:grpSpPr>
          <a:xfrm>
            <a:off x="889343" y="3801227"/>
            <a:ext cx="351585" cy="339705"/>
            <a:chOff x="889343" y="3801227"/>
            <a:chExt cx="351585" cy="339705"/>
          </a:xfrm>
        </p:grpSpPr>
        <p:sp>
          <p:nvSpPr>
            <p:cNvPr id="10792" name="Google Shape;10792;p69"/>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9"/>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9"/>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9"/>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9"/>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69"/>
          <p:cNvGrpSpPr/>
          <p:nvPr/>
        </p:nvGrpSpPr>
        <p:grpSpPr>
          <a:xfrm>
            <a:off x="4896609" y="4260872"/>
            <a:ext cx="278784" cy="355323"/>
            <a:chOff x="4896609" y="4260872"/>
            <a:chExt cx="278784" cy="355323"/>
          </a:xfrm>
        </p:grpSpPr>
        <p:sp>
          <p:nvSpPr>
            <p:cNvPr id="10798" name="Google Shape;10798;p6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69"/>
          <p:cNvGrpSpPr/>
          <p:nvPr/>
        </p:nvGrpSpPr>
        <p:grpSpPr>
          <a:xfrm>
            <a:off x="7598438" y="4266131"/>
            <a:ext cx="260283" cy="345914"/>
            <a:chOff x="7598438" y="4266131"/>
            <a:chExt cx="260283" cy="345914"/>
          </a:xfrm>
        </p:grpSpPr>
        <p:sp>
          <p:nvSpPr>
            <p:cNvPr id="10805" name="Google Shape;10805;p6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69"/>
          <p:cNvGrpSpPr/>
          <p:nvPr/>
        </p:nvGrpSpPr>
        <p:grpSpPr>
          <a:xfrm>
            <a:off x="1767069" y="3360146"/>
            <a:ext cx="286324" cy="348163"/>
            <a:chOff x="1767069" y="3360146"/>
            <a:chExt cx="286324" cy="348163"/>
          </a:xfrm>
        </p:grpSpPr>
        <p:sp>
          <p:nvSpPr>
            <p:cNvPr id="10813" name="Google Shape;10813;p69"/>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9"/>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9"/>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9"/>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9"/>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9"/>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9"/>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69"/>
          <p:cNvGrpSpPr/>
          <p:nvPr/>
        </p:nvGrpSpPr>
        <p:grpSpPr>
          <a:xfrm>
            <a:off x="7149944" y="4266131"/>
            <a:ext cx="260283" cy="345914"/>
            <a:chOff x="7149944" y="4266131"/>
            <a:chExt cx="260283" cy="345914"/>
          </a:xfrm>
        </p:grpSpPr>
        <p:sp>
          <p:nvSpPr>
            <p:cNvPr id="10821" name="Google Shape;10821;p69"/>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9"/>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9"/>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9"/>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9"/>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9"/>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69"/>
          <p:cNvGrpSpPr/>
          <p:nvPr/>
        </p:nvGrpSpPr>
        <p:grpSpPr>
          <a:xfrm>
            <a:off x="6695051" y="4259351"/>
            <a:ext cx="270104" cy="360233"/>
            <a:chOff x="6695051" y="4259351"/>
            <a:chExt cx="270104" cy="360233"/>
          </a:xfrm>
        </p:grpSpPr>
        <p:sp>
          <p:nvSpPr>
            <p:cNvPr id="10828" name="Google Shape;10828;p69"/>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9"/>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9"/>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9"/>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69"/>
          <p:cNvGrpSpPr/>
          <p:nvPr/>
        </p:nvGrpSpPr>
        <p:grpSpPr>
          <a:xfrm>
            <a:off x="8047661" y="4257451"/>
            <a:ext cx="277263" cy="362514"/>
            <a:chOff x="8047661" y="4257451"/>
            <a:chExt cx="277263" cy="362514"/>
          </a:xfrm>
        </p:grpSpPr>
        <p:sp>
          <p:nvSpPr>
            <p:cNvPr id="10833" name="Google Shape;10833;p69"/>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9"/>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9"/>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9"/>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69"/>
          <p:cNvGrpSpPr/>
          <p:nvPr/>
        </p:nvGrpSpPr>
        <p:grpSpPr>
          <a:xfrm>
            <a:off x="6248078" y="3784468"/>
            <a:ext cx="277263" cy="356115"/>
            <a:chOff x="6248078" y="3784468"/>
            <a:chExt cx="277263" cy="356115"/>
          </a:xfrm>
        </p:grpSpPr>
        <p:sp>
          <p:nvSpPr>
            <p:cNvPr id="10838" name="Google Shape;10838;p69"/>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9"/>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9"/>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9"/>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9"/>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69"/>
          <p:cNvGrpSpPr/>
          <p:nvPr/>
        </p:nvGrpSpPr>
        <p:grpSpPr>
          <a:xfrm>
            <a:off x="5800725" y="3785989"/>
            <a:ext cx="277644" cy="354594"/>
            <a:chOff x="5800725" y="3785989"/>
            <a:chExt cx="277644" cy="354594"/>
          </a:xfrm>
        </p:grpSpPr>
        <p:sp>
          <p:nvSpPr>
            <p:cNvPr id="10844" name="Google Shape;10844;p6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69"/>
          <p:cNvGrpSpPr/>
          <p:nvPr/>
        </p:nvGrpSpPr>
        <p:grpSpPr>
          <a:xfrm>
            <a:off x="2206122" y="3360748"/>
            <a:ext cx="308183" cy="347561"/>
            <a:chOff x="2206122" y="3360748"/>
            <a:chExt cx="308183" cy="347561"/>
          </a:xfrm>
        </p:grpSpPr>
        <p:sp>
          <p:nvSpPr>
            <p:cNvPr id="10852" name="Google Shape;10852;p69"/>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9"/>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9"/>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9"/>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9"/>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69"/>
          <p:cNvGrpSpPr/>
          <p:nvPr/>
        </p:nvGrpSpPr>
        <p:grpSpPr>
          <a:xfrm>
            <a:off x="5353403" y="3785609"/>
            <a:ext cx="277992" cy="354974"/>
            <a:chOff x="5353403" y="3785609"/>
            <a:chExt cx="277992" cy="354974"/>
          </a:xfrm>
        </p:grpSpPr>
        <p:sp>
          <p:nvSpPr>
            <p:cNvPr id="10858" name="Google Shape;10858;p69"/>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9"/>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9"/>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9"/>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9"/>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9"/>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69"/>
          <p:cNvGrpSpPr/>
          <p:nvPr/>
        </p:nvGrpSpPr>
        <p:grpSpPr>
          <a:xfrm>
            <a:off x="4896229" y="3785989"/>
            <a:ext cx="278784" cy="354594"/>
            <a:chOff x="4896229" y="3785989"/>
            <a:chExt cx="278784" cy="354594"/>
          </a:xfrm>
        </p:grpSpPr>
        <p:sp>
          <p:nvSpPr>
            <p:cNvPr id="10865" name="Google Shape;10865;p69"/>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9"/>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9"/>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9"/>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9"/>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9"/>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69"/>
          <p:cNvGrpSpPr/>
          <p:nvPr/>
        </p:nvGrpSpPr>
        <p:grpSpPr>
          <a:xfrm>
            <a:off x="7592387" y="3787858"/>
            <a:ext cx="273874" cy="351204"/>
            <a:chOff x="7592387" y="3787858"/>
            <a:chExt cx="273874" cy="351204"/>
          </a:xfrm>
        </p:grpSpPr>
        <p:sp>
          <p:nvSpPr>
            <p:cNvPr id="10872" name="Google Shape;10872;p69"/>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9"/>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9"/>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9"/>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69"/>
          <p:cNvGrpSpPr/>
          <p:nvPr/>
        </p:nvGrpSpPr>
        <p:grpSpPr>
          <a:xfrm>
            <a:off x="7145794" y="3787858"/>
            <a:ext cx="274254" cy="350444"/>
            <a:chOff x="7145794" y="3787858"/>
            <a:chExt cx="274254" cy="350444"/>
          </a:xfrm>
        </p:grpSpPr>
        <p:sp>
          <p:nvSpPr>
            <p:cNvPr id="10877" name="Google Shape;10877;p69"/>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9"/>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9"/>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9"/>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9"/>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9"/>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69"/>
          <p:cNvGrpSpPr/>
          <p:nvPr/>
        </p:nvGrpSpPr>
        <p:grpSpPr>
          <a:xfrm>
            <a:off x="8054060" y="3787098"/>
            <a:ext cx="266334" cy="353834"/>
            <a:chOff x="8054060" y="3787098"/>
            <a:chExt cx="266334" cy="353834"/>
          </a:xfrm>
        </p:grpSpPr>
        <p:sp>
          <p:nvSpPr>
            <p:cNvPr id="10884" name="Google Shape;10884;p69"/>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9"/>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9"/>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9"/>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69"/>
          <p:cNvGrpSpPr/>
          <p:nvPr/>
        </p:nvGrpSpPr>
        <p:grpSpPr>
          <a:xfrm>
            <a:off x="6702211" y="3782599"/>
            <a:ext cx="270104" cy="361754"/>
            <a:chOff x="6702211" y="3782599"/>
            <a:chExt cx="270104" cy="361754"/>
          </a:xfrm>
        </p:grpSpPr>
        <p:sp>
          <p:nvSpPr>
            <p:cNvPr id="10889" name="Google Shape;10889;p69"/>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9"/>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9"/>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9"/>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9"/>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69"/>
          <p:cNvGrpSpPr/>
          <p:nvPr/>
        </p:nvGrpSpPr>
        <p:grpSpPr>
          <a:xfrm>
            <a:off x="3516886" y="3438727"/>
            <a:ext cx="391854" cy="269922"/>
            <a:chOff x="3516850" y="3406526"/>
            <a:chExt cx="369674" cy="254644"/>
          </a:xfrm>
        </p:grpSpPr>
        <p:sp>
          <p:nvSpPr>
            <p:cNvPr id="10895" name="Google Shape;10895;p69"/>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9"/>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9"/>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9"/>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69"/>
          <p:cNvGrpSpPr/>
          <p:nvPr/>
        </p:nvGrpSpPr>
        <p:grpSpPr>
          <a:xfrm>
            <a:off x="1310655" y="3360527"/>
            <a:ext cx="306314" cy="347403"/>
            <a:chOff x="1310655" y="3360527"/>
            <a:chExt cx="306314" cy="347403"/>
          </a:xfrm>
        </p:grpSpPr>
        <p:sp>
          <p:nvSpPr>
            <p:cNvPr id="10900" name="Google Shape;10900;p69"/>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9"/>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9"/>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9"/>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9"/>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69"/>
          <p:cNvGrpSpPr/>
          <p:nvPr/>
        </p:nvGrpSpPr>
        <p:grpSpPr>
          <a:xfrm>
            <a:off x="3119678" y="3360146"/>
            <a:ext cx="269343" cy="348543"/>
            <a:chOff x="3119678" y="3360146"/>
            <a:chExt cx="269343" cy="348543"/>
          </a:xfrm>
        </p:grpSpPr>
        <p:sp>
          <p:nvSpPr>
            <p:cNvPr id="10906" name="Google Shape;10906;p69"/>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9"/>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9"/>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9"/>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9"/>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9"/>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9"/>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69"/>
          <p:cNvGrpSpPr/>
          <p:nvPr/>
        </p:nvGrpSpPr>
        <p:grpSpPr>
          <a:xfrm>
            <a:off x="3967213" y="3356947"/>
            <a:ext cx="368185" cy="354753"/>
            <a:chOff x="3967213" y="3356947"/>
            <a:chExt cx="368185" cy="354753"/>
          </a:xfrm>
        </p:grpSpPr>
        <p:sp>
          <p:nvSpPr>
            <p:cNvPr id="10914" name="Google Shape;10914;p69"/>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9"/>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9"/>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9"/>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9"/>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69"/>
          <p:cNvGrpSpPr/>
          <p:nvPr/>
        </p:nvGrpSpPr>
        <p:grpSpPr>
          <a:xfrm>
            <a:off x="871254" y="3360146"/>
            <a:ext cx="285183" cy="347023"/>
            <a:chOff x="871254" y="3360146"/>
            <a:chExt cx="285183" cy="347023"/>
          </a:xfrm>
        </p:grpSpPr>
        <p:sp>
          <p:nvSpPr>
            <p:cNvPr id="10920" name="Google Shape;10920;p69"/>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9"/>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9"/>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9"/>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69"/>
          <p:cNvGrpSpPr/>
          <p:nvPr/>
        </p:nvGrpSpPr>
        <p:grpSpPr>
          <a:xfrm>
            <a:off x="2665165" y="3360146"/>
            <a:ext cx="281794" cy="349684"/>
            <a:chOff x="2665165" y="3360146"/>
            <a:chExt cx="281794" cy="349684"/>
          </a:xfrm>
        </p:grpSpPr>
        <p:sp>
          <p:nvSpPr>
            <p:cNvPr id="10925" name="Google Shape;10925;p69"/>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9"/>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9"/>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9"/>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9"/>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69"/>
          <p:cNvGrpSpPr/>
          <p:nvPr/>
        </p:nvGrpSpPr>
        <p:grpSpPr>
          <a:xfrm>
            <a:off x="7156344" y="3347696"/>
            <a:ext cx="264465" cy="353074"/>
            <a:chOff x="7156344" y="3347696"/>
            <a:chExt cx="264465" cy="353074"/>
          </a:xfrm>
        </p:grpSpPr>
        <p:sp>
          <p:nvSpPr>
            <p:cNvPr id="10931" name="Google Shape;10931;p69"/>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9"/>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9"/>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9"/>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9"/>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69"/>
          <p:cNvGrpSpPr/>
          <p:nvPr/>
        </p:nvGrpSpPr>
        <p:grpSpPr>
          <a:xfrm>
            <a:off x="6703732" y="3346936"/>
            <a:ext cx="264813" cy="352693"/>
            <a:chOff x="6703732" y="3346936"/>
            <a:chExt cx="264813" cy="352693"/>
          </a:xfrm>
        </p:grpSpPr>
        <p:sp>
          <p:nvSpPr>
            <p:cNvPr id="10937" name="Google Shape;10937;p69"/>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9"/>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9"/>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9"/>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9"/>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69"/>
          <p:cNvGrpSpPr/>
          <p:nvPr/>
        </p:nvGrpSpPr>
        <p:grpSpPr>
          <a:xfrm>
            <a:off x="6252228" y="3346936"/>
            <a:ext cx="265193" cy="352693"/>
            <a:chOff x="6252228" y="3346936"/>
            <a:chExt cx="265193" cy="352693"/>
          </a:xfrm>
        </p:grpSpPr>
        <p:sp>
          <p:nvSpPr>
            <p:cNvPr id="10943" name="Google Shape;10943;p69"/>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9"/>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9"/>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69"/>
          <p:cNvGrpSpPr/>
          <p:nvPr/>
        </p:nvGrpSpPr>
        <p:grpSpPr>
          <a:xfrm>
            <a:off x="5801105" y="3347696"/>
            <a:ext cx="264813" cy="351933"/>
            <a:chOff x="5801105" y="3347696"/>
            <a:chExt cx="264813" cy="351933"/>
          </a:xfrm>
        </p:grpSpPr>
        <p:sp>
          <p:nvSpPr>
            <p:cNvPr id="10947" name="Google Shape;10947;p69"/>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9"/>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9"/>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9"/>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1" name="Google Shape;10951;p69"/>
          <p:cNvGrpSpPr/>
          <p:nvPr/>
        </p:nvGrpSpPr>
        <p:grpSpPr>
          <a:xfrm>
            <a:off x="5349253" y="3346936"/>
            <a:ext cx="265922" cy="352693"/>
            <a:chOff x="5349253" y="3346936"/>
            <a:chExt cx="265922" cy="352693"/>
          </a:xfrm>
        </p:grpSpPr>
        <p:sp>
          <p:nvSpPr>
            <p:cNvPr id="10952" name="Google Shape;10952;p69"/>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9"/>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9"/>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9"/>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9"/>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9"/>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69"/>
          <p:cNvGrpSpPr/>
          <p:nvPr/>
        </p:nvGrpSpPr>
        <p:grpSpPr>
          <a:xfrm>
            <a:off x="4907159" y="3346936"/>
            <a:ext cx="264845" cy="354214"/>
            <a:chOff x="4907159" y="3346936"/>
            <a:chExt cx="264845" cy="354214"/>
          </a:xfrm>
        </p:grpSpPr>
        <p:sp>
          <p:nvSpPr>
            <p:cNvPr id="10959" name="Google Shape;10959;p69"/>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9"/>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69"/>
          <p:cNvGrpSpPr/>
          <p:nvPr/>
        </p:nvGrpSpPr>
        <p:grpSpPr>
          <a:xfrm>
            <a:off x="8048421" y="3334486"/>
            <a:ext cx="276503" cy="369674"/>
            <a:chOff x="8048421" y="3334486"/>
            <a:chExt cx="276503" cy="369674"/>
          </a:xfrm>
        </p:grpSpPr>
        <p:sp>
          <p:nvSpPr>
            <p:cNvPr id="10962" name="Google Shape;10962;p69"/>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9"/>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9"/>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9"/>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9"/>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9"/>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69"/>
          <p:cNvGrpSpPr/>
          <p:nvPr/>
        </p:nvGrpSpPr>
        <p:grpSpPr>
          <a:xfrm>
            <a:off x="7575787" y="3329955"/>
            <a:ext cx="295384" cy="376834"/>
            <a:chOff x="7575787" y="3329955"/>
            <a:chExt cx="295384" cy="376834"/>
          </a:xfrm>
        </p:grpSpPr>
        <p:sp>
          <p:nvSpPr>
            <p:cNvPr id="10969" name="Google Shape;10969;p69"/>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9"/>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9"/>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9"/>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9"/>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9"/>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69"/>
          <p:cNvGrpSpPr/>
          <p:nvPr/>
        </p:nvGrpSpPr>
        <p:grpSpPr>
          <a:xfrm>
            <a:off x="864062" y="2884503"/>
            <a:ext cx="264084" cy="347783"/>
            <a:chOff x="864062" y="2884503"/>
            <a:chExt cx="264084" cy="347783"/>
          </a:xfrm>
        </p:grpSpPr>
        <p:sp>
          <p:nvSpPr>
            <p:cNvPr id="10976" name="Google Shape;10976;p69"/>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9"/>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9"/>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9"/>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9"/>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9"/>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9"/>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9"/>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9"/>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9"/>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69"/>
          <p:cNvGrpSpPr/>
          <p:nvPr/>
        </p:nvGrpSpPr>
        <p:grpSpPr>
          <a:xfrm>
            <a:off x="3978523" y="2884661"/>
            <a:ext cx="348955" cy="346516"/>
            <a:chOff x="3978523" y="2884661"/>
            <a:chExt cx="348955" cy="346516"/>
          </a:xfrm>
        </p:grpSpPr>
        <p:sp>
          <p:nvSpPr>
            <p:cNvPr id="10987" name="Google Shape;10987;p69"/>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9"/>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9"/>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9"/>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9"/>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9"/>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9"/>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9"/>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69"/>
          <p:cNvGrpSpPr/>
          <p:nvPr/>
        </p:nvGrpSpPr>
        <p:grpSpPr>
          <a:xfrm>
            <a:off x="3527780" y="2885263"/>
            <a:ext cx="347435" cy="345534"/>
            <a:chOff x="3527780" y="2885263"/>
            <a:chExt cx="347435" cy="345534"/>
          </a:xfrm>
        </p:grpSpPr>
        <p:sp>
          <p:nvSpPr>
            <p:cNvPr id="10996" name="Google Shape;10996;p6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69"/>
          <p:cNvGrpSpPr/>
          <p:nvPr/>
        </p:nvGrpSpPr>
        <p:grpSpPr>
          <a:xfrm>
            <a:off x="2239671" y="2884503"/>
            <a:ext cx="218053" cy="348543"/>
            <a:chOff x="2239671" y="2884503"/>
            <a:chExt cx="218053" cy="348543"/>
          </a:xfrm>
        </p:grpSpPr>
        <p:sp>
          <p:nvSpPr>
            <p:cNvPr id="11020" name="Google Shape;11020;p69"/>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9"/>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9"/>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9"/>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9"/>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69"/>
          <p:cNvGrpSpPr/>
          <p:nvPr/>
        </p:nvGrpSpPr>
        <p:grpSpPr>
          <a:xfrm>
            <a:off x="2691555" y="2884503"/>
            <a:ext cx="215044" cy="348924"/>
            <a:chOff x="2691555" y="2884503"/>
            <a:chExt cx="215044" cy="348924"/>
          </a:xfrm>
        </p:grpSpPr>
        <p:sp>
          <p:nvSpPr>
            <p:cNvPr id="11026" name="Google Shape;11026;p69"/>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9"/>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9"/>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69"/>
          <p:cNvGrpSpPr/>
          <p:nvPr/>
        </p:nvGrpSpPr>
        <p:grpSpPr>
          <a:xfrm>
            <a:off x="1770459" y="2884503"/>
            <a:ext cx="254644" cy="348828"/>
            <a:chOff x="1770459" y="2884503"/>
            <a:chExt cx="254644" cy="348828"/>
          </a:xfrm>
        </p:grpSpPr>
        <p:sp>
          <p:nvSpPr>
            <p:cNvPr id="11030" name="Google Shape;11030;p69"/>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9"/>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9"/>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9"/>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9"/>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9"/>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9"/>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9"/>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69"/>
          <p:cNvGrpSpPr/>
          <p:nvPr/>
        </p:nvGrpSpPr>
        <p:grpSpPr>
          <a:xfrm>
            <a:off x="1317466" y="2884883"/>
            <a:ext cx="258382" cy="348543"/>
            <a:chOff x="1317466" y="2884883"/>
            <a:chExt cx="258382" cy="348543"/>
          </a:xfrm>
        </p:grpSpPr>
        <p:sp>
          <p:nvSpPr>
            <p:cNvPr id="11039" name="Google Shape;11039;p69"/>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9"/>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9"/>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9"/>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9"/>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9"/>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9"/>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9"/>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69"/>
          <p:cNvGrpSpPr/>
          <p:nvPr/>
        </p:nvGrpSpPr>
        <p:grpSpPr>
          <a:xfrm>
            <a:off x="3121167" y="2884883"/>
            <a:ext cx="258414" cy="348543"/>
            <a:chOff x="3121167" y="2884883"/>
            <a:chExt cx="258414" cy="348543"/>
          </a:xfrm>
        </p:grpSpPr>
        <p:sp>
          <p:nvSpPr>
            <p:cNvPr id="11048" name="Google Shape;11048;p69"/>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9"/>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9"/>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9"/>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9"/>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9"/>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9"/>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9"/>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6" name="Google Shape;11056;p69"/>
          <p:cNvGrpSpPr/>
          <p:nvPr/>
        </p:nvGrpSpPr>
        <p:grpSpPr>
          <a:xfrm>
            <a:off x="4899999" y="2882095"/>
            <a:ext cx="271244" cy="346801"/>
            <a:chOff x="4899999" y="2882095"/>
            <a:chExt cx="271244" cy="346801"/>
          </a:xfrm>
        </p:grpSpPr>
        <p:sp>
          <p:nvSpPr>
            <p:cNvPr id="11057" name="Google Shape;11057;p69"/>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9"/>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9"/>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9"/>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9"/>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9"/>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9"/>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9"/>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9"/>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9"/>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69"/>
          <p:cNvGrpSpPr/>
          <p:nvPr/>
        </p:nvGrpSpPr>
        <p:grpSpPr>
          <a:xfrm>
            <a:off x="7162775" y="2881113"/>
            <a:ext cx="259523" cy="346294"/>
            <a:chOff x="7162775" y="2881113"/>
            <a:chExt cx="259523" cy="346294"/>
          </a:xfrm>
        </p:grpSpPr>
        <p:sp>
          <p:nvSpPr>
            <p:cNvPr id="11068" name="Google Shape;11068;p69"/>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9"/>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9"/>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9"/>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9"/>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9"/>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69"/>
          <p:cNvGrpSpPr/>
          <p:nvPr/>
        </p:nvGrpSpPr>
        <p:grpSpPr>
          <a:xfrm>
            <a:off x="6709751" y="2881842"/>
            <a:ext cx="261075" cy="347815"/>
            <a:chOff x="6709751" y="2881842"/>
            <a:chExt cx="261075" cy="347815"/>
          </a:xfrm>
        </p:grpSpPr>
        <p:sp>
          <p:nvSpPr>
            <p:cNvPr id="11075" name="Google Shape;11075;p69"/>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9"/>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9"/>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9"/>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9"/>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9"/>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69"/>
          <p:cNvGrpSpPr/>
          <p:nvPr/>
        </p:nvGrpSpPr>
        <p:grpSpPr>
          <a:xfrm>
            <a:off x="5807156" y="2881113"/>
            <a:ext cx="261043" cy="348163"/>
            <a:chOff x="5807156" y="2881113"/>
            <a:chExt cx="261043" cy="348163"/>
          </a:xfrm>
        </p:grpSpPr>
        <p:sp>
          <p:nvSpPr>
            <p:cNvPr id="11082" name="Google Shape;11082;p6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69"/>
          <p:cNvGrpSpPr/>
          <p:nvPr/>
        </p:nvGrpSpPr>
        <p:grpSpPr>
          <a:xfrm>
            <a:off x="5355653" y="2881493"/>
            <a:ext cx="262184" cy="346643"/>
            <a:chOff x="5355653" y="2881493"/>
            <a:chExt cx="262184" cy="346643"/>
          </a:xfrm>
        </p:grpSpPr>
        <p:sp>
          <p:nvSpPr>
            <p:cNvPr id="11088" name="Google Shape;11088;p6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3" name="Google Shape;11093;p69"/>
          <p:cNvGrpSpPr/>
          <p:nvPr/>
        </p:nvGrpSpPr>
        <p:grpSpPr>
          <a:xfrm>
            <a:off x="8055961" y="2881842"/>
            <a:ext cx="260283" cy="345914"/>
            <a:chOff x="8055961" y="2881842"/>
            <a:chExt cx="260283" cy="345914"/>
          </a:xfrm>
        </p:grpSpPr>
        <p:sp>
          <p:nvSpPr>
            <p:cNvPr id="11094" name="Google Shape;11094;p69"/>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9"/>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9"/>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9"/>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69"/>
          <p:cNvGrpSpPr/>
          <p:nvPr/>
        </p:nvGrpSpPr>
        <p:grpSpPr>
          <a:xfrm>
            <a:off x="7609368" y="2893912"/>
            <a:ext cx="264813" cy="353105"/>
            <a:chOff x="7609368" y="2893912"/>
            <a:chExt cx="264813" cy="353105"/>
          </a:xfrm>
        </p:grpSpPr>
        <p:sp>
          <p:nvSpPr>
            <p:cNvPr id="11099" name="Google Shape;11099;p69"/>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9"/>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9"/>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9"/>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9"/>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9"/>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69"/>
          <p:cNvGrpSpPr/>
          <p:nvPr/>
        </p:nvGrpSpPr>
        <p:grpSpPr>
          <a:xfrm>
            <a:off x="6248458" y="2869772"/>
            <a:ext cx="270864" cy="360645"/>
            <a:chOff x="6248458" y="2869772"/>
            <a:chExt cx="270864" cy="360645"/>
          </a:xfrm>
        </p:grpSpPr>
        <p:sp>
          <p:nvSpPr>
            <p:cNvPr id="11106" name="Google Shape;11106;p69"/>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9"/>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9"/>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9"/>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9"/>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69"/>
          <p:cNvGrpSpPr/>
          <p:nvPr/>
        </p:nvGrpSpPr>
        <p:grpSpPr>
          <a:xfrm>
            <a:off x="3075928" y="2445798"/>
            <a:ext cx="363243" cy="300675"/>
            <a:chOff x="3075928" y="2445798"/>
            <a:chExt cx="363243" cy="300675"/>
          </a:xfrm>
        </p:grpSpPr>
        <p:sp>
          <p:nvSpPr>
            <p:cNvPr id="11112" name="Google Shape;11112;p69"/>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9"/>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9"/>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9"/>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9"/>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9"/>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9"/>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9"/>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9"/>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9"/>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9"/>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69"/>
          <p:cNvGrpSpPr/>
          <p:nvPr/>
        </p:nvGrpSpPr>
        <p:grpSpPr>
          <a:xfrm>
            <a:off x="2633105" y="2431859"/>
            <a:ext cx="363243" cy="328585"/>
            <a:chOff x="2633105" y="2431859"/>
            <a:chExt cx="363243" cy="328585"/>
          </a:xfrm>
        </p:grpSpPr>
        <p:sp>
          <p:nvSpPr>
            <p:cNvPr id="11124" name="Google Shape;11124;p69"/>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9"/>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9"/>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9"/>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9"/>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9"/>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9"/>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9"/>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69"/>
          <p:cNvGrpSpPr/>
          <p:nvPr/>
        </p:nvGrpSpPr>
        <p:grpSpPr>
          <a:xfrm>
            <a:off x="2189142" y="2421310"/>
            <a:ext cx="365904" cy="350064"/>
            <a:chOff x="2189142" y="2421310"/>
            <a:chExt cx="365904" cy="350064"/>
          </a:xfrm>
        </p:grpSpPr>
        <p:sp>
          <p:nvSpPr>
            <p:cNvPr id="11133" name="Google Shape;11133;p69"/>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9"/>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9"/>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9"/>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9"/>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9"/>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9"/>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9"/>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9"/>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2" name="Google Shape;11142;p69"/>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3" name="Google Shape;11143;p69"/>
          <p:cNvGrpSpPr/>
          <p:nvPr/>
        </p:nvGrpSpPr>
        <p:grpSpPr>
          <a:xfrm>
            <a:off x="3961923" y="2486317"/>
            <a:ext cx="364415" cy="220936"/>
            <a:chOff x="3961923" y="2486317"/>
            <a:chExt cx="364415" cy="220936"/>
          </a:xfrm>
        </p:grpSpPr>
        <p:sp>
          <p:nvSpPr>
            <p:cNvPr id="11144" name="Google Shape;11144;p69"/>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9"/>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9"/>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9"/>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8" name="Google Shape;11148;p69"/>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9" name="Google Shape;11149;p69"/>
          <p:cNvGrpSpPr/>
          <p:nvPr/>
        </p:nvGrpSpPr>
        <p:grpSpPr>
          <a:xfrm>
            <a:off x="1303876" y="2419377"/>
            <a:ext cx="363275" cy="354626"/>
            <a:chOff x="1303876" y="2419377"/>
            <a:chExt cx="363275" cy="354626"/>
          </a:xfrm>
        </p:grpSpPr>
        <p:sp>
          <p:nvSpPr>
            <p:cNvPr id="11150" name="Google Shape;11150;p69"/>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9"/>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9"/>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9"/>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9"/>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9"/>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9"/>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9"/>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69"/>
          <p:cNvGrpSpPr/>
          <p:nvPr/>
        </p:nvGrpSpPr>
        <p:grpSpPr>
          <a:xfrm>
            <a:off x="861053" y="2414910"/>
            <a:ext cx="362134" cy="363623"/>
            <a:chOff x="861053" y="2414910"/>
            <a:chExt cx="362134" cy="363623"/>
          </a:xfrm>
        </p:grpSpPr>
        <p:sp>
          <p:nvSpPr>
            <p:cNvPr id="11159" name="Google Shape;11159;p69"/>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9"/>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9"/>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9"/>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9"/>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69"/>
          <p:cNvGrpSpPr/>
          <p:nvPr/>
        </p:nvGrpSpPr>
        <p:grpSpPr>
          <a:xfrm>
            <a:off x="7594288" y="2415259"/>
            <a:ext cx="279513" cy="355735"/>
            <a:chOff x="7594288" y="2415259"/>
            <a:chExt cx="279513" cy="355735"/>
          </a:xfrm>
        </p:grpSpPr>
        <p:sp>
          <p:nvSpPr>
            <p:cNvPr id="11165" name="Google Shape;11165;p69"/>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9"/>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9"/>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9"/>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9"/>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9"/>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69"/>
          <p:cNvGrpSpPr/>
          <p:nvPr/>
        </p:nvGrpSpPr>
        <p:grpSpPr>
          <a:xfrm>
            <a:off x="7145794" y="2415639"/>
            <a:ext cx="278784" cy="355735"/>
            <a:chOff x="7145794" y="2415639"/>
            <a:chExt cx="278784" cy="355735"/>
          </a:xfrm>
        </p:grpSpPr>
        <p:sp>
          <p:nvSpPr>
            <p:cNvPr id="11172" name="Google Shape;11172;p69"/>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9"/>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9"/>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9"/>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9"/>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9"/>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9"/>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9"/>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9"/>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9"/>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69"/>
          <p:cNvGrpSpPr/>
          <p:nvPr/>
        </p:nvGrpSpPr>
        <p:grpSpPr>
          <a:xfrm>
            <a:off x="6698441" y="2414530"/>
            <a:ext cx="277644" cy="357984"/>
            <a:chOff x="6698441" y="2414530"/>
            <a:chExt cx="277644" cy="357984"/>
          </a:xfrm>
        </p:grpSpPr>
        <p:sp>
          <p:nvSpPr>
            <p:cNvPr id="11183" name="Google Shape;11183;p6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69"/>
          <p:cNvGrpSpPr/>
          <p:nvPr/>
        </p:nvGrpSpPr>
        <p:grpSpPr>
          <a:xfrm>
            <a:off x="4897750" y="2415639"/>
            <a:ext cx="279513" cy="357255"/>
            <a:chOff x="4897750" y="2415639"/>
            <a:chExt cx="279513" cy="357255"/>
          </a:xfrm>
        </p:grpSpPr>
        <p:sp>
          <p:nvSpPr>
            <p:cNvPr id="11190" name="Google Shape;11190;p6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69"/>
          <p:cNvGrpSpPr/>
          <p:nvPr/>
        </p:nvGrpSpPr>
        <p:grpSpPr>
          <a:xfrm>
            <a:off x="5812066" y="2416019"/>
            <a:ext cx="264813" cy="353454"/>
            <a:chOff x="5812066" y="2416019"/>
            <a:chExt cx="264813" cy="353454"/>
          </a:xfrm>
        </p:grpSpPr>
        <p:sp>
          <p:nvSpPr>
            <p:cNvPr id="11199" name="Google Shape;11199;p6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69"/>
          <p:cNvGrpSpPr/>
          <p:nvPr/>
        </p:nvGrpSpPr>
        <p:grpSpPr>
          <a:xfrm>
            <a:off x="8054820" y="2416399"/>
            <a:ext cx="264433" cy="353454"/>
            <a:chOff x="8054820" y="2416399"/>
            <a:chExt cx="264433" cy="353454"/>
          </a:xfrm>
        </p:grpSpPr>
        <p:sp>
          <p:nvSpPr>
            <p:cNvPr id="11207" name="Google Shape;11207;p69"/>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9"/>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9"/>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9"/>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9"/>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9"/>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69"/>
          <p:cNvGrpSpPr/>
          <p:nvPr/>
        </p:nvGrpSpPr>
        <p:grpSpPr>
          <a:xfrm>
            <a:off x="5356413" y="2413390"/>
            <a:ext cx="271212" cy="361374"/>
            <a:chOff x="5356413" y="2413390"/>
            <a:chExt cx="271212" cy="361374"/>
          </a:xfrm>
        </p:grpSpPr>
        <p:sp>
          <p:nvSpPr>
            <p:cNvPr id="11214" name="Google Shape;11214;p69"/>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9"/>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9"/>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9"/>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9"/>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69"/>
          <p:cNvGrpSpPr/>
          <p:nvPr/>
        </p:nvGrpSpPr>
        <p:grpSpPr>
          <a:xfrm>
            <a:off x="6255238" y="2412249"/>
            <a:ext cx="271244" cy="360994"/>
            <a:chOff x="6255238" y="2412249"/>
            <a:chExt cx="271244" cy="360994"/>
          </a:xfrm>
        </p:grpSpPr>
        <p:sp>
          <p:nvSpPr>
            <p:cNvPr id="11220" name="Google Shape;11220;p69"/>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9"/>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9"/>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9"/>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9"/>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9"/>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69"/>
          <p:cNvGrpSpPr/>
          <p:nvPr/>
        </p:nvGrpSpPr>
        <p:grpSpPr>
          <a:xfrm>
            <a:off x="2185372" y="1957799"/>
            <a:ext cx="366664" cy="366981"/>
            <a:chOff x="2185372" y="1957799"/>
            <a:chExt cx="366664" cy="366981"/>
          </a:xfrm>
        </p:grpSpPr>
        <p:sp>
          <p:nvSpPr>
            <p:cNvPr id="11227" name="Google Shape;11227;p69"/>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9"/>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9"/>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9"/>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9"/>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9"/>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9"/>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9"/>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69"/>
          <p:cNvGrpSpPr/>
          <p:nvPr/>
        </p:nvGrpSpPr>
        <p:grpSpPr>
          <a:xfrm>
            <a:off x="1737258" y="1988371"/>
            <a:ext cx="370814" cy="307359"/>
            <a:chOff x="1737258" y="1988371"/>
            <a:chExt cx="370814" cy="307359"/>
          </a:xfrm>
        </p:grpSpPr>
        <p:sp>
          <p:nvSpPr>
            <p:cNvPr id="11236" name="Google Shape;11236;p69"/>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9"/>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9"/>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9"/>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69"/>
          <p:cNvGrpSpPr/>
          <p:nvPr/>
        </p:nvGrpSpPr>
        <p:grpSpPr>
          <a:xfrm>
            <a:off x="848983" y="1989511"/>
            <a:ext cx="369294" cy="304350"/>
            <a:chOff x="848983" y="1989511"/>
            <a:chExt cx="369294" cy="304350"/>
          </a:xfrm>
        </p:grpSpPr>
        <p:sp>
          <p:nvSpPr>
            <p:cNvPr id="11241" name="Google Shape;11241;p69"/>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9"/>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9"/>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9"/>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9"/>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69"/>
          <p:cNvGrpSpPr/>
          <p:nvPr/>
        </p:nvGrpSpPr>
        <p:grpSpPr>
          <a:xfrm>
            <a:off x="3074027" y="1983777"/>
            <a:ext cx="380604" cy="313854"/>
            <a:chOff x="3074027" y="1983777"/>
            <a:chExt cx="380604" cy="313854"/>
          </a:xfrm>
        </p:grpSpPr>
        <p:sp>
          <p:nvSpPr>
            <p:cNvPr id="11247" name="Google Shape;11247;p69"/>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9"/>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9"/>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9"/>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9"/>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69"/>
          <p:cNvGrpSpPr/>
          <p:nvPr/>
        </p:nvGrpSpPr>
        <p:grpSpPr>
          <a:xfrm>
            <a:off x="3522521" y="1975857"/>
            <a:ext cx="367013" cy="331278"/>
            <a:chOff x="3522521" y="1975857"/>
            <a:chExt cx="367013" cy="331278"/>
          </a:xfrm>
        </p:grpSpPr>
        <p:sp>
          <p:nvSpPr>
            <p:cNvPr id="11253" name="Google Shape;11253;p69"/>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9"/>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9"/>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9"/>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9"/>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9"/>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9"/>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69"/>
          <p:cNvGrpSpPr/>
          <p:nvPr/>
        </p:nvGrpSpPr>
        <p:grpSpPr>
          <a:xfrm>
            <a:off x="2630824" y="1976966"/>
            <a:ext cx="368185" cy="330454"/>
            <a:chOff x="2630824" y="1976966"/>
            <a:chExt cx="368185" cy="330454"/>
          </a:xfrm>
        </p:grpSpPr>
        <p:sp>
          <p:nvSpPr>
            <p:cNvPr id="11261" name="Google Shape;11261;p69"/>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9"/>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9"/>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9"/>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9"/>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9"/>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9"/>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9"/>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69"/>
          <p:cNvGrpSpPr/>
          <p:nvPr/>
        </p:nvGrpSpPr>
        <p:grpSpPr>
          <a:xfrm>
            <a:off x="1293706" y="1966416"/>
            <a:ext cx="369294" cy="350444"/>
            <a:chOff x="1293706" y="1966416"/>
            <a:chExt cx="369294" cy="350444"/>
          </a:xfrm>
        </p:grpSpPr>
        <p:sp>
          <p:nvSpPr>
            <p:cNvPr id="11270" name="Google Shape;11270;p69"/>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9"/>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9"/>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9"/>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9"/>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9"/>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9"/>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9"/>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69"/>
          <p:cNvGrpSpPr/>
          <p:nvPr/>
        </p:nvGrpSpPr>
        <p:grpSpPr>
          <a:xfrm>
            <a:off x="3967213" y="1975477"/>
            <a:ext cx="368185" cy="331816"/>
            <a:chOff x="3967213" y="1975477"/>
            <a:chExt cx="368185" cy="331816"/>
          </a:xfrm>
        </p:grpSpPr>
        <p:sp>
          <p:nvSpPr>
            <p:cNvPr id="11279" name="Google Shape;11279;p69"/>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9"/>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9"/>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69"/>
          <p:cNvGrpSpPr/>
          <p:nvPr/>
        </p:nvGrpSpPr>
        <p:grpSpPr>
          <a:xfrm>
            <a:off x="8047661" y="1969046"/>
            <a:ext cx="279132" cy="356875"/>
            <a:chOff x="8047661" y="1969046"/>
            <a:chExt cx="279132" cy="356875"/>
          </a:xfrm>
        </p:grpSpPr>
        <p:sp>
          <p:nvSpPr>
            <p:cNvPr id="11283" name="Google Shape;11283;p69"/>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9"/>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9"/>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9"/>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69"/>
          <p:cNvGrpSpPr/>
          <p:nvPr/>
        </p:nvGrpSpPr>
        <p:grpSpPr>
          <a:xfrm>
            <a:off x="7596157" y="1968159"/>
            <a:ext cx="279544" cy="358142"/>
            <a:chOff x="7596157" y="1968159"/>
            <a:chExt cx="279544" cy="358142"/>
          </a:xfrm>
        </p:grpSpPr>
        <p:sp>
          <p:nvSpPr>
            <p:cNvPr id="11288" name="Google Shape;11288;p69"/>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9"/>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9"/>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9"/>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9"/>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9"/>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69"/>
          <p:cNvGrpSpPr/>
          <p:nvPr/>
        </p:nvGrpSpPr>
        <p:grpSpPr>
          <a:xfrm>
            <a:off x="7147315" y="1969046"/>
            <a:ext cx="279513" cy="357636"/>
            <a:chOff x="7147315" y="1969046"/>
            <a:chExt cx="279513" cy="357636"/>
          </a:xfrm>
        </p:grpSpPr>
        <p:sp>
          <p:nvSpPr>
            <p:cNvPr id="11295" name="Google Shape;11295;p69"/>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9"/>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9"/>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9"/>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9"/>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9"/>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9"/>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69"/>
          <p:cNvGrpSpPr/>
          <p:nvPr/>
        </p:nvGrpSpPr>
        <p:grpSpPr>
          <a:xfrm>
            <a:off x="6697681" y="1968317"/>
            <a:ext cx="280305" cy="359093"/>
            <a:chOff x="6697681" y="1968317"/>
            <a:chExt cx="280305" cy="359093"/>
          </a:xfrm>
        </p:grpSpPr>
        <p:sp>
          <p:nvSpPr>
            <p:cNvPr id="11303" name="Google Shape;11303;p69"/>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9"/>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9"/>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9"/>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9"/>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9"/>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9"/>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69"/>
          <p:cNvGrpSpPr/>
          <p:nvPr/>
        </p:nvGrpSpPr>
        <p:grpSpPr>
          <a:xfrm>
            <a:off x="6248839" y="1967937"/>
            <a:ext cx="280273" cy="358744"/>
            <a:chOff x="6248839" y="1967937"/>
            <a:chExt cx="280273" cy="358744"/>
          </a:xfrm>
        </p:grpSpPr>
        <p:sp>
          <p:nvSpPr>
            <p:cNvPr id="11311" name="Google Shape;11311;p69"/>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9"/>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9"/>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9"/>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9"/>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9"/>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69"/>
          <p:cNvGrpSpPr/>
          <p:nvPr/>
        </p:nvGrpSpPr>
        <p:grpSpPr>
          <a:xfrm>
            <a:off x="5801485" y="1969046"/>
            <a:ext cx="279164" cy="357794"/>
            <a:chOff x="5801485" y="1969046"/>
            <a:chExt cx="279164" cy="357794"/>
          </a:xfrm>
        </p:grpSpPr>
        <p:sp>
          <p:nvSpPr>
            <p:cNvPr id="11318" name="Google Shape;11318;p69"/>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9"/>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9"/>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9"/>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9"/>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9"/>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9"/>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9"/>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9"/>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9"/>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9"/>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9"/>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9"/>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69"/>
          <p:cNvGrpSpPr/>
          <p:nvPr/>
        </p:nvGrpSpPr>
        <p:grpSpPr>
          <a:xfrm>
            <a:off x="5352643" y="1969046"/>
            <a:ext cx="278404" cy="358364"/>
            <a:chOff x="5352643" y="1969046"/>
            <a:chExt cx="278404" cy="358364"/>
          </a:xfrm>
        </p:grpSpPr>
        <p:sp>
          <p:nvSpPr>
            <p:cNvPr id="11332" name="Google Shape;11332;p69"/>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9"/>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9"/>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9"/>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69"/>
          <p:cNvGrpSpPr/>
          <p:nvPr/>
        </p:nvGrpSpPr>
        <p:grpSpPr>
          <a:xfrm>
            <a:off x="4897750" y="1968317"/>
            <a:ext cx="279132" cy="358364"/>
            <a:chOff x="4897750" y="1968317"/>
            <a:chExt cx="279132" cy="358364"/>
          </a:xfrm>
        </p:grpSpPr>
        <p:sp>
          <p:nvSpPr>
            <p:cNvPr id="11337" name="Google Shape;11337;p69"/>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9"/>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9"/>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9"/>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9"/>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9"/>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9"/>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9"/>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9"/>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9"/>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9"/>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9"/>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9"/>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0" name="Google Shape;11350;p69"/>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1" name="Google Shape;11351;p69"/>
          <p:cNvGrpSpPr/>
          <p:nvPr/>
        </p:nvGrpSpPr>
        <p:grpSpPr>
          <a:xfrm>
            <a:off x="1767449" y="1513044"/>
            <a:ext cx="324403" cy="347783"/>
            <a:chOff x="1767449" y="1513044"/>
            <a:chExt cx="324403" cy="347783"/>
          </a:xfrm>
        </p:grpSpPr>
        <p:sp>
          <p:nvSpPr>
            <p:cNvPr id="11352" name="Google Shape;11352;p69"/>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9"/>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9"/>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9"/>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9"/>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9"/>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9"/>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9"/>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9"/>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69"/>
          <p:cNvGrpSpPr/>
          <p:nvPr/>
        </p:nvGrpSpPr>
        <p:grpSpPr>
          <a:xfrm>
            <a:off x="4007193" y="1512727"/>
            <a:ext cx="320633" cy="348100"/>
            <a:chOff x="4007193" y="1512727"/>
            <a:chExt cx="320633" cy="348100"/>
          </a:xfrm>
        </p:grpSpPr>
        <p:sp>
          <p:nvSpPr>
            <p:cNvPr id="11362" name="Google Shape;11362;p69"/>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9"/>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9"/>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9"/>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9"/>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69"/>
          <p:cNvGrpSpPr/>
          <p:nvPr/>
        </p:nvGrpSpPr>
        <p:grpSpPr>
          <a:xfrm>
            <a:off x="3530425" y="1508747"/>
            <a:ext cx="368175" cy="344594"/>
            <a:chOff x="3530425" y="1508747"/>
            <a:chExt cx="368175" cy="344594"/>
          </a:xfrm>
        </p:grpSpPr>
        <p:sp>
          <p:nvSpPr>
            <p:cNvPr id="11368" name="Google Shape;11368;p69"/>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9"/>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9"/>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9"/>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69"/>
          <p:cNvGrpSpPr/>
          <p:nvPr/>
        </p:nvGrpSpPr>
        <p:grpSpPr>
          <a:xfrm>
            <a:off x="3127598" y="1513234"/>
            <a:ext cx="289714" cy="347593"/>
            <a:chOff x="3127598" y="1513234"/>
            <a:chExt cx="289714" cy="347593"/>
          </a:xfrm>
        </p:grpSpPr>
        <p:sp>
          <p:nvSpPr>
            <p:cNvPr id="11373" name="Google Shape;11373;p69"/>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9"/>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9"/>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9"/>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9"/>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69"/>
          <p:cNvGrpSpPr/>
          <p:nvPr/>
        </p:nvGrpSpPr>
        <p:grpSpPr>
          <a:xfrm>
            <a:off x="2662884" y="1513044"/>
            <a:ext cx="322914" cy="348543"/>
            <a:chOff x="2662884" y="1513044"/>
            <a:chExt cx="322914" cy="348543"/>
          </a:xfrm>
        </p:grpSpPr>
        <p:sp>
          <p:nvSpPr>
            <p:cNvPr id="11379" name="Google Shape;11379;p69"/>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9"/>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9"/>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9"/>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9"/>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9"/>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9"/>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9"/>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9"/>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9"/>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69"/>
          <p:cNvGrpSpPr/>
          <p:nvPr/>
        </p:nvGrpSpPr>
        <p:grpSpPr>
          <a:xfrm>
            <a:off x="2232511" y="1512759"/>
            <a:ext cx="299534" cy="348068"/>
            <a:chOff x="2232511" y="1512759"/>
            <a:chExt cx="299534" cy="348068"/>
          </a:xfrm>
        </p:grpSpPr>
        <p:sp>
          <p:nvSpPr>
            <p:cNvPr id="11390" name="Google Shape;11390;p69"/>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9"/>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9"/>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9"/>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9"/>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9"/>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9"/>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9"/>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9"/>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9"/>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9"/>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69"/>
          <p:cNvGrpSpPr/>
          <p:nvPr/>
        </p:nvGrpSpPr>
        <p:grpSpPr>
          <a:xfrm>
            <a:off x="1331406" y="1513361"/>
            <a:ext cx="301784" cy="348607"/>
            <a:chOff x="1331406" y="1513361"/>
            <a:chExt cx="301784" cy="348607"/>
          </a:xfrm>
        </p:grpSpPr>
        <p:sp>
          <p:nvSpPr>
            <p:cNvPr id="11402" name="Google Shape;11402;p69"/>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9"/>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9"/>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9"/>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69"/>
          <p:cNvGrpSpPr/>
          <p:nvPr/>
        </p:nvGrpSpPr>
        <p:grpSpPr>
          <a:xfrm>
            <a:off x="7144274" y="1500214"/>
            <a:ext cx="282174" cy="355735"/>
            <a:chOff x="7144274" y="1500214"/>
            <a:chExt cx="282174" cy="355735"/>
          </a:xfrm>
        </p:grpSpPr>
        <p:sp>
          <p:nvSpPr>
            <p:cNvPr id="11407" name="Google Shape;11407;p69"/>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9"/>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9"/>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9"/>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9"/>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9"/>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69"/>
          <p:cNvGrpSpPr/>
          <p:nvPr/>
        </p:nvGrpSpPr>
        <p:grpSpPr>
          <a:xfrm>
            <a:off x="6685262" y="1500214"/>
            <a:ext cx="289682" cy="354594"/>
            <a:chOff x="6685262" y="1500214"/>
            <a:chExt cx="289682" cy="354594"/>
          </a:xfrm>
        </p:grpSpPr>
        <p:sp>
          <p:nvSpPr>
            <p:cNvPr id="11414" name="Google Shape;11414;p69"/>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9"/>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9"/>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9"/>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69"/>
          <p:cNvGrpSpPr/>
          <p:nvPr/>
        </p:nvGrpSpPr>
        <p:grpSpPr>
          <a:xfrm>
            <a:off x="6200938" y="1500594"/>
            <a:ext cx="322154" cy="355355"/>
            <a:chOff x="6200938" y="1500594"/>
            <a:chExt cx="322154" cy="355355"/>
          </a:xfrm>
        </p:grpSpPr>
        <p:sp>
          <p:nvSpPr>
            <p:cNvPr id="11419" name="Google Shape;11419;p69"/>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9"/>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9"/>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9"/>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9"/>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69"/>
          <p:cNvGrpSpPr/>
          <p:nvPr/>
        </p:nvGrpSpPr>
        <p:grpSpPr>
          <a:xfrm>
            <a:off x="5289631" y="1500214"/>
            <a:ext cx="332355" cy="354974"/>
            <a:chOff x="5289631" y="1500214"/>
            <a:chExt cx="332355" cy="354974"/>
          </a:xfrm>
        </p:grpSpPr>
        <p:sp>
          <p:nvSpPr>
            <p:cNvPr id="11425" name="Google Shape;11425;p69"/>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9"/>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9"/>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9"/>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9"/>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9"/>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69"/>
          <p:cNvGrpSpPr/>
          <p:nvPr/>
        </p:nvGrpSpPr>
        <p:grpSpPr>
          <a:xfrm>
            <a:off x="5748295" y="1499833"/>
            <a:ext cx="323294" cy="356115"/>
            <a:chOff x="5748295" y="1499833"/>
            <a:chExt cx="323294" cy="356115"/>
          </a:xfrm>
        </p:grpSpPr>
        <p:sp>
          <p:nvSpPr>
            <p:cNvPr id="11432" name="Google Shape;11432;p69"/>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9"/>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9"/>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9"/>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9"/>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9"/>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9"/>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69"/>
          <p:cNvGrpSpPr/>
          <p:nvPr/>
        </p:nvGrpSpPr>
        <p:grpSpPr>
          <a:xfrm>
            <a:off x="8047661" y="1501037"/>
            <a:ext cx="278404" cy="355260"/>
            <a:chOff x="8047661" y="1501037"/>
            <a:chExt cx="278404" cy="355260"/>
          </a:xfrm>
        </p:grpSpPr>
        <p:sp>
          <p:nvSpPr>
            <p:cNvPr id="11440" name="Google Shape;11440;p69"/>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9"/>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9"/>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9"/>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69"/>
          <p:cNvGrpSpPr/>
          <p:nvPr/>
        </p:nvGrpSpPr>
        <p:grpSpPr>
          <a:xfrm>
            <a:off x="4903389" y="1500214"/>
            <a:ext cx="267854" cy="355735"/>
            <a:chOff x="4903389" y="1500214"/>
            <a:chExt cx="267854" cy="355735"/>
          </a:xfrm>
        </p:grpSpPr>
        <p:sp>
          <p:nvSpPr>
            <p:cNvPr id="11445" name="Google Shape;11445;p69"/>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9"/>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9"/>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9"/>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9"/>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69"/>
          <p:cNvGrpSpPr/>
          <p:nvPr/>
        </p:nvGrpSpPr>
        <p:grpSpPr>
          <a:xfrm>
            <a:off x="7613518" y="1501354"/>
            <a:ext cx="264433" cy="353074"/>
            <a:chOff x="7613518" y="1501354"/>
            <a:chExt cx="264433" cy="353074"/>
          </a:xfrm>
        </p:grpSpPr>
        <p:sp>
          <p:nvSpPr>
            <p:cNvPr id="11451" name="Google Shape;11451;p69"/>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9"/>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9"/>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9"/>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9"/>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9"/>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1460" name="Shape 11460"/>
        <p:cNvGrpSpPr/>
        <p:nvPr/>
      </p:nvGrpSpPr>
      <p:grpSpPr>
        <a:xfrm>
          <a:off x="0" y="0"/>
          <a:ext cx="0" cy="0"/>
          <a:chOff x="0" y="0"/>
          <a:chExt cx="0" cy="0"/>
        </a:xfrm>
      </p:grpSpPr>
      <p:sp>
        <p:nvSpPr>
          <p:cNvPr id="11461" name="Google Shape;11461;p7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62" name="Google Shape;11462;p7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463" name="Google Shape;11463;p70"/>
          <p:cNvGrpSpPr/>
          <p:nvPr/>
        </p:nvGrpSpPr>
        <p:grpSpPr>
          <a:xfrm>
            <a:off x="1757085" y="1500675"/>
            <a:ext cx="371069" cy="359396"/>
            <a:chOff x="1757085" y="1500675"/>
            <a:chExt cx="371069" cy="359396"/>
          </a:xfrm>
        </p:grpSpPr>
        <p:sp>
          <p:nvSpPr>
            <p:cNvPr id="11464" name="Google Shape;11464;p70"/>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0"/>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0"/>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0"/>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0"/>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0"/>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0"/>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0"/>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0"/>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0"/>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0"/>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0"/>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0"/>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0"/>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0"/>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0"/>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0"/>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70"/>
          <p:cNvGrpSpPr/>
          <p:nvPr/>
        </p:nvGrpSpPr>
        <p:grpSpPr>
          <a:xfrm>
            <a:off x="2774209" y="1954691"/>
            <a:ext cx="116693" cy="374186"/>
            <a:chOff x="2774209" y="1954691"/>
            <a:chExt cx="116693" cy="374186"/>
          </a:xfrm>
        </p:grpSpPr>
        <p:sp>
          <p:nvSpPr>
            <p:cNvPr id="11494" name="Google Shape;11494;p70"/>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0"/>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70"/>
          <p:cNvGrpSpPr/>
          <p:nvPr/>
        </p:nvGrpSpPr>
        <p:grpSpPr>
          <a:xfrm>
            <a:off x="4017435" y="1499912"/>
            <a:ext cx="315092" cy="359397"/>
            <a:chOff x="4017435" y="1499912"/>
            <a:chExt cx="315092" cy="359397"/>
          </a:xfrm>
        </p:grpSpPr>
        <p:sp>
          <p:nvSpPr>
            <p:cNvPr id="11497" name="Google Shape;11497;p70"/>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0"/>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70"/>
          <p:cNvGrpSpPr/>
          <p:nvPr/>
        </p:nvGrpSpPr>
        <p:grpSpPr>
          <a:xfrm>
            <a:off x="3963652" y="1999759"/>
            <a:ext cx="374154" cy="284050"/>
            <a:chOff x="3963652" y="1999759"/>
            <a:chExt cx="374154" cy="284050"/>
          </a:xfrm>
        </p:grpSpPr>
        <p:sp>
          <p:nvSpPr>
            <p:cNvPr id="11500" name="Google Shape;11500;p70"/>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0"/>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0"/>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70"/>
          <p:cNvGrpSpPr/>
          <p:nvPr/>
        </p:nvGrpSpPr>
        <p:grpSpPr>
          <a:xfrm>
            <a:off x="1777536" y="2014866"/>
            <a:ext cx="376444" cy="253772"/>
            <a:chOff x="1777536" y="2014866"/>
            <a:chExt cx="376444" cy="253772"/>
          </a:xfrm>
        </p:grpSpPr>
        <p:sp>
          <p:nvSpPr>
            <p:cNvPr id="11504" name="Google Shape;11504;p70"/>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0"/>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0"/>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0"/>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0"/>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70"/>
          <p:cNvGrpSpPr/>
          <p:nvPr/>
        </p:nvGrpSpPr>
        <p:grpSpPr>
          <a:xfrm>
            <a:off x="1309875" y="2057326"/>
            <a:ext cx="374154" cy="169680"/>
            <a:chOff x="1309875" y="2057326"/>
            <a:chExt cx="374154" cy="169680"/>
          </a:xfrm>
        </p:grpSpPr>
        <p:sp>
          <p:nvSpPr>
            <p:cNvPr id="11510" name="Google Shape;11510;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0"/>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0"/>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0"/>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0"/>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0"/>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0"/>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1" name="Google Shape;11521;p70"/>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2" name="Google Shape;11522;p70"/>
          <p:cNvGrpSpPr/>
          <p:nvPr/>
        </p:nvGrpSpPr>
        <p:grpSpPr>
          <a:xfrm>
            <a:off x="2347450" y="1954564"/>
            <a:ext cx="113639" cy="373168"/>
            <a:chOff x="2347450" y="1954564"/>
            <a:chExt cx="113639" cy="373168"/>
          </a:xfrm>
        </p:grpSpPr>
        <p:sp>
          <p:nvSpPr>
            <p:cNvPr id="11523" name="Google Shape;11523;p70"/>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0"/>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5" name="Google Shape;11525;p70"/>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6" name="Google Shape;11526;p70"/>
          <p:cNvGrpSpPr/>
          <p:nvPr/>
        </p:nvGrpSpPr>
        <p:grpSpPr>
          <a:xfrm>
            <a:off x="3110102" y="1499880"/>
            <a:ext cx="330613" cy="358379"/>
            <a:chOff x="3110102" y="1499880"/>
            <a:chExt cx="330613" cy="358379"/>
          </a:xfrm>
        </p:grpSpPr>
        <p:sp>
          <p:nvSpPr>
            <p:cNvPr id="11527" name="Google Shape;11527;p70"/>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0"/>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0"/>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0"/>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0"/>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0"/>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0"/>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4" name="Google Shape;11534;p70"/>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5" name="Google Shape;11535;p70"/>
          <p:cNvGrpSpPr/>
          <p:nvPr/>
        </p:nvGrpSpPr>
        <p:grpSpPr>
          <a:xfrm>
            <a:off x="3485575" y="1999759"/>
            <a:ext cx="373772" cy="284050"/>
            <a:chOff x="3531200" y="1999759"/>
            <a:chExt cx="373772" cy="284050"/>
          </a:xfrm>
        </p:grpSpPr>
        <p:sp>
          <p:nvSpPr>
            <p:cNvPr id="11536" name="Google Shape;11536;p70"/>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0"/>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0"/>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0"/>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70"/>
          <p:cNvGrpSpPr/>
          <p:nvPr/>
        </p:nvGrpSpPr>
        <p:grpSpPr>
          <a:xfrm>
            <a:off x="2667058" y="1500293"/>
            <a:ext cx="330231" cy="359015"/>
            <a:chOff x="2667058" y="1500293"/>
            <a:chExt cx="330231" cy="359015"/>
          </a:xfrm>
        </p:grpSpPr>
        <p:sp>
          <p:nvSpPr>
            <p:cNvPr id="11541" name="Google Shape;11541;p70"/>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0"/>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0"/>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0"/>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0"/>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0"/>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0"/>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0"/>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0"/>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0"/>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0"/>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0"/>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70"/>
          <p:cNvGrpSpPr/>
          <p:nvPr/>
        </p:nvGrpSpPr>
        <p:grpSpPr>
          <a:xfrm>
            <a:off x="3567553" y="1499912"/>
            <a:ext cx="320022" cy="359778"/>
            <a:chOff x="3567553" y="1499912"/>
            <a:chExt cx="320022" cy="359778"/>
          </a:xfrm>
        </p:grpSpPr>
        <p:sp>
          <p:nvSpPr>
            <p:cNvPr id="11560" name="Google Shape;11560;p70"/>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0"/>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0"/>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0"/>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0"/>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0"/>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70"/>
          <p:cNvGrpSpPr/>
          <p:nvPr/>
        </p:nvGrpSpPr>
        <p:grpSpPr>
          <a:xfrm>
            <a:off x="1309875" y="1499912"/>
            <a:ext cx="359015" cy="358633"/>
            <a:chOff x="1309875" y="1499912"/>
            <a:chExt cx="359015" cy="358633"/>
          </a:xfrm>
        </p:grpSpPr>
        <p:sp>
          <p:nvSpPr>
            <p:cNvPr id="11567" name="Google Shape;11567;p70"/>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0"/>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0"/>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0"/>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0"/>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0"/>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0"/>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0"/>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0"/>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70"/>
          <p:cNvGrpSpPr/>
          <p:nvPr/>
        </p:nvGrpSpPr>
        <p:grpSpPr>
          <a:xfrm>
            <a:off x="2219466" y="1500293"/>
            <a:ext cx="330613" cy="359015"/>
            <a:chOff x="2219466" y="1500293"/>
            <a:chExt cx="330613" cy="359015"/>
          </a:xfrm>
        </p:grpSpPr>
        <p:sp>
          <p:nvSpPr>
            <p:cNvPr id="11577" name="Google Shape;11577;p70"/>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0"/>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70"/>
          <p:cNvGrpSpPr/>
          <p:nvPr/>
        </p:nvGrpSpPr>
        <p:grpSpPr>
          <a:xfrm>
            <a:off x="5343544" y="1509358"/>
            <a:ext cx="244676" cy="351095"/>
            <a:chOff x="5343544" y="1509358"/>
            <a:chExt cx="244676" cy="351095"/>
          </a:xfrm>
        </p:grpSpPr>
        <p:sp>
          <p:nvSpPr>
            <p:cNvPr id="11580" name="Google Shape;11580;p70"/>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0"/>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0"/>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70"/>
          <p:cNvGrpSpPr/>
          <p:nvPr/>
        </p:nvGrpSpPr>
        <p:grpSpPr>
          <a:xfrm>
            <a:off x="4882340" y="1509358"/>
            <a:ext cx="246171" cy="351095"/>
            <a:chOff x="4882340" y="1509358"/>
            <a:chExt cx="246171" cy="351095"/>
          </a:xfrm>
        </p:grpSpPr>
        <p:sp>
          <p:nvSpPr>
            <p:cNvPr id="11584" name="Google Shape;11584;p70"/>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0"/>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0"/>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0"/>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0"/>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70"/>
          <p:cNvGrpSpPr/>
          <p:nvPr/>
        </p:nvGrpSpPr>
        <p:grpSpPr>
          <a:xfrm>
            <a:off x="6273204" y="1509008"/>
            <a:ext cx="236343" cy="351445"/>
            <a:chOff x="6273204" y="1509008"/>
            <a:chExt cx="236343" cy="351445"/>
          </a:xfrm>
        </p:grpSpPr>
        <p:sp>
          <p:nvSpPr>
            <p:cNvPr id="11590" name="Google Shape;11590;p70"/>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0"/>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2" name="Google Shape;11592;p70"/>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3" name="Google Shape;11593;p70"/>
          <p:cNvGrpSpPr/>
          <p:nvPr/>
        </p:nvGrpSpPr>
        <p:grpSpPr>
          <a:xfrm>
            <a:off x="7219530" y="1508244"/>
            <a:ext cx="191625" cy="352209"/>
            <a:chOff x="7219530" y="1508244"/>
            <a:chExt cx="191625" cy="352209"/>
          </a:xfrm>
        </p:grpSpPr>
        <p:sp>
          <p:nvSpPr>
            <p:cNvPr id="11594" name="Google Shape;11594;p70"/>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0"/>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70"/>
          <p:cNvGrpSpPr/>
          <p:nvPr/>
        </p:nvGrpSpPr>
        <p:grpSpPr>
          <a:xfrm>
            <a:off x="7699309" y="1508626"/>
            <a:ext cx="154922" cy="351827"/>
            <a:chOff x="7699309" y="1508626"/>
            <a:chExt cx="154922" cy="351827"/>
          </a:xfrm>
        </p:grpSpPr>
        <p:sp>
          <p:nvSpPr>
            <p:cNvPr id="11597" name="Google Shape;11597;p70"/>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0"/>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0"/>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0"/>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0"/>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0"/>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0"/>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4" name="Google Shape;11604;p70"/>
          <p:cNvGrpSpPr/>
          <p:nvPr/>
        </p:nvGrpSpPr>
        <p:grpSpPr>
          <a:xfrm>
            <a:off x="8161690" y="1509008"/>
            <a:ext cx="153396" cy="351064"/>
            <a:chOff x="8161690" y="1509008"/>
            <a:chExt cx="153396" cy="351064"/>
          </a:xfrm>
        </p:grpSpPr>
        <p:sp>
          <p:nvSpPr>
            <p:cNvPr id="11605" name="Google Shape;11605;p70"/>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0"/>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0"/>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0"/>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70"/>
          <p:cNvGrpSpPr/>
          <p:nvPr/>
        </p:nvGrpSpPr>
        <p:grpSpPr>
          <a:xfrm>
            <a:off x="6746940" y="1508881"/>
            <a:ext cx="213221" cy="352304"/>
            <a:chOff x="6746940" y="1508881"/>
            <a:chExt cx="213221" cy="352304"/>
          </a:xfrm>
        </p:grpSpPr>
        <p:sp>
          <p:nvSpPr>
            <p:cNvPr id="11610" name="Google Shape;11610;p70"/>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0"/>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0"/>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0"/>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70"/>
          <p:cNvGrpSpPr/>
          <p:nvPr/>
        </p:nvGrpSpPr>
        <p:grpSpPr>
          <a:xfrm>
            <a:off x="5770336" y="2007615"/>
            <a:ext cx="350682" cy="292097"/>
            <a:chOff x="5770336" y="2007615"/>
            <a:chExt cx="350682" cy="292097"/>
          </a:xfrm>
        </p:grpSpPr>
        <p:sp>
          <p:nvSpPr>
            <p:cNvPr id="11615" name="Google Shape;11615;p70"/>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0"/>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0"/>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0"/>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9" name="Google Shape;11619;p70"/>
          <p:cNvGrpSpPr/>
          <p:nvPr/>
        </p:nvGrpSpPr>
        <p:grpSpPr>
          <a:xfrm>
            <a:off x="5326878" y="1980358"/>
            <a:ext cx="350332" cy="346229"/>
            <a:chOff x="5326878" y="1980358"/>
            <a:chExt cx="350332" cy="346229"/>
          </a:xfrm>
        </p:grpSpPr>
        <p:sp>
          <p:nvSpPr>
            <p:cNvPr id="11620" name="Google Shape;11620;p70"/>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0"/>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0"/>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0"/>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4" name="Google Shape;11624;p70"/>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5" name="Google Shape;11625;p70"/>
          <p:cNvGrpSpPr/>
          <p:nvPr/>
        </p:nvGrpSpPr>
        <p:grpSpPr>
          <a:xfrm>
            <a:off x="4883835" y="1992571"/>
            <a:ext cx="350300" cy="323043"/>
            <a:chOff x="4883835" y="1992571"/>
            <a:chExt cx="350300" cy="323043"/>
          </a:xfrm>
        </p:grpSpPr>
        <p:sp>
          <p:nvSpPr>
            <p:cNvPr id="11626" name="Google Shape;11626;p70"/>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0"/>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0"/>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0"/>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0"/>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0"/>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70"/>
          <p:cNvGrpSpPr/>
          <p:nvPr/>
        </p:nvGrpSpPr>
        <p:grpSpPr>
          <a:xfrm>
            <a:off x="7548967" y="1978927"/>
            <a:ext cx="333285" cy="349950"/>
            <a:chOff x="7548967" y="1978927"/>
            <a:chExt cx="333285" cy="349950"/>
          </a:xfrm>
        </p:grpSpPr>
        <p:sp>
          <p:nvSpPr>
            <p:cNvPr id="11633" name="Google Shape;11633;p70"/>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0"/>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0"/>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0"/>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0"/>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0"/>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0"/>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70"/>
          <p:cNvGrpSpPr/>
          <p:nvPr/>
        </p:nvGrpSpPr>
        <p:grpSpPr>
          <a:xfrm>
            <a:off x="6214142" y="1978927"/>
            <a:ext cx="346515" cy="350300"/>
            <a:chOff x="6214142" y="1978927"/>
            <a:chExt cx="346515" cy="350300"/>
          </a:xfrm>
        </p:grpSpPr>
        <p:sp>
          <p:nvSpPr>
            <p:cNvPr id="11641" name="Google Shape;11641;p70"/>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0"/>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70"/>
          <p:cNvGrpSpPr/>
          <p:nvPr/>
        </p:nvGrpSpPr>
        <p:grpSpPr>
          <a:xfrm>
            <a:off x="7105923" y="1978545"/>
            <a:ext cx="333285" cy="350682"/>
            <a:chOff x="7105923" y="1978545"/>
            <a:chExt cx="333285" cy="350682"/>
          </a:xfrm>
        </p:grpSpPr>
        <p:sp>
          <p:nvSpPr>
            <p:cNvPr id="11644" name="Google Shape;11644;p70"/>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0"/>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0"/>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0"/>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0"/>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0"/>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0"/>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1" name="Google Shape;11651;p70"/>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0"/>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3" name="Google Shape;11653;p70"/>
          <p:cNvGrpSpPr/>
          <p:nvPr/>
        </p:nvGrpSpPr>
        <p:grpSpPr>
          <a:xfrm>
            <a:off x="3616406" y="2422352"/>
            <a:ext cx="203393" cy="351827"/>
            <a:chOff x="3616406" y="2422352"/>
            <a:chExt cx="203393" cy="351827"/>
          </a:xfrm>
        </p:grpSpPr>
        <p:sp>
          <p:nvSpPr>
            <p:cNvPr id="11654" name="Google Shape;11654;p70"/>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0"/>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70"/>
          <p:cNvGrpSpPr/>
          <p:nvPr/>
        </p:nvGrpSpPr>
        <p:grpSpPr>
          <a:xfrm>
            <a:off x="878187" y="2421970"/>
            <a:ext cx="272696" cy="351827"/>
            <a:chOff x="913012" y="2421970"/>
            <a:chExt cx="272696" cy="351827"/>
          </a:xfrm>
        </p:grpSpPr>
        <p:sp>
          <p:nvSpPr>
            <p:cNvPr id="11657" name="Google Shape;11657;p70"/>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0"/>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0"/>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0"/>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70"/>
          <p:cNvGrpSpPr/>
          <p:nvPr/>
        </p:nvGrpSpPr>
        <p:grpSpPr>
          <a:xfrm>
            <a:off x="2274743" y="2422352"/>
            <a:ext cx="255649" cy="351445"/>
            <a:chOff x="2274743" y="2422352"/>
            <a:chExt cx="255649" cy="351445"/>
          </a:xfrm>
        </p:grpSpPr>
        <p:sp>
          <p:nvSpPr>
            <p:cNvPr id="11662" name="Google Shape;11662;p70"/>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0"/>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0"/>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70"/>
          <p:cNvGrpSpPr/>
          <p:nvPr/>
        </p:nvGrpSpPr>
        <p:grpSpPr>
          <a:xfrm>
            <a:off x="2708723" y="2421239"/>
            <a:ext cx="246552" cy="352558"/>
            <a:chOff x="2708723" y="2421239"/>
            <a:chExt cx="246552" cy="352558"/>
          </a:xfrm>
        </p:grpSpPr>
        <p:sp>
          <p:nvSpPr>
            <p:cNvPr id="11666" name="Google Shape;11666;p70"/>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0"/>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70"/>
          <p:cNvGrpSpPr/>
          <p:nvPr/>
        </p:nvGrpSpPr>
        <p:grpSpPr>
          <a:xfrm>
            <a:off x="1835485" y="2422352"/>
            <a:ext cx="259433" cy="350714"/>
            <a:chOff x="1835485" y="2422352"/>
            <a:chExt cx="259433" cy="350714"/>
          </a:xfrm>
        </p:grpSpPr>
        <p:sp>
          <p:nvSpPr>
            <p:cNvPr id="11669" name="Google Shape;11669;p70"/>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0"/>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0"/>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0"/>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0"/>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0"/>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0"/>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70"/>
          <p:cNvGrpSpPr/>
          <p:nvPr/>
        </p:nvGrpSpPr>
        <p:grpSpPr>
          <a:xfrm>
            <a:off x="3150240" y="2422352"/>
            <a:ext cx="212489" cy="351445"/>
            <a:chOff x="3150240" y="2422352"/>
            <a:chExt cx="212489" cy="351445"/>
          </a:xfrm>
        </p:grpSpPr>
        <p:sp>
          <p:nvSpPr>
            <p:cNvPr id="11677" name="Google Shape;11677;p70"/>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0"/>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70"/>
          <p:cNvGrpSpPr/>
          <p:nvPr/>
        </p:nvGrpSpPr>
        <p:grpSpPr>
          <a:xfrm>
            <a:off x="1367060" y="2422129"/>
            <a:ext cx="269261" cy="352050"/>
            <a:chOff x="1367060" y="2422129"/>
            <a:chExt cx="269261" cy="352050"/>
          </a:xfrm>
        </p:grpSpPr>
        <p:sp>
          <p:nvSpPr>
            <p:cNvPr id="11680" name="Google Shape;11680;p70"/>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0"/>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0"/>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0"/>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0"/>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0"/>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0"/>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0"/>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0"/>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0"/>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0"/>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0"/>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0"/>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0"/>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4" name="Google Shape;11694;p70"/>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5" name="Google Shape;11695;p70"/>
          <p:cNvGrpSpPr/>
          <p:nvPr/>
        </p:nvGrpSpPr>
        <p:grpSpPr>
          <a:xfrm>
            <a:off x="4882690" y="2425405"/>
            <a:ext cx="274573" cy="350682"/>
            <a:chOff x="4882690" y="2425405"/>
            <a:chExt cx="274573" cy="350682"/>
          </a:xfrm>
        </p:grpSpPr>
        <p:sp>
          <p:nvSpPr>
            <p:cNvPr id="11696" name="Google Shape;11696;p70"/>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0"/>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70"/>
          <p:cNvGrpSpPr/>
          <p:nvPr/>
        </p:nvGrpSpPr>
        <p:grpSpPr>
          <a:xfrm>
            <a:off x="6627639" y="2443884"/>
            <a:ext cx="355993" cy="313247"/>
            <a:chOff x="6627639" y="2443884"/>
            <a:chExt cx="355993" cy="313247"/>
          </a:xfrm>
        </p:grpSpPr>
        <p:sp>
          <p:nvSpPr>
            <p:cNvPr id="11699" name="Google Shape;11699;p70"/>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0"/>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0"/>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70"/>
          <p:cNvGrpSpPr/>
          <p:nvPr/>
        </p:nvGrpSpPr>
        <p:grpSpPr>
          <a:xfrm>
            <a:off x="6183451" y="2462140"/>
            <a:ext cx="351445" cy="277976"/>
            <a:chOff x="6183451" y="2462140"/>
            <a:chExt cx="351445" cy="277976"/>
          </a:xfrm>
        </p:grpSpPr>
        <p:sp>
          <p:nvSpPr>
            <p:cNvPr id="11703" name="Google Shape;11703;p70"/>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0"/>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0"/>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0"/>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0"/>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0"/>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0"/>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70"/>
          <p:cNvGrpSpPr/>
          <p:nvPr/>
        </p:nvGrpSpPr>
        <p:grpSpPr>
          <a:xfrm>
            <a:off x="5735477" y="2429858"/>
            <a:ext cx="353354" cy="341299"/>
            <a:chOff x="5735477" y="2429858"/>
            <a:chExt cx="353354" cy="341299"/>
          </a:xfrm>
        </p:grpSpPr>
        <p:sp>
          <p:nvSpPr>
            <p:cNvPr id="11711" name="Google Shape;11711;p70"/>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0"/>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0"/>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0"/>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0"/>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0"/>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7" name="Google Shape;11717;p70"/>
          <p:cNvGrpSpPr/>
          <p:nvPr/>
        </p:nvGrpSpPr>
        <p:grpSpPr>
          <a:xfrm>
            <a:off x="5243735" y="2446973"/>
            <a:ext cx="405255" cy="275499"/>
            <a:chOff x="5283337" y="2478774"/>
            <a:chExt cx="358633" cy="243913"/>
          </a:xfrm>
        </p:grpSpPr>
        <p:sp>
          <p:nvSpPr>
            <p:cNvPr id="11718" name="Google Shape;11718;p70"/>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0"/>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0"/>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0"/>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0"/>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0"/>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0"/>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0"/>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0"/>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0"/>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0"/>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0"/>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0"/>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0"/>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0"/>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0"/>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0"/>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70"/>
          <p:cNvGrpSpPr/>
          <p:nvPr/>
        </p:nvGrpSpPr>
        <p:grpSpPr>
          <a:xfrm>
            <a:off x="7964753" y="2470823"/>
            <a:ext cx="362068" cy="258670"/>
            <a:chOff x="7964753" y="2470823"/>
            <a:chExt cx="362068" cy="258670"/>
          </a:xfrm>
        </p:grpSpPr>
        <p:sp>
          <p:nvSpPr>
            <p:cNvPr id="11736" name="Google Shape;11736;p70"/>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0"/>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0"/>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0"/>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0"/>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0"/>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0"/>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0"/>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0"/>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70"/>
          <p:cNvGrpSpPr/>
          <p:nvPr/>
        </p:nvGrpSpPr>
        <p:grpSpPr>
          <a:xfrm>
            <a:off x="7524349" y="2456447"/>
            <a:ext cx="350332" cy="288948"/>
            <a:chOff x="7524349" y="2456447"/>
            <a:chExt cx="350332" cy="288948"/>
          </a:xfrm>
        </p:grpSpPr>
        <p:sp>
          <p:nvSpPr>
            <p:cNvPr id="11746" name="Google Shape;11746;p70"/>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0"/>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0"/>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0"/>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0"/>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70"/>
          <p:cNvGrpSpPr/>
          <p:nvPr/>
        </p:nvGrpSpPr>
        <p:grpSpPr>
          <a:xfrm>
            <a:off x="3972749" y="2894211"/>
            <a:ext cx="355230" cy="356725"/>
            <a:chOff x="3972749" y="2894211"/>
            <a:chExt cx="355230" cy="356725"/>
          </a:xfrm>
        </p:grpSpPr>
        <p:sp>
          <p:nvSpPr>
            <p:cNvPr id="11752" name="Google Shape;11752;p70"/>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0"/>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0"/>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0"/>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0"/>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70"/>
          <p:cNvGrpSpPr/>
          <p:nvPr/>
        </p:nvGrpSpPr>
        <p:grpSpPr>
          <a:xfrm>
            <a:off x="3527797" y="2918796"/>
            <a:ext cx="355993" cy="307904"/>
            <a:chOff x="3527797" y="2918796"/>
            <a:chExt cx="355993" cy="307904"/>
          </a:xfrm>
        </p:grpSpPr>
        <p:sp>
          <p:nvSpPr>
            <p:cNvPr id="11758" name="Google Shape;11758;p70"/>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0"/>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0"/>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0"/>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0"/>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0"/>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0"/>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0"/>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0"/>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0"/>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70"/>
          <p:cNvGrpSpPr/>
          <p:nvPr/>
        </p:nvGrpSpPr>
        <p:grpSpPr>
          <a:xfrm>
            <a:off x="3082845" y="2920959"/>
            <a:ext cx="356375" cy="302338"/>
            <a:chOff x="3082845" y="2920959"/>
            <a:chExt cx="356375" cy="302338"/>
          </a:xfrm>
        </p:grpSpPr>
        <p:sp>
          <p:nvSpPr>
            <p:cNvPr id="11769" name="Google Shape;11769;p70"/>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0"/>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70"/>
          <p:cNvGrpSpPr/>
          <p:nvPr/>
        </p:nvGrpSpPr>
        <p:grpSpPr>
          <a:xfrm>
            <a:off x="2639038" y="2894942"/>
            <a:ext cx="355612" cy="355612"/>
            <a:chOff x="2639038" y="2894942"/>
            <a:chExt cx="355612" cy="355612"/>
          </a:xfrm>
        </p:grpSpPr>
        <p:sp>
          <p:nvSpPr>
            <p:cNvPr id="11772" name="Google Shape;11772;p70"/>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0"/>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70"/>
          <p:cNvGrpSpPr/>
          <p:nvPr/>
        </p:nvGrpSpPr>
        <p:grpSpPr>
          <a:xfrm>
            <a:off x="2194468" y="2938865"/>
            <a:ext cx="355993" cy="267766"/>
            <a:chOff x="2194468" y="2938865"/>
            <a:chExt cx="355993" cy="267766"/>
          </a:xfrm>
        </p:grpSpPr>
        <p:sp>
          <p:nvSpPr>
            <p:cNvPr id="11775" name="Google Shape;11775;p70"/>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0"/>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0"/>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0"/>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0"/>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0"/>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0"/>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0"/>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0"/>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0"/>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0"/>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0"/>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0"/>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0"/>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0"/>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0"/>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0"/>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0"/>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0"/>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0"/>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70"/>
          <p:cNvGrpSpPr/>
          <p:nvPr/>
        </p:nvGrpSpPr>
        <p:grpSpPr>
          <a:xfrm>
            <a:off x="1749897" y="2894561"/>
            <a:ext cx="355993" cy="355612"/>
            <a:chOff x="1749897" y="2894561"/>
            <a:chExt cx="355993" cy="355612"/>
          </a:xfrm>
        </p:grpSpPr>
        <p:sp>
          <p:nvSpPr>
            <p:cNvPr id="11796" name="Google Shape;11796;p70"/>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0"/>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0"/>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0"/>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0"/>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0"/>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0"/>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0"/>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0"/>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0"/>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0"/>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7" name="Google Shape;11807;p70"/>
          <p:cNvGrpSpPr/>
          <p:nvPr/>
        </p:nvGrpSpPr>
        <p:grpSpPr>
          <a:xfrm>
            <a:off x="1305327" y="2894211"/>
            <a:ext cx="357520" cy="357488"/>
            <a:chOff x="1305327" y="2894211"/>
            <a:chExt cx="357520" cy="357488"/>
          </a:xfrm>
        </p:grpSpPr>
        <p:sp>
          <p:nvSpPr>
            <p:cNvPr id="11808" name="Google Shape;11808;p70"/>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0"/>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0"/>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0"/>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0"/>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70"/>
          <p:cNvGrpSpPr/>
          <p:nvPr/>
        </p:nvGrpSpPr>
        <p:grpSpPr>
          <a:xfrm>
            <a:off x="853950" y="2894720"/>
            <a:ext cx="364104" cy="353290"/>
            <a:chOff x="853950" y="2894720"/>
            <a:chExt cx="364104" cy="353290"/>
          </a:xfrm>
        </p:grpSpPr>
        <p:sp>
          <p:nvSpPr>
            <p:cNvPr id="11814" name="Google Shape;11814;p70"/>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0"/>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0"/>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0"/>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0"/>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0"/>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0"/>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70"/>
          <p:cNvGrpSpPr/>
          <p:nvPr/>
        </p:nvGrpSpPr>
        <p:grpSpPr>
          <a:xfrm>
            <a:off x="7066548" y="2912594"/>
            <a:ext cx="352209" cy="334938"/>
            <a:chOff x="7066548" y="2912594"/>
            <a:chExt cx="352209" cy="334938"/>
          </a:xfrm>
        </p:grpSpPr>
        <p:sp>
          <p:nvSpPr>
            <p:cNvPr id="11822" name="Google Shape;11822;p70"/>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0"/>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0"/>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0"/>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0"/>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0"/>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8" name="Google Shape;11828;p70"/>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0"/>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0" name="Google Shape;11830;p70"/>
          <p:cNvGrpSpPr/>
          <p:nvPr/>
        </p:nvGrpSpPr>
        <p:grpSpPr>
          <a:xfrm>
            <a:off x="7541397" y="2904802"/>
            <a:ext cx="318495" cy="352209"/>
            <a:chOff x="7541397" y="2904802"/>
            <a:chExt cx="318495" cy="352209"/>
          </a:xfrm>
        </p:grpSpPr>
        <p:sp>
          <p:nvSpPr>
            <p:cNvPr id="11831" name="Google Shape;11831;p70"/>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0"/>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70"/>
          <p:cNvGrpSpPr/>
          <p:nvPr/>
        </p:nvGrpSpPr>
        <p:grpSpPr>
          <a:xfrm>
            <a:off x="8003015" y="2904039"/>
            <a:ext cx="306759" cy="351445"/>
            <a:chOff x="8003015" y="2904039"/>
            <a:chExt cx="306759" cy="351445"/>
          </a:xfrm>
        </p:grpSpPr>
        <p:sp>
          <p:nvSpPr>
            <p:cNvPr id="11834" name="Google Shape;11834;p70"/>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0"/>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0"/>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0"/>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0"/>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0"/>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70"/>
          <p:cNvGrpSpPr/>
          <p:nvPr/>
        </p:nvGrpSpPr>
        <p:grpSpPr>
          <a:xfrm>
            <a:off x="5687770" y="2885496"/>
            <a:ext cx="369638" cy="369606"/>
            <a:chOff x="5687770" y="2885496"/>
            <a:chExt cx="369638" cy="369606"/>
          </a:xfrm>
        </p:grpSpPr>
        <p:sp>
          <p:nvSpPr>
            <p:cNvPr id="11841" name="Google Shape;11841;p70"/>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0"/>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0"/>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0"/>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0"/>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0"/>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0"/>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0"/>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0"/>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0"/>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1" name="Google Shape;11851;p70"/>
          <p:cNvGrpSpPr/>
          <p:nvPr/>
        </p:nvGrpSpPr>
        <p:grpSpPr>
          <a:xfrm>
            <a:off x="4881958" y="2904802"/>
            <a:ext cx="156417" cy="349537"/>
            <a:chOff x="4881958" y="2904802"/>
            <a:chExt cx="156417" cy="349537"/>
          </a:xfrm>
        </p:grpSpPr>
        <p:sp>
          <p:nvSpPr>
            <p:cNvPr id="11852" name="Google Shape;11852;p70"/>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0"/>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0"/>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0"/>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0"/>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0"/>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0"/>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70"/>
          <p:cNvGrpSpPr/>
          <p:nvPr/>
        </p:nvGrpSpPr>
        <p:grpSpPr>
          <a:xfrm>
            <a:off x="5230318" y="2886514"/>
            <a:ext cx="371133" cy="367443"/>
            <a:chOff x="5230318" y="2886514"/>
            <a:chExt cx="371133" cy="367443"/>
          </a:xfrm>
        </p:grpSpPr>
        <p:sp>
          <p:nvSpPr>
            <p:cNvPr id="11860" name="Google Shape;11860;p70"/>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0"/>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0"/>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0"/>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0"/>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0"/>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0"/>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0"/>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0"/>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70"/>
          <p:cNvGrpSpPr/>
          <p:nvPr/>
        </p:nvGrpSpPr>
        <p:grpSpPr>
          <a:xfrm>
            <a:off x="5748358" y="3434578"/>
            <a:ext cx="352590" cy="182561"/>
            <a:chOff x="5748358" y="3434578"/>
            <a:chExt cx="352590" cy="182561"/>
          </a:xfrm>
        </p:grpSpPr>
        <p:sp>
          <p:nvSpPr>
            <p:cNvPr id="11870" name="Google Shape;11870;p70"/>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0"/>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0"/>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0"/>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0"/>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0"/>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70"/>
          <p:cNvGrpSpPr/>
          <p:nvPr/>
        </p:nvGrpSpPr>
        <p:grpSpPr>
          <a:xfrm>
            <a:off x="862283" y="4274771"/>
            <a:ext cx="341204" cy="359301"/>
            <a:chOff x="862283" y="4274771"/>
            <a:chExt cx="341204" cy="359301"/>
          </a:xfrm>
        </p:grpSpPr>
        <p:sp>
          <p:nvSpPr>
            <p:cNvPr id="11877" name="Google Shape;11877;p70"/>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0"/>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0"/>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70"/>
          <p:cNvGrpSpPr/>
          <p:nvPr/>
        </p:nvGrpSpPr>
        <p:grpSpPr>
          <a:xfrm>
            <a:off x="1396957" y="4287365"/>
            <a:ext cx="301861" cy="332871"/>
            <a:chOff x="1396957" y="4287365"/>
            <a:chExt cx="301861" cy="332871"/>
          </a:xfrm>
        </p:grpSpPr>
        <p:sp>
          <p:nvSpPr>
            <p:cNvPr id="11881" name="Google Shape;11881;p70"/>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0"/>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0"/>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0"/>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0"/>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0"/>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0"/>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0"/>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0"/>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0"/>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0"/>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0"/>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0"/>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0"/>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0"/>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70"/>
          <p:cNvGrpSpPr/>
          <p:nvPr/>
        </p:nvGrpSpPr>
        <p:grpSpPr>
          <a:xfrm>
            <a:off x="1865381" y="4277506"/>
            <a:ext cx="396131" cy="355612"/>
            <a:chOff x="1865381" y="4277506"/>
            <a:chExt cx="396131" cy="355612"/>
          </a:xfrm>
        </p:grpSpPr>
        <p:sp>
          <p:nvSpPr>
            <p:cNvPr id="11897" name="Google Shape;11897;p70"/>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0"/>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0"/>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0"/>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0"/>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0"/>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70"/>
          <p:cNvGrpSpPr/>
          <p:nvPr/>
        </p:nvGrpSpPr>
        <p:grpSpPr>
          <a:xfrm>
            <a:off x="2411823" y="4303999"/>
            <a:ext cx="334398" cy="299953"/>
            <a:chOff x="2411823" y="4303999"/>
            <a:chExt cx="334398" cy="299953"/>
          </a:xfrm>
        </p:grpSpPr>
        <p:sp>
          <p:nvSpPr>
            <p:cNvPr id="11904" name="Google Shape;11904;p70"/>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0"/>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0"/>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0"/>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0"/>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0"/>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0"/>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70"/>
          <p:cNvGrpSpPr/>
          <p:nvPr/>
        </p:nvGrpSpPr>
        <p:grpSpPr>
          <a:xfrm>
            <a:off x="2903337" y="4279032"/>
            <a:ext cx="382519" cy="350682"/>
            <a:chOff x="2903337" y="4279032"/>
            <a:chExt cx="382519" cy="350682"/>
          </a:xfrm>
        </p:grpSpPr>
        <p:sp>
          <p:nvSpPr>
            <p:cNvPr id="11912" name="Google Shape;11912;p70"/>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0"/>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0"/>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0"/>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0"/>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0"/>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0"/>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0"/>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0"/>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0"/>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0"/>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0"/>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0"/>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0"/>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0"/>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70"/>
          <p:cNvGrpSpPr/>
          <p:nvPr/>
        </p:nvGrpSpPr>
        <p:grpSpPr>
          <a:xfrm>
            <a:off x="3933342" y="4315767"/>
            <a:ext cx="383632" cy="276449"/>
            <a:chOff x="3933342" y="4315767"/>
            <a:chExt cx="383632" cy="276449"/>
          </a:xfrm>
        </p:grpSpPr>
        <p:sp>
          <p:nvSpPr>
            <p:cNvPr id="11928" name="Google Shape;11928;p70"/>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0"/>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0"/>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0"/>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0"/>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0"/>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70"/>
          <p:cNvGrpSpPr/>
          <p:nvPr/>
        </p:nvGrpSpPr>
        <p:grpSpPr>
          <a:xfrm>
            <a:off x="3441065" y="4302505"/>
            <a:ext cx="337069" cy="302593"/>
            <a:chOff x="3441065" y="4302505"/>
            <a:chExt cx="337069" cy="302593"/>
          </a:xfrm>
        </p:grpSpPr>
        <p:sp>
          <p:nvSpPr>
            <p:cNvPr id="11935" name="Google Shape;11935;p70"/>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0"/>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0"/>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0"/>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0"/>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0"/>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0"/>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0"/>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0"/>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0"/>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0"/>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0"/>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0"/>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8" name="Google Shape;11948;p70"/>
          <p:cNvGrpSpPr/>
          <p:nvPr/>
        </p:nvGrpSpPr>
        <p:grpSpPr>
          <a:xfrm>
            <a:off x="3532345" y="3362635"/>
            <a:ext cx="339328" cy="336274"/>
            <a:chOff x="3532345" y="3362635"/>
            <a:chExt cx="339328" cy="336274"/>
          </a:xfrm>
        </p:grpSpPr>
        <p:sp>
          <p:nvSpPr>
            <p:cNvPr id="11949" name="Google Shape;11949;p7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0"/>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0"/>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0"/>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4" name="Google Shape;11954;p70"/>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5" name="Google Shape;11955;p70"/>
          <p:cNvGrpSpPr/>
          <p:nvPr/>
        </p:nvGrpSpPr>
        <p:grpSpPr>
          <a:xfrm>
            <a:off x="1883955" y="3808700"/>
            <a:ext cx="162873" cy="351445"/>
            <a:chOff x="1883955" y="3808700"/>
            <a:chExt cx="162873" cy="351445"/>
          </a:xfrm>
        </p:grpSpPr>
        <p:sp>
          <p:nvSpPr>
            <p:cNvPr id="11956" name="Google Shape;11956;p70"/>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0"/>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8" name="Google Shape;11958;p70"/>
          <p:cNvGrpSpPr/>
          <p:nvPr/>
        </p:nvGrpSpPr>
        <p:grpSpPr>
          <a:xfrm>
            <a:off x="939156" y="3809209"/>
            <a:ext cx="192007" cy="351318"/>
            <a:chOff x="939156" y="3809209"/>
            <a:chExt cx="192007" cy="351318"/>
          </a:xfrm>
        </p:grpSpPr>
        <p:sp>
          <p:nvSpPr>
            <p:cNvPr id="11959" name="Google Shape;11959;p70"/>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0"/>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70"/>
          <p:cNvGrpSpPr/>
          <p:nvPr/>
        </p:nvGrpSpPr>
        <p:grpSpPr>
          <a:xfrm>
            <a:off x="2306167" y="3809845"/>
            <a:ext cx="193915" cy="349155"/>
            <a:chOff x="2306167" y="3809845"/>
            <a:chExt cx="193915" cy="349155"/>
          </a:xfrm>
        </p:grpSpPr>
        <p:sp>
          <p:nvSpPr>
            <p:cNvPr id="11962" name="Google Shape;11962;p70"/>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0"/>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0"/>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0"/>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0"/>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0"/>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0"/>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70"/>
          <p:cNvGrpSpPr/>
          <p:nvPr/>
        </p:nvGrpSpPr>
        <p:grpSpPr>
          <a:xfrm>
            <a:off x="1323901" y="3807173"/>
            <a:ext cx="356343" cy="356757"/>
            <a:chOff x="1323901" y="3807173"/>
            <a:chExt cx="356343" cy="356757"/>
          </a:xfrm>
        </p:grpSpPr>
        <p:sp>
          <p:nvSpPr>
            <p:cNvPr id="11970" name="Google Shape;11970;p70"/>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0"/>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0"/>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0"/>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0"/>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0"/>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0"/>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0"/>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0"/>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0"/>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0"/>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0"/>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0"/>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0"/>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0"/>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0"/>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0"/>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0"/>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0"/>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0"/>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0"/>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0"/>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0"/>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0"/>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4" name="Google Shape;11994;p70"/>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5" name="Google Shape;11995;p70"/>
          <p:cNvGrpSpPr/>
          <p:nvPr/>
        </p:nvGrpSpPr>
        <p:grpSpPr>
          <a:xfrm>
            <a:off x="859262" y="3353920"/>
            <a:ext cx="306759" cy="351445"/>
            <a:chOff x="859262" y="3353920"/>
            <a:chExt cx="306759" cy="351445"/>
          </a:xfrm>
        </p:grpSpPr>
        <p:sp>
          <p:nvSpPr>
            <p:cNvPr id="11996" name="Google Shape;11996;p70"/>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0"/>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0"/>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0"/>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0"/>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1" name="Google Shape;12001;p70"/>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2" name="Google Shape;12002;p70"/>
          <p:cNvGrpSpPr/>
          <p:nvPr/>
        </p:nvGrpSpPr>
        <p:grpSpPr>
          <a:xfrm>
            <a:off x="3967437" y="3837102"/>
            <a:ext cx="364708" cy="295405"/>
            <a:chOff x="3967437" y="3837102"/>
            <a:chExt cx="364708" cy="295405"/>
          </a:xfrm>
        </p:grpSpPr>
        <p:sp>
          <p:nvSpPr>
            <p:cNvPr id="12003" name="Google Shape;12003;p70"/>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0"/>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0"/>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0"/>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0"/>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8" name="Google Shape;12008;p70"/>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0"/>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0"/>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1" name="Google Shape;12011;p70"/>
          <p:cNvGrpSpPr/>
          <p:nvPr/>
        </p:nvGrpSpPr>
        <p:grpSpPr>
          <a:xfrm>
            <a:off x="5811827" y="3806451"/>
            <a:ext cx="283743" cy="308444"/>
            <a:chOff x="5964227" y="3858701"/>
            <a:chExt cx="283743" cy="308444"/>
          </a:xfrm>
        </p:grpSpPr>
        <p:sp>
          <p:nvSpPr>
            <p:cNvPr id="12012" name="Google Shape;12012;p70"/>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0"/>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0"/>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0"/>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6" name="Google Shape;12016;p70"/>
          <p:cNvGrpSpPr/>
          <p:nvPr/>
        </p:nvGrpSpPr>
        <p:grpSpPr>
          <a:xfrm>
            <a:off x="6243508" y="3873073"/>
            <a:ext cx="320372" cy="213602"/>
            <a:chOff x="6395908" y="3873073"/>
            <a:chExt cx="320372" cy="213602"/>
          </a:xfrm>
        </p:grpSpPr>
        <p:sp>
          <p:nvSpPr>
            <p:cNvPr id="12017" name="Google Shape;12017;p70"/>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0"/>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0"/>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0"/>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0"/>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0"/>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0"/>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0"/>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0"/>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0"/>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70"/>
          <p:cNvGrpSpPr/>
          <p:nvPr/>
        </p:nvGrpSpPr>
        <p:grpSpPr>
          <a:xfrm>
            <a:off x="7262890" y="3802816"/>
            <a:ext cx="357138" cy="352018"/>
            <a:chOff x="7415290" y="3802816"/>
            <a:chExt cx="357138" cy="352018"/>
          </a:xfrm>
        </p:grpSpPr>
        <p:sp>
          <p:nvSpPr>
            <p:cNvPr id="12028" name="Google Shape;12028;p70"/>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0"/>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0"/>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0"/>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0"/>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0"/>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0"/>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0"/>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70"/>
          <p:cNvGrpSpPr/>
          <p:nvPr/>
        </p:nvGrpSpPr>
        <p:grpSpPr>
          <a:xfrm>
            <a:off x="6737312" y="3833413"/>
            <a:ext cx="355230" cy="293401"/>
            <a:chOff x="6889712" y="3833413"/>
            <a:chExt cx="355230" cy="293401"/>
          </a:xfrm>
        </p:grpSpPr>
        <p:sp>
          <p:nvSpPr>
            <p:cNvPr id="12037" name="Google Shape;12037;p70"/>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0"/>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0"/>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0"/>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0"/>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70"/>
          <p:cNvGrpSpPr/>
          <p:nvPr/>
        </p:nvGrpSpPr>
        <p:grpSpPr>
          <a:xfrm>
            <a:off x="7707152" y="3835870"/>
            <a:ext cx="282318" cy="337168"/>
            <a:chOff x="1635875" y="237775"/>
            <a:chExt cx="4370250" cy="5219325"/>
          </a:xfrm>
        </p:grpSpPr>
        <p:sp>
          <p:nvSpPr>
            <p:cNvPr id="12043" name="Google Shape;12043;p70"/>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0"/>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70"/>
          <p:cNvGrpSpPr/>
          <p:nvPr/>
        </p:nvGrpSpPr>
        <p:grpSpPr>
          <a:xfrm>
            <a:off x="3103963" y="3361140"/>
            <a:ext cx="297886" cy="337578"/>
            <a:chOff x="3103963" y="3361140"/>
            <a:chExt cx="297886" cy="337578"/>
          </a:xfrm>
        </p:grpSpPr>
        <p:sp>
          <p:nvSpPr>
            <p:cNvPr id="12046" name="Google Shape;12046;p70"/>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0"/>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0"/>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0"/>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0"/>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0"/>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0"/>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0"/>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0"/>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0"/>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0"/>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0"/>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70"/>
          <p:cNvGrpSpPr/>
          <p:nvPr/>
        </p:nvGrpSpPr>
        <p:grpSpPr>
          <a:xfrm>
            <a:off x="2667821" y="3361108"/>
            <a:ext cx="273046" cy="337801"/>
            <a:chOff x="2667821" y="3361108"/>
            <a:chExt cx="273046" cy="337801"/>
          </a:xfrm>
        </p:grpSpPr>
        <p:sp>
          <p:nvSpPr>
            <p:cNvPr id="12071" name="Google Shape;12071;p70"/>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0"/>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0"/>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0"/>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0"/>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0"/>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0"/>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0"/>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0"/>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0"/>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0"/>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0"/>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0"/>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0"/>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0"/>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0"/>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0"/>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0"/>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0"/>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70"/>
          <p:cNvGrpSpPr/>
          <p:nvPr/>
        </p:nvGrpSpPr>
        <p:grpSpPr>
          <a:xfrm>
            <a:off x="2212469" y="3360313"/>
            <a:ext cx="282715" cy="338660"/>
            <a:chOff x="2212469" y="3360313"/>
            <a:chExt cx="282715" cy="338660"/>
          </a:xfrm>
        </p:grpSpPr>
        <p:sp>
          <p:nvSpPr>
            <p:cNvPr id="12091" name="Google Shape;12091;p70"/>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0"/>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0"/>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70"/>
          <p:cNvGrpSpPr/>
          <p:nvPr/>
        </p:nvGrpSpPr>
        <p:grpSpPr>
          <a:xfrm>
            <a:off x="1768821" y="3361108"/>
            <a:ext cx="278739" cy="339073"/>
            <a:chOff x="1768821" y="3361108"/>
            <a:chExt cx="278739" cy="339073"/>
          </a:xfrm>
        </p:grpSpPr>
        <p:sp>
          <p:nvSpPr>
            <p:cNvPr id="12095" name="Google Shape;12095;p70"/>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0"/>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0"/>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0"/>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0"/>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0"/>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0"/>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0"/>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0"/>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0"/>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0"/>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70"/>
          <p:cNvGrpSpPr/>
          <p:nvPr/>
        </p:nvGrpSpPr>
        <p:grpSpPr>
          <a:xfrm>
            <a:off x="5337883" y="3336873"/>
            <a:ext cx="307141" cy="376826"/>
            <a:chOff x="5337883" y="3336873"/>
            <a:chExt cx="307141" cy="376826"/>
          </a:xfrm>
        </p:grpSpPr>
        <p:sp>
          <p:nvSpPr>
            <p:cNvPr id="12107" name="Google Shape;12107;p70"/>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0"/>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70"/>
          <p:cNvGrpSpPr/>
          <p:nvPr/>
        </p:nvGrpSpPr>
        <p:grpSpPr>
          <a:xfrm>
            <a:off x="4883835" y="3337255"/>
            <a:ext cx="323425" cy="377557"/>
            <a:chOff x="4883835" y="3337255"/>
            <a:chExt cx="323425" cy="377557"/>
          </a:xfrm>
        </p:grpSpPr>
        <p:sp>
          <p:nvSpPr>
            <p:cNvPr id="12110" name="Google Shape;12110;p70"/>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0"/>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0"/>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70"/>
          <p:cNvGrpSpPr/>
          <p:nvPr/>
        </p:nvGrpSpPr>
        <p:grpSpPr>
          <a:xfrm>
            <a:off x="6193310" y="3407289"/>
            <a:ext cx="352590" cy="237488"/>
            <a:chOff x="6193310" y="3407289"/>
            <a:chExt cx="352590" cy="237488"/>
          </a:xfrm>
        </p:grpSpPr>
        <p:sp>
          <p:nvSpPr>
            <p:cNvPr id="12114" name="Google Shape;12114;p70"/>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0"/>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0"/>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0"/>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0"/>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70"/>
          <p:cNvGrpSpPr/>
          <p:nvPr/>
        </p:nvGrpSpPr>
        <p:grpSpPr>
          <a:xfrm>
            <a:off x="6637117" y="3397843"/>
            <a:ext cx="353735" cy="254504"/>
            <a:chOff x="6637117" y="3397843"/>
            <a:chExt cx="353735" cy="254504"/>
          </a:xfrm>
        </p:grpSpPr>
        <p:sp>
          <p:nvSpPr>
            <p:cNvPr id="12120" name="Google Shape;12120;p70"/>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0"/>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0"/>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0"/>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0"/>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0"/>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70"/>
          <p:cNvGrpSpPr/>
          <p:nvPr/>
        </p:nvGrpSpPr>
        <p:grpSpPr>
          <a:xfrm>
            <a:off x="7075994" y="3349531"/>
            <a:ext cx="360637" cy="352336"/>
            <a:chOff x="7075994" y="3349531"/>
            <a:chExt cx="360637" cy="352336"/>
          </a:xfrm>
        </p:grpSpPr>
        <p:sp>
          <p:nvSpPr>
            <p:cNvPr id="12127" name="Google Shape;12127;p70"/>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0"/>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0"/>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0"/>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0"/>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0"/>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0"/>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70"/>
          <p:cNvGrpSpPr/>
          <p:nvPr/>
        </p:nvGrpSpPr>
        <p:grpSpPr>
          <a:xfrm>
            <a:off x="7651983" y="3349181"/>
            <a:ext cx="107183" cy="352399"/>
            <a:chOff x="7651983" y="3349181"/>
            <a:chExt cx="107183" cy="352399"/>
          </a:xfrm>
        </p:grpSpPr>
        <p:sp>
          <p:nvSpPr>
            <p:cNvPr id="12135" name="Google Shape;12135;p70"/>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0"/>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70"/>
          <p:cNvGrpSpPr/>
          <p:nvPr/>
        </p:nvGrpSpPr>
        <p:grpSpPr>
          <a:xfrm>
            <a:off x="7973468" y="3382322"/>
            <a:ext cx="352590" cy="287072"/>
            <a:chOff x="7973468" y="3382322"/>
            <a:chExt cx="352590" cy="287072"/>
          </a:xfrm>
        </p:grpSpPr>
        <p:sp>
          <p:nvSpPr>
            <p:cNvPr id="12138" name="Google Shape;12138;p70"/>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0"/>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0"/>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0"/>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0"/>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0"/>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0"/>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0"/>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0"/>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0"/>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0"/>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0"/>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2153" name="Shape 12153"/>
        <p:cNvGrpSpPr/>
        <p:nvPr/>
      </p:nvGrpSpPr>
      <p:grpSpPr>
        <a:xfrm>
          <a:off x="0" y="0"/>
          <a:ext cx="0" cy="0"/>
          <a:chOff x="0" y="0"/>
          <a:chExt cx="0" cy="0"/>
        </a:xfrm>
      </p:grpSpPr>
      <p:sp>
        <p:nvSpPr>
          <p:cNvPr id="12154" name="Google Shape;12154;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155" name="Google Shape;12155;p71"/>
          <p:cNvGrpSpPr/>
          <p:nvPr/>
        </p:nvGrpSpPr>
        <p:grpSpPr>
          <a:xfrm>
            <a:off x="849677" y="1500658"/>
            <a:ext cx="347872" cy="347488"/>
            <a:chOff x="849677" y="1500658"/>
            <a:chExt cx="347872" cy="347488"/>
          </a:xfrm>
        </p:grpSpPr>
        <p:sp>
          <p:nvSpPr>
            <p:cNvPr id="12156" name="Google Shape;12156;p71"/>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1"/>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1"/>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1"/>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1"/>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1"/>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71"/>
          <p:cNvGrpSpPr/>
          <p:nvPr/>
        </p:nvGrpSpPr>
        <p:grpSpPr>
          <a:xfrm>
            <a:off x="1415853" y="1500658"/>
            <a:ext cx="315872" cy="347488"/>
            <a:chOff x="1415853" y="1500658"/>
            <a:chExt cx="315872" cy="347488"/>
          </a:xfrm>
        </p:grpSpPr>
        <p:sp>
          <p:nvSpPr>
            <p:cNvPr id="12163" name="Google Shape;12163;p71"/>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1"/>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1"/>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1"/>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71"/>
          <p:cNvGrpSpPr/>
          <p:nvPr/>
        </p:nvGrpSpPr>
        <p:grpSpPr>
          <a:xfrm>
            <a:off x="4697389" y="1500658"/>
            <a:ext cx="347520" cy="347104"/>
            <a:chOff x="4697389" y="1500658"/>
            <a:chExt cx="347520" cy="347104"/>
          </a:xfrm>
        </p:grpSpPr>
        <p:sp>
          <p:nvSpPr>
            <p:cNvPr id="12168" name="Google Shape;12168;p71"/>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1"/>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1"/>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1" name="Google Shape;12171;p71"/>
          <p:cNvGrpSpPr/>
          <p:nvPr/>
        </p:nvGrpSpPr>
        <p:grpSpPr>
          <a:xfrm>
            <a:off x="3603533" y="1964946"/>
            <a:ext cx="347520" cy="353760"/>
            <a:chOff x="3603533" y="1964946"/>
            <a:chExt cx="347520" cy="353760"/>
          </a:xfrm>
        </p:grpSpPr>
        <p:sp>
          <p:nvSpPr>
            <p:cNvPr id="12172" name="Google Shape;12172;p71"/>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1"/>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1"/>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5" name="Google Shape;12175;p71"/>
          <p:cNvGrpSpPr/>
          <p:nvPr/>
        </p:nvGrpSpPr>
        <p:grpSpPr>
          <a:xfrm>
            <a:off x="1950765" y="1964338"/>
            <a:ext cx="357792" cy="352448"/>
            <a:chOff x="1950765" y="1964338"/>
            <a:chExt cx="357792" cy="352448"/>
          </a:xfrm>
        </p:grpSpPr>
        <p:sp>
          <p:nvSpPr>
            <p:cNvPr id="12176" name="Google Shape;12176;p71"/>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1"/>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1"/>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1"/>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71"/>
          <p:cNvGrpSpPr/>
          <p:nvPr/>
        </p:nvGrpSpPr>
        <p:grpSpPr>
          <a:xfrm>
            <a:off x="7435629" y="1964690"/>
            <a:ext cx="367712" cy="353248"/>
            <a:chOff x="7435629" y="1964690"/>
            <a:chExt cx="367712" cy="353248"/>
          </a:xfrm>
        </p:grpSpPr>
        <p:sp>
          <p:nvSpPr>
            <p:cNvPr id="12181" name="Google Shape;12181;p71"/>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1"/>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1"/>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1"/>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71"/>
          <p:cNvGrpSpPr/>
          <p:nvPr/>
        </p:nvGrpSpPr>
        <p:grpSpPr>
          <a:xfrm>
            <a:off x="2512749" y="1965042"/>
            <a:ext cx="333024" cy="352896"/>
            <a:chOff x="2512749" y="1965042"/>
            <a:chExt cx="333024" cy="352896"/>
          </a:xfrm>
        </p:grpSpPr>
        <p:sp>
          <p:nvSpPr>
            <p:cNvPr id="12186" name="Google Shape;12186;p71"/>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1"/>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1"/>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1"/>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1"/>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71"/>
          <p:cNvGrpSpPr/>
          <p:nvPr/>
        </p:nvGrpSpPr>
        <p:grpSpPr>
          <a:xfrm>
            <a:off x="1398317" y="1981778"/>
            <a:ext cx="365792" cy="335392"/>
            <a:chOff x="1398317" y="1981778"/>
            <a:chExt cx="365792" cy="335392"/>
          </a:xfrm>
        </p:grpSpPr>
        <p:sp>
          <p:nvSpPr>
            <p:cNvPr id="12192" name="Google Shape;12192;p71"/>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1"/>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1"/>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1"/>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1"/>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1"/>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71"/>
          <p:cNvGrpSpPr/>
          <p:nvPr/>
        </p:nvGrpSpPr>
        <p:grpSpPr>
          <a:xfrm>
            <a:off x="3052237" y="2003570"/>
            <a:ext cx="353600" cy="314752"/>
            <a:chOff x="3052237" y="2003570"/>
            <a:chExt cx="353600" cy="314752"/>
          </a:xfrm>
        </p:grpSpPr>
        <p:sp>
          <p:nvSpPr>
            <p:cNvPr id="12199" name="Google Shape;12199;p71"/>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1"/>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1"/>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71"/>
          <p:cNvGrpSpPr/>
          <p:nvPr/>
        </p:nvGrpSpPr>
        <p:grpSpPr>
          <a:xfrm>
            <a:off x="1404013" y="2958066"/>
            <a:ext cx="368096" cy="223968"/>
            <a:chOff x="1404013" y="2958066"/>
            <a:chExt cx="368096" cy="223968"/>
          </a:xfrm>
        </p:grpSpPr>
        <p:sp>
          <p:nvSpPr>
            <p:cNvPr id="12203" name="Google Shape;12203;p71"/>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1"/>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5" name="Google Shape;12205;p71"/>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1"/>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7" name="Google Shape;12207;p71"/>
          <p:cNvGrpSpPr/>
          <p:nvPr/>
        </p:nvGrpSpPr>
        <p:grpSpPr>
          <a:xfrm>
            <a:off x="1951149" y="2885202"/>
            <a:ext cx="370368" cy="367328"/>
            <a:chOff x="1951149" y="2885202"/>
            <a:chExt cx="370368" cy="367328"/>
          </a:xfrm>
        </p:grpSpPr>
        <p:sp>
          <p:nvSpPr>
            <p:cNvPr id="12208" name="Google Shape;12208;p71"/>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1"/>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1"/>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71"/>
          <p:cNvGrpSpPr/>
          <p:nvPr/>
        </p:nvGrpSpPr>
        <p:grpSpPr>
          <a:xfrm>
            <a:off x="2501677" y="2906162"/>
            <a:ext cx="367328" cy="327296"/>
            <a:chOff x="2501677" y="2906162"/>
            <a:chExt cx="367328" cy="327296"/>
          </a:xfrm>
        </p:grpSpPr>
        <p:sp>
          <p:nvSpPr>
            <p:cNvPr id="12212" name="Google Shape;12212;p71"/>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1"/>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1"/>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5" name="Google Shape;12215;p71"/>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6" name="Google Shape;12216;p71"/>
          <p:cNvGrpSpPr/>
          <p:nvPr/>
        </p:nvGrpSpPr>
        <p:grpSpPr>
          <a:xfrm>
            <a:off x="3050317" y="2893714"/>
            <a:ext cx="367712" cy="354240"/>
            <a:chOff x="3050317" y="2893714"/>
            <a:chExt cx="367712" cy="354240"/>
          </a:xfrm>
        </p:grpSpPr>
        <p:sp>
          <p:nvSpPr>
            <p:cNvPr id="12217" name="Google Shape;12217;p71"/>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1"/>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9" name="Google Shape;12219;p71"/>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1"/>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1" name="Google Shape;12221;p71"/>
          <p:cNvGrpSpPr/>
          <p:nvPr/>
        </p:nvGrpSpPr>
        <p:grpSpPr>
          <a:xfrm>
            <a:off x="7531277" y="2886354"/>
            <a:ext cx="185184" cy="367296"/>
            <a:chOff x="7531277" y="2886354"/>
            <a:chExt cx="185184" cy="367296"/>
          </a:xfrm>
        </p:grpSpPr>
        <p:sp>
          <p:nvSpPr>
            <p:cNvPr id="12222" name="Google Shape;12222;p7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71"/>
          <p:cNvGrpSpPr/>
          <p:nvPr/>
        </p:nvGrpSpPr>
        <p:grpSpPr>
          <a:xfrm>
            <a:off x="6926637" y="2886738"/>
            <a:ext cx="297184" cy="367296"/>
            <a:chOff x="6926637" y="2886738"/>
            <a:chExt cx="297184" cy="367296"/>
          </a:xfrm>
        </p:grpSpPr>
        <p:sp>
          <p:nvSpPr>
            <p:cNvPr id="12226" name="Google Shape;12226;p71"/>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1"/>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1"/>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9" name="Google Shape;12229;p71"/>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1"/>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1" name="Google Shape;12231;p71"/>
          <p:cNvGrpSpPr/>
          <p:nvPr/>
        </p:nvGrpSpPr>
        <p:grpSpPr>
          <a:xfrm>
            <a:off x="6340653" y="2886354"/>
            <a:ext cx="370368" cy="368064"/>
            <a:chOff x="6340653" y="2886354"/>
            <a:chExt cx="370368" cy="368064"/>
          </a:xfrm>
        </p:grpSpPr>
        <p:sp>
          <p:nvSpPr>
            <p:cNvPr id="12232" name="Google Shape;12232;p7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71"/>
          <p:cNvGrpSpPr/>
          <p:nvPr/>
        </p:nvGrpSpPr>
        <p:grpSpPr>
          <a:xfrm>
            <a:off x="5246797" y="1981426"/>
            <a:ext cx="354752" cy="336512"/>
            <a:chOff x="5246797" y="1981426"/>
            <a:chExt cx="354752" cy="336512"/>
          </a:xfrm>
        </p:grpSpPr>
        <p:sp>
          <p:nvSpPr>
            <p:cNvPr id="12239" name="Google Shape;12239;p71"/>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1"/>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71"/>
          <p:cNvGrpSpPr/>
          <p:nvPr/>
        </p:nvGrpSpPr>
        <p:grpSpPr>
          <a:xfrm>
            <a:off x="4148749" y="2102066"/>
            <a:ext cx="355136" cy="216256"/>
            <a:chOff x="4148749" y="2102066"/>
            <a:chExt cx="355136" cy="216256"/>
          </a:xfrm>
        </p:grpSpPr>
        <p:sp>
          <p:nvSpPr>
            <p:cNvPr id="12242" name="Google Shape;12242;p71"/>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1"/>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71"/>
          <p:cNvGrpSpPr/>
          <p:nvPr/>
        </p:nvGrpSpPr>
        <p:grpSpPr>
          <a:xfrm>
            <a:off x="5794669" y="2001426"/>
            <a:ext cx="354752" cy="315360"/>
            <a:chOff x="5794669" y="2001426"/>
            <a:chExt cx="354752" cy="315360"/>
          </a:xfrm>
        </p:grpSpPr>
        <p:sp>
          <p:nvSpPr>
            <p:cNvPr id="12245" name="Google Shape;12245;p71"/>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1"/>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71"/>
          <p:cNvGrpSpPr/>
          <p:nvPr/>
        </p:nvGrpSpPr>
        <p:grpSpPr>
          <a:xfrm>
            <a:off x="6345229" y="2029842"/>
            <a:ext cx="352832" cy="289216"/>
            <a:chOff x="6345229" y="2029842"/>
            <a:chExt cx="352832" cy="289216"/>
          </a:xfrm>
        </p:grpSpPr>
        <p:sp>
          <p:nvSpPr>
            <p:cNvPr id="12248" name="Google Shape;12248;p71"/>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1"/>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71"/>
          <p:cNvGrpSpPr/>
          <p:nvPr/>
        </p:nvGrpSpPr>
        <p:grpSpPr>
          <a:xfrm>
            <a:off x="4697389" y="2036338"/>
            <a:ext cx="354752" cy="281984"/>
            <a:chOff x="4697389" y="2036338"/>
            <a:chExt cx="354752" cy="281984"/>
          </a:xfrm>
        </p:grpSpPr>
        <p:sp>
          <p:nvSpPr>
            <p:cNvPr id="12251" name="Google Shape;12251;p71"/>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1"/>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71"/>
          <p:cNvGrpSpPr/>
          <p:nvPr/>
        </p:nvGrpSpPr>
        <p:grpSpPr>
          <a:xfrm>
            <a:off x="1404013" y="2424754"/>
            <a:ext cx="353600" cy="354944"/>
            <a:chOff x="1404013" y="2424754"/>
            <a:chExt cx="353600" cy="354944"/>
          </a:xfrm>
        </p:grpSpPr>
        <p:sp>
          <p:nvSpPr>
            <p:cNvPr id="12254" name="Google Shape;12254;p71"/>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1"/>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1"/>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1"/>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1"/>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71"/>
          <p:cNvGrpSpPr/>
          <p:nvPr/>
        </p:nvGrpSpPr>
        <p:grpSpPr>
          <a:xfrm>
            <a:off x="854253" y="2428274"/>
            <a:ext cx="355104" cy="351040"/>
            <a:chOff x="854253" y="2428274"/>
            <a:chExt cx="355104" cy="351040"/>
          </a:xfrm>
        </p:grpSpPr>
        <p:sp>
          <p:nvSpPr>
            <p:cNvPr id="12260" name="Google Shape;12260;p71"/>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1"/>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71"/>
          <p:cNvGrpSpPr/>
          <p:nvPr/>
        </p:nvGrpSpPr>
        <p:grpSpPr>
          <a:xfrm>
            <a:off x="6896909" y="2440946"/>
            <a:ext cx="354752" cy="275904"/>
            <a:chOff x="6896909" y="2440946"/>
            <a:chExt cx="354752" cy="275904"/>
          </a:xfrm>
        </p:grpSpPr>
        <p:sp>
          <p:nvSpPr>
            <p:cNvPr id="12263" name="Google Shape;12263;p71"/>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1"/>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5" name="Google Shape;12265;p71"/>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6" name="Google Shape;12266;p71"/>
          <p:cNvGrpSpPr/>
          <p:nvPr/>
        </p:nvGrpSpPr>
        <p:grpSpPr>
          <a:xfrm>
            <a:off x="5265069" y="2424754"/>
            <a:ext cx="321984" cy="354560"/>
            <a:chOff x="5265069" y="2424754"/>
            <a:chExt cx="321984" cy="354560"/>
          </a:xfrm>
        </p:grpSpPr>
        <p:sp>
          <p:nvSpPr>
            <p:cNvPr id="12267" name="Google Shape;12267;p71"/>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1"/>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71"/>
          <p:cNvGrpSpPr/>
          <p:nvPr/>
        </p:nvGrpSpPr>
        <p:grpSpPr>
          <a:xfrm>
            <a:off x="4150669" y="2466770"/>
            <a:ext cx="355104" cy="259584"/>
            <a:chOff x="4150669" y="2466770"/>
            <a:chExt cx="355104" cy="259584"/>
          </a:xfrm>
        </p:grpSpPr>
        <p:sp>
          <p:nvSpPr>
            <p:cNvPr id="12270" name="Google Shape;12270;p71"/>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1"/>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1"/>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1"/>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71"/>
          <p:cNvGrpSpPr/>
          <p:nvPr/>
        </p:nvGrpSpPr>
        <p:grpSpPr>
          <a:xfrm>
            <a:off x="4699693" y="2424946"/>
            <a:ext cx="354336" cy="353984"/>
            <a:chOff x="4699693" y="2424946"/>
            <a:chExt cx="354336" cy="353984"/>
          </a:xfrm>
        </p:grpSpPr>
        <p:sp>
          <p:nvSpPr>
            <p:cNvPr id="12275" name="Google Shape;12275;p71"/>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1"/>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7" name="Google Shape;12277;p71"/>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1"/>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9" name="Google Shape;12279;p71"/>
          <p:cNvGrpSpPr/>
          <p:nvPr/>
        </p:nvGrpSpPr>
        <p:grpSpPr>
          <a:xfrm>
            <a:off x="1953037" y="2552242"/>
            <a:ext cx="355136" cy="227072"/>
            <a:chOff x="1953037" y="2552242"/>
            <a:chExt cx="355136" cy="227072"/>
          </a:xfrm>
        </p:grpSpPr>
        <p:sp>
          <p:nvSpPr>
            <p:cNvPr id="12280" name="Google Shape;12280;p71"/>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1"/>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2" name="Google Shape;12282;p71"/>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3" name="Google Shape;12283;p71"/>
          <p:cNvGrpSpPr/>
          <p:nvPr/>
        </p:nvGrpSpPr>
        <p:grpSpPr>
          <a:xfrm>
            <a:off x="2500941" y="2527218"/>
            <a:ext cx="355104" cy="250944"/>
            <a:chOff x="2500941" y="2527218"/>
            <a:chExt cx="355104" cy="250944"/>
          </a:xfrm>
        </p:grpSpPr>
        <p:sp>
          <p:nvSpPr>
            <p:cNvPr id="12284" name="Google Shape;12284;p71"/>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1"/>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1"/>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1"/>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1"/>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9" name="Google Shape;12289;p71"/>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0" name="Google Shape;12290;p71"/>
          <p:cNvGrpSpPr/>
          <p:nvPr/>
        </p:nvGrpSpPr>
        <p:grpSpPr>
          <a:xfrm>
            <a:off x="7993805" y="2427122"/>
            <a:ext cx="356256" cy="351808"/>
            <a:chOff x="7993805" y="2427122"/>
            <a:chExt cx="356256" cy="351808"/>
          </a:xfrm>
        </p:grpSpPr>
        <p:sp>
          <p:nvSpPr>
            <p:cNvPr id="12291" name="Google Shape;12291;p71"/>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1"/>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1"/>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71"/>
          <p:cNvGrpSpPr/>
          <p:nvPr/>
        </p:nvGrpSpPr>
        <p:grpSpPr>
          <a:xfrm>
            <a:off x="878637" y="1965010"/>
            <a:ext cx="308640" cy="353312"/>
            <a:chOff x="878637" y="1965010"/>
            <a:chExt cx="308640" cy="353312"/>
          </a:xfrm>
        </p:grpSpPr>
        <p:sp>
          <p:nvSpPr>
            <p:cNvPr id="12295" name="Google Shape;12295;p71"/>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1"/>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1"/>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8" name="Google Shape;12298;p71"/>
          <p:cNvGrpSpPr/>
          <p:nvPr/>
        </p:nvGrpSpPr>
        <p:grpSpPr>
          <a:xfrm>
            <a:off x="6896141" y="1964722"/>
            <a:ext cx="348256" cy="352448"/>
            <a:chOff x="6896141" y="1964722"/>
            <a:chExt cx="348256" cy="352448"/>
          </a:xfrm>
        </p:grpSpPr>
        <p:sp>
          <p:nvSpPr>
            <p:cNvPr id="12299" name="Google Shape;12299;p71"/>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1"/>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1"/>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71"/>
          <p:cNvGrpSpPr/>
          <p:nvPr/>
        </p:nvGrpSpPr>
        <p:grpSpPr>
          <a:xfrm>
            <a:off x="7989997" y="2015378"/>
            <a:ext cx="355136" cy="303328"/>
            <a:chOff x="7989997" y="2015378"/>
            <a:chExt cx="355136" cy="303328"/>
          </a:xfrm>
        </p:grpSpPr>
        <p:sp>
          <p:nvSpPr>
            <p:cNvPr id="12303" name="Google Shape;12303;p71"/>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1"/>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1"/>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71"/>
          <p:cNvGrpSpPr/>
          <p:nvPr/>
        </p:nvGrpSpPr>
        <p:grpSpPr>
          <a:xfrm>
            <a:off x="3598221" y="1509362"/>
            <a:ext cx="348640" cy="330784"/>
            <a:chOff x="3598221" y="1509362"/>
            <a:chExt cx="348640" cy="330784"/>
          </a:xfrm>
        </p:grpSpPr>
        <p:sp>
          <p:nvSpPr>
            <p:cNvPr id="12307" name="Google Shape;12307;p71"/>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1"/>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1"/>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1"/>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71"/>
          <p:cNvGrpSpPr/>
          <p:nvPr/>
        </p:nvGrpSpPr>
        <p:grpSpPr>
          <a:xfrm>
            <a:off x="5246797" y="1500658"/>
            <a:ext cx="347872" cy="347488"/>
            <a:chOff x="5246797" y="1500658"/>
            <a:chExt cx="347872" cy="347488"/>
          </a:xfrm>
        </p:grpSpPr>
        <p:sp>
          <p:nvSpPr>
            <p:cNvPr id="12312" name="Google Shape;12312;p71"/>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1"/>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1"/>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1"/>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71"/>
          <p:cNvGrpSpPr/>
          <p:nvPr/>
        </p:nvGrpSpPr>
        <p:grpSpPr>
          <a:xfrm>
            <a:off x="5796589" y="1500658"/>
            <a:ext cx="349024" cy="346752"/>
            <a:chOff x="5796589" y="1500658"/>
            <a:chExt cx="349024" cy="346752"/>
          </a:xfrm>
        </p:grpSpPr>
        <p:sp>
          <p:nvSpPr>
            <p:cNvPr id="12317" name="Google Shape;12317;p71"/>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8" name="Google Shape;12318;p71"/>
            <p:cNvGrpSpPr/>
            <p:nvPr/>
          </p:nvGrpSpPr>
          <p:grpSpPr>
            <a:xfrm>
              <a:off x="5796589" y="1500658"/>
              <a:ext cx="349024" cy="346752"/>
              <a:chOff x="5796589" y="1500658"/>
              <a:chExt cx="349024" cy="346752"/>
            </a:xfrm>
          </p:grpSpPr>
          <p:sp>
            <p:nvSpPr>
              <p:cNvPr id="12319" name="Google Shape;12319;p71"/>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1"/>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1"/>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1"/>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23" name="Google Shape;12323;p71"/>
          <p:cNvGrpSpPr/>
          <p:nvPr/>
        </p:nvGrpSpPr>
        <p:grpSpPr>
          <a:xfrm>
            <a:off x="6895373" y="1502578"/>
            <a:ext cx="348640" cy="343296"/>
            <a:chOff x="6895373" y="1502578"/>
            <a:chExt cx="348640" cy="343296"/>
          </a:xfrm>
        </p:grpSpPr>
        <p:sp>
          <p:nvSpPr>
            <p:cNvPr id="12324" name="Google Shape;12324;p71"/>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1"/>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1"/>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71"/>
          <p:cNvGrpSpPr/>
          <p:nvPr/>
        </p:nvGrpSpPr>
        <p:grpSpPr>
          <a:xfrm>
            <a:off x="4147597" y="1505458"/>
            <a:ext cx="347904" cy="336992"/>
            <a:chOff x="4147597" y="1505458"/>
            <a:chExt cx="347904" cy="336992"/>
          </a:xfrm>
        </p:grpSpPr>
        <p:sp>
          <p:nvSpPr>
            <p:cNvPr id="12328" name="Google Shape;12328;p71"/>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1"/>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1"/>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1"/>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1"/>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1"/>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1"/>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71"/>
          <p:cNvGrpSpPr/>
          <p:nvPr/>
        </p:nvGrpSpPr>
        <p:grpSpPr>
          <a:xfrm>
            <a:off x="2499405" y="1499890"/>
            <a:ext cx="347488" cy="348256"/>
            <a:chOff x="2499405" y="1499890"/>
            <a:chExt cx="347488" cy="348256"/>
          </a:xfrm>
        </p:grpSpPr>
        <p:sp>
          <p:nvSpPr>
            <p:cNvPr id="12336" name="Google Shape;12336;p71"/>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1"/>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1"/>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1"/>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1"/>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1" name="Google Shape;12341;p71"/>
          <p:cNvGrpSpPr/>
          <p:nvPr/>
        </p:nvGrpSpPr>
        <p:grpSpPr>
          <a:xfrm>
            <a:off x="1956845" y="1500498"/>
            <a:ext cx="331520" cy="348032"/>
            <a:chOff x="1956845" y="1500498"/>
            <a:chExt cx="331520" cy="348032"/>
          </a:xfrm>
        </p:grpSpPr>
        <p:sp>
          <p:nvSpPr>
            <p:cNvPr id="12342" name="Google Shape;12342;p71"/>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1"/>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1"/>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1"/>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1"/>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1"/>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1"/>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1"/>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1"/>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1"/>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1"/>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1"/>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71"/>
          <p:cNvGrpSpPr/>
          <p:nvPr/>
        </p:nvGrpSpPr>
        <p:grpSpPr>
          <a:xfrm>
            <a:off x="6345613" y="1549874"/>
            <a:ext cx="348640" cy="250656"/>
            <a:chOff x="6345613" y="1549874"/>
            <a:chExt cx="348640" cy="250656"/>
          </a:xfrm>
        </p:grpSpPr>
        <p:sp>
          <p:nvSpPr>
            <p:cNvPr id="12355" name="Google Shape;12355;p71"/>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1"/>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1"/>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1"/>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1"/>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1"/>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71"/>
          <p:cNvGrpSpPr/>
          <p:nvPr/>
        </p:nvGrpSpPr>
        <p:grpSpPr>
          <a:xfrm>
            <a:off x="7444781" y="1507026"/>
            <a:ext cx="348640" cy="334272"/>
            <a:chOff x="7444781" y="1507026"/>
            <a:chExt cx="348640" cy="334272"/>
          </a:xfrm>
        </p:grpSpPr>
        <p:sp>
          <p:nvSpPr>
            <p:cNvPr id="12362" name="Google Shape;12362;p71"/>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1"/>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1"/>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1"/>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1"/>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71"/>
          <p:cNvGrpSpPr/>
          <p:nvPr/>
        </p:nvGrpSpPr>
        <p:grpSpPr>
          <a:xfrm>
            <a:off x="7995341" y="1506738"/>
            <a:ext cx="347872" cy="334944"/>
            <a:chOff x="7995341" y="1506738"/>
            <a:chExt cx="347872" cy="334944"/>
          </a:xfrm>
        </p:grpSpPr>
        <p:sp>
          <p:nvSpPr>
            <p:cNvPr id="12368" name="Google Shape;12368;p71"/>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1"/>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1"/>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1"/>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1"/>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1"/>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71"/>
          <p:cNvGrpSpPr/>
          <p:nvPr/>
        </p:nvGrpSpPr>
        <p:grpSpPr>
          <a:xfrm>
            <a:off x="3048045" y="1522930"/>
            <a:ext cx="347872" cy="303904"/>
            <a:chOff x="3048045" y="1522930"/>
            <a:chExt cx="347872" cy="303904"/>
          </a:xfrm>
        </p:grpSpPr>
        <p:sp>
          <p:nvSpPr>
            <p:cNvPr id="12375" name="Google Shape;12375;p7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6" name="Google Shape;12376;p71"/>
            <p:cNvGrpSpPr/>
            <p:nvPr/>
          </p:nvGrpSpPr>
          <p:grpSpPr>
            <a:xfrm>
              <a:off x="3048045" y="1522930"/>
              <a:ext cx="347872" cy="303904"/>
              <a:chOff x="3048045" y="1522930"/>
              <a:chExt cx="347872" cy="303904"/>
            </a:xfrm>
          </p:grpSpPr>
          <p:sp>
            <p:nvSpPr>
              <p:cNvPr id="12377" name="Google Shape;12377;p71"/>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1"/>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79" name="Google Shape;12379;p71"/>
          <p:cNvGrpSpPr/>
          <p:nvPr/>
        </p:nvGrpSpPr>
        <p:grpSpPr>
          <a:xfrm>
            <a:off x="1133133" y="3351922"/>
            <a:ext cx="313984" cy="358560"/>
            <a:chOff x="1133133" y="3351922"/>
            <a:chExt cx="313984" cy="358560"/>
          </a:xfrm>
        </p:grpSpPr>
        <p:sp>
          <p:nvSpPr>
            <p:cNvPr id="12380" name="Google Shape;12380;p71"/>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1"/>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1"/>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1"/>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1"/>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1"/>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1"/>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1"/>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1"/>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1"/>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1"/>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1"/>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1"/>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1"/>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1"/>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1"/>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6" name="Google Shape;12396;p71"/>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7" name="Google Shape;12397;p71"/>
          <p:cNvGrpSpPr/>
          <p:nvPr/>
        </p:nvGrpSpPr>
        <p:grpSpPr>
          <a:xfrm>
            <a:off x="2795053" y="3352594"/>
            <a:ext cx="288448" cy="357120"/>
            <a:chOff x="2795053" y="3352594"/>
            <a:chExt cx="288448" cy="357120"/>
          </a:xfrm>
        </p:grpSpPr>
        <p:sp>
          <p:nvSpPr>
            <p:cNvPr id="12398" name="Google Shape;12398;p71"/>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1"/>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1"/>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1"/>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1"/>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1"/>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1"/>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1"/>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1"/>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71"/>
          <p:cNvGrpSpPr/>
          <p:nvPr/>
        </p:nvGrpSpPr>
        <p:grpSpPr>
          <a:xfrm>
            <a:off x="2236525" y="3353202"/>
            <a:ext cx="304832" cy="356512"/>
            <a:chOff x="2236525" y="3353202"/>
            <a:chExt cx="304832" cy="356512"/>
          </a:xfrm>
        </p:grpSpPr>
        <p:sp>
          <p:nvSpPr>
            <p:cNvPr id="12408" name="Google Shape;12408;p7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71"/>
          <p:cNvGrpSpPr/>
          <p:nvPr/>
        </p:nvGrpSpPr>
        <p:grpSpPr>
          <a:xfrm>
            <a:off x="3910637" y="3352690"/>
            <a:ext cx="256800" cy="357024"/>
            <a:chOff x="3910637" y="3352690"/>
            <a:chExt cx="256800" cy="357024"/>
          </a:xfrm>
        </p:grpSpPr>
        <p:sp>
          <p:nvSpPr>
            <p:cNvPr id="12412" name="Google Shape;12412;p7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5" name="Google Shape;12415;p71"/>
          <p:cNvGrpSpPr/>
          <p:nvPr/>
        </p:nvGrpSpPr>
        <p:grpSpPr>
          <a:xfrm>
            <a:off x="6056429" y="3351922"/>
            <a:ext cx="360064" cy="360096"/>
            <a:chOff x="6056429" y="3351922"/>
            <a:chExt cx="360064" cy="360096"/>
          </a:xfrm>
        </p:grpSpPr>
        <p:sp>
          <p:nvSpPr>
            <p:cNvPr id="12416" name="Google Shape;12416;p71"/>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1"/>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1"/>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71"/>
          <p:cNvGrpSpPr/>
          <p:nvPr/>
        </p:nvGrpSpPr>
        <p:grpSpPr>
          <a:xfrm>
            <a:off x="6608877" y="3353074"/>
            <a:ext cx="357408" cy="357408"/>
            <a:chOff x="6608877" y="3353074"/>
            <a:chExt cx="357408" cy="357408"/>
          </a:xfrm>
        </p:grpSpPr>
        <p:sp>
          <p:nvSpPr>
            <p:cNvPr id="12420" name="Google Shape;12420;p71"/>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1"/>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1"/>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1"/>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1"/>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1"/>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1"/>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7" name="Google Shape;12427;p71"/>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8" name="Google Shape;12428;p71"/>
          <p:cNvGrpSpPr/>
          <p:nvPr/>
        </p:nvGrpSpPr>
        <p:grpSpPr>
          <a:xfrm>
            <a:off x="3316269" y="3352402"/>
            <a:ext cx="344832" cy="356544"/>
            <a:chOff x="3316269" y="3352402"/>
            <a:chExt cx="344832" cy="356544"/>
          </a:xfrm>
        </p:grpSpPr>
        <p:sp>
          <p:nvSpPr>
            <p:cNvPr id="12429" name="Google Shape;12429;p71"/>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1"/>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1"/>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2" name="Google Shape;12432;p71"/>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3" name="Google Shape;12433;p71"/>
          <p:cNvGrpSpPr/>
          <p:nvPr/>
        </p:nvGrpSpPr>
        <p:grpSpPr>
          <a:xfrm>
            <a:off x="4959533" y="3370226"/>
            <a:ext cx="357408" cy="323488"/>
            <a:chOff x="4959533" y="3370226"/>
            <a:chExt cx="357408" cy="323488"/>
          </a:xfrm>
        </p:grpSpPr>
        <p:sp>
          <p:nvSpPr>
            <p:cNvPr id="12434" name="Google Shape;12434;p71"/>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1"/>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71"/>
          <p:cNvGrpSpPr/>
          <p:nvPr/>
        </p:nvGrpSpPr>
        <p:grpSpPr>
          <a:xfrm>
            <a:off x="7158637" y="3353074"/>
            <a:ext cx="357056" cy="357408"/>
            <a:chOff x="7158637" y="3353074"/>
            <a:chExt cx="357056" cy="357408"/>
          </a:xfrm>
        </p:grpSpPr>
        <p:sp>
          <p:nvSpPr>
            <p:cNvPr id="12437" name="Google Shape;12437;p71"/>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1"/>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1"/>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1"/>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71"/>
          <p:cNvGrpSpPr/>
          <p:nvPr/>
        </p:nvGrpSpPr>
        <p:grpSpPr>
          <a:xfrm>
            <a:off x="5508909" y="3371506"/>
            <a:ext cx="358560" cy="319552"/>
            <a:chOff x="5508909" y="3371506"/>
            <a:chExt cx="358560" cy="319552"/>
          </a:xfrm>
        </p:grpSpPr>
        <p:sp>
          <p:nvSpPr>
            <p:cNvPr id="12442" name="Google Shape;12442;p71"/>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1"/>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1"/>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1"/>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1"/>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1"/>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1"/>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1"/>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1"/>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1"/>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2455" name="Shape 12455"/>
        <p:cNvGrpSpPr/>
        <p:nvPr/>
      </p:nvGrpSpPr>
      <p:grpSpPr>
        <a:xfrm>
          <a:off x="0" y="0"/>
          <a:ext cx="0" cy="0"/>
          <a:chOff x="0" y="0"/>
          <a:chExt cx="0" cy="0"/>
        </a:xfrm>
      </p:grpSpPr>
      <p:sp>
        <p:nvSpPr>
          <p:cNvPr id="12456" name="Google Shape;12456;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457" name="Google Shape;12457;p72"/>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8" name="Google Shape;12458;p72"/>
          <p:cNvGrpSpPr/>
          <p:nvPr/>
        </p:nvGrpSpPr>
        <p:grpSpPr>
          <a:xfrm>
            <a:off x="3303268" y="3817349"/>
            <a:ext cx="346056" cy="345674"/>
            <a:chOff x="3303268" y="3817349"/>
            <a:chExt cx="346056" cy="345674"/>
          </a:xfrm>
        </p:grpSpPr>
        <p:sp>
          <p:nvSpPr>
            <p:cNvPr id="12459" name="Google Shape;12459;p7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72"/>
          <p:cNvGrpSpPr/>
          <p:nvPr/>
        </p:nvGrpSpPr>
        <p:grpSpPr>
          <a:xfrm>
            <a:off x="3752358" y="3817349"/>
            <a:ext cx="346056" cy="345674"/>
            <a:chOff x="3752358" y="3817349"/>
            <a:chExt cx="346056" cy="345674"/>
          </a:xfrm>
        </p:grpSpPr>
        <p:sp>
          <p:nvSpPr>
            <p:cNvPr id="12464" name="Google Shape;12464;p7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72"/>
          <p:cNvGrpSpPr/>
          <p:nvPr/>
        </p:nvGrpSpPr>
        <p:grpSpPr>
          <a:xfrm>
            <a:off x="5100008" y="3817349"/>
            <a:ext cx="346024" cy="345674"/>
            <a:chOff x="5100008" y="3817349"/>
            <a:chExt cx="346024" cy="345674"/>
          </a:xfrm>
        </p:grpSpPr>
        <p:sp>
          <p:nvSpPr>
            <p:cNvPr id="12469" name="Google Shape;12469;p72"/>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2"/>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2"/>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2" name="Google Shape;12472;p72"/>
          <p:cNvGrpSpPr/>
          <p:nvPr/>
        </p:nvGrpSpPr>
        <p:grpSpPr>
          <a:xfrm>
            <a:off x="5998919" y="3817349"/>
            <a:ext cx="345674" cy="345674"/>
            <a:chOff x="5998919" y="3817349"/>
            <a:chExt cx="345674" cy="345674"/>
          </a:xfrm>
        </p:grpSpPr>
        <p:sp>
          <p:nvSpPr>
            <p:cNvPr id="12473" name="Google Shape;12473;p72"/>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2"/>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2"/>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6" name="Google Shape;12476;p72"/>
          <p:cNvGrpSpPr/>
          <p:nvPr/>
        </p:nvGrpSpPr>
        <p:grpSpPr>
          <a:xfrm>
            <a:off x="4201447" y="3817349"/>
            <a:ext cx="346024" cy="345674"/>
            <a:chOff x="4201447" y="3817349"/>
            <a:chExt cx="346024" cy="345674"/>
          </a:xfrm>
        </p:grpSpPr>
        <p:sp>
          <p:nvSpPr>
            <p:cNvPr id="12477" name="Google Shape;12477;p7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72"/>
          <p:cNvGrpSpPr/>
          <p:nvPr/>
        </p:nvGrpSpPr>
        <p:grpSpPr>
          <a:xfrm>
            <a:off x="4650919" y="3817349"/>
            <a:ext cx="346024" cy="345674"/>
            <a:chOff x="4650919" y="3817349"/>
            <a:chExt cx="346024" cy="345674"/>
          </a:xfrm>
        </p:grpSpPr>
        <p:sp>
          <p:nvSpPr>
            <p:cNvPr id="12480" name="Google Shape;12480;p72"/>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2"/>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2"/>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72"/>
          <p:cNvGrpSpPr/>
          <p:nvPr/>
        </p:nvGrpSpPr>
        <p:grpSpPr>
          <a:xfrm>
            <a:off x="5549861" y="3817349"/>
            <a:ext cx="345642" cy="345674"/>
            <a:chOff x="5549861" y="3817349"/>
            <a:chExt cx="345642" cy="345674"/>
          </a:xfrm>
        </p:grpSpPr>
        <p:sp>
          <p:nvSpPr>
            <p:cNvPr id="12484" name="Google Shape;12484;p7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72"/>
          <p:cNvGrpSpPr/>
          <p:nvPr/>
        </p:nvGrpSpPr>
        <p:grpSpPr>
          <a:xfrm>
            <a:off x="1306445" y="3397829"/>
            <a:ext cx="367255" cy="269855"/>
            <a:chOff x="1306445" y="3397829"/>
            <a:chExt cx="367255" cy="269855"/>
          </a:xfrm>
        </p:grpSpPr>
        <p:sp>
          <p:nvSpPr>
            <p:cNvPr id="12488" name="Google Shape;12488;p72"/>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2"/>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2"/>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2"/>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2"/>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2"/>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72"/>
          <p:cNvGrpSpPr/>
          <p:nvPr/>
        </p:nvGrpSpPr>
        <p:grpSpPr>
          <a:xfrm>
            <a:off x="1781317" y="3391400"/>
            <a:ext cx="367255" cy="282364"/>
            <a:chOff x="1781317" y="3391400"/>
            <a:chExt cx="367255" cy="282364"/>
          </a:xfrm>
        </p:grpSpPr>
        <p:sp>
          <p:nvSpPr>
            <p:cNvPr id="12495" name="Google Shape;12495;p72"/>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2"/>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2"/>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2"/>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2"/>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2"/>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72"/>
          <p:cNvGrpSpPr/>
          <p:nvPr/>
        </p:nvGrpSpPr>
        <p:grpSpPr>
          <a:xfrm>
            <a:off x="3678830" y="3370933"/>
            <a:ext cx="369164" cy="323297"/>
            <a:chOff x="3678830" y="3370933"/>
            <a:chExt cx="369164" cy="323297"/>
          </a:xfrm>
        </p:grpSpPr>
        <p:sp>
          <p:nvSpPr>
            <p:cNvPr id="12502" name="Google Shape;12502;p72"/>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2"/>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2"/>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2"/>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2"/>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2"/>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2"/>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2"/>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2"/>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2"/>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2"/>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72"/>
          <p:cNvGrpSpPr/>
          <p:nvPr/>
        </p:nvGrpSpPr>
        <p:grpSpPr>
          <a:xfrm>
            <a:off x="859265" y="3348175"/>
            <a:ext cx="312316" cy="368400"/>
            <a:chOff x="859265" y="3348175"/>
            <a:chExt cx="312316" cy="368400"/>
          </a:xfrm>
        </p:grpSpPr>
        <p:sp>
          <p:nvSpPr>
            <p:cNvPr id="12514" name="Google Shape;12514;p72"/>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2"/>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2"/>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2"/>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2"/>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9" name="Google Shape;12519;p72"/>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0" name="Google Shape;12520;p72"/>
          <p:cNvGrpSpPr/>
          <p:nvPr/>
        </p:nvGrpSpPr>
        <p:grpSpPr>
          <a:xfrm>
            <a:off x="2766374" y="3361013"/>
            <a:ext cx="330110" cy="308908"/>
            <a:chOff x="2766264" y="3394042"/>
            <a:chExt cx="294873" cy="275934"/>
          </a:xfrm>
        </p:grpSpPr>
        <p:sp>
          <p:nvSpPr>
            <p:cNvPr id="12521" name="Google Shape;12521;p72"/>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2"/>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2"/>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2"/>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5" name="Google Shape;12525;p72"/>
          <p:cNvGrpSpPr/>
          <p:nvPr/>
        </p:nvGrpSpPr>
        <p:grpSpPr>
          <a:xfrm>
            <a:off x="3214972" y="3359188"/>
            <a:ext cx="346406" cy="347552"/>
            <a:chOff x="3214972" y="3359188"/>
            <a:chExt cx="346406" cy="347552"/>
          </a:xfrm>
        </p:grpSpPr>
        <p:sp>
          <p:nvSpPr>
            <p:cNvPr id="12526" name="Google Shape;12526;p72"/>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2"/>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2"/>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2"/>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2"/>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2"/>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2"/>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2"/>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2"/>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2"/>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2"/>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2"/>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2"/>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2"/>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72"/>
          <p:cNvGrpSpPr/>
          <p:nvPr/>
        </p:nvGrpSpPr>
        <p:grpSpPr>
          <a:xfrm>
            <a:off x="4629306" y="3409193"/>
            <a:ext cx="367255" cy="244486"/>
            <a:chOff x="4629306" y="3409193"/>
            <a:chExt cx="367255" cy="244486"/>
          </a:xfrm>
        </p:grpSpPr>
        <p:sp>
          <p:nvSpPr>
            <p:cNvPr id="12541" name="Google Shape;12541;p72"/>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2"/>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2"/>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2"/>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2"/>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2"/>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2"/>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2"/>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2"/>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2"/>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1" name="Google Shape;12551;p72"/>
          <p:cNvGrpSpPr/>
          <p:nvPr/>
        </p:nvGrpSpPr>
        <p:grpSpPr>
          <a:xfrm>
            <a:off x="4193490" y="3350084"/>
            <a:ext cx="289939" cy="334661"/>
            <a:chOff x="4193490" y="3350084"/>
            <a:chExt cx="289939" cy="334661"/>
          </a:xfrm>
        </p:grpSpPr>
        <p:sp>
          <p:nvSpPr>
            <p:cNvPr id="12552" name="Google Shape;12552;p72"/>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2"/>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2"/>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2"/>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2"/>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2"/>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2"/>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2"/>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2"/>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2"/>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72"/>
          <p:cNvGrpSpPr/>
          <p:nvPr/>
        </p:nvGrpSpPr>
        <p:grpSpPr>
          <a:xfrm>
            <a:off x="6533281" y="3351230"/>
            <a:ext cx="357037" cy="357005"/>
            <a:chOff x="6533281" y="3351230"/>
            <a:chExt cx="357037" cy="357005"/>
          </a:xfrm>
        </p:grpSpPr>
        <p:sp>
          <p:nvSpPr>
            <p:cNvPr id="12563" name="Google Shape;12563;p72"/>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2"/>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2"/>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72"/>
          <p:cNvGrpSpPr/>
          <p:nvPr/>
        </p:nvGrpSpPr>
        <p:grpSpPr>
          <a:xfrm>
            <a:off x="6058441" y="3351230"/>
            <a:ext cx="357387" cy="357005"/>
            <a:chOff x="6058441" y="3351230"/>
            <a:chExt cx="357387" cy="357005"/>
          </a:xfrm>
        </p:grpSpPr>
        <p:sp>
          <p:nvSpPr>
            <p:cNvPr id="12567" name="Google Shape;12567;p72"/>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2"/>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72"/>
          <p:cNvGrpSpPr/>
          <p:nvPr/>
        </p:nvGrpSpPr>
        <p:grpSpPr>
          <a:xfrm>
            <a:off x="7957483" y="3350848"/>
            <a:ext cx="357387" cy="357387"/>
            <a:chOff x="7957483" y="3350848"/>
            <a:chExt cx="357387" cy="357387"/>
          </a:xfrm>
        </p:grpSpPr>
        <p:sp>
          <p:nvSpPr>
            <p:cNvPr id="12570" name="Google Shape;12570;p72"/>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2"/>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2"/>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72"/>
          <p:cNvGrpSpPr/>
          <p:nvPr/>
        </p:nvGrpSpPr>
        <p:grpSpPr>
          <a:xfrm>
            <a:off x="7007771" y="3351230"/>
            <a:ext cx="357387" cy="357005"/>
            <a:chOff x="7007771" y="3351230"/>
            <a:chExt cx="357387" cy="357005"/>
          </a:xfrm>
        </p:grpSpPr>
        <p:sp>
          <p:nvSpPr>
            <p:cNvPr id="12574" name="Google Shape;12574;p72"/>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2"/>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2"/>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2"/>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2"/>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9" name="Google Shape;12579;p72"/>
          <p:cNvGrpSpPr/>
          <p:nvPr/>
        </p:nvGrpSpPr>
        <p:grpSpPr>
          <a:xfrm>
            <a:off x="5108729" y="3351230"/>
            <a:ext cx="357005" cy="357005"/>
            <a:chOff x="5108729" y="3351230"/>
            <a:chExt cx="357005" cy="357005"/>
          </a:xfrm>
        </p:grpSpPr>
        <p:sp>
          <p:nvSpPr>
            <p:cNvPr id="12580" name="Google Shape;12580;p7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72"/>
          <p:cNvGrpSpPr/>
          <p:nvPr/>
        </p:nvGrpSpPr>
        <p:grpSpPr>
          <a:xfrm>
            <a:off x="5583569" y="3351230"/>
            <a:ext cx="357419" cy="357005"/>
            <a:chOff x="5583569" y="3351230"/>
            <a:chExt cx="357419" cy="357005"/>
          </a:xfrm>
        </p:grpSpPr>
        <p:sp>
          <p:nvSpPr>
            <p:cNvPr id="12583" name="Google Shape;12583;p7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5" name="Google Shape;12585;p72"/>
          <p:cNvGrpSpPr/>
          <p:nvPr/>
        </p:nvGrpSpPr>
        <p:grpSpPr>
          <a:xfrm>
            <a:off x="7482229" y="3351230"/>
            <a:ext cx="357419" cy="357005"/>
            <a:chOff x="7482229" y="3351230"/>
            <a:chExt cx="357419" cy="357005"/>
          </a:xfrm>
        </p:grpSpPr>
        <p:sp>
          <p:nvSpPr>
            <p:cNvPr id="12586" name="Google Shape;12586;p72"/>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2"/>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2"/>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2"/>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2"/>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1" name="Google Shape;12591;p72"/>
          <p:cNvGrpSpPr/>
          <p:nvPr/>
        </p:nvGrpSpPr>
        <p:grpSpPr>
          <a:xfrm>
            <a:off x="3764485" y="2890682"/>
            <a:ext cx="222874" cy="345737"/>
            <a:chOff x="3764485" y="2890682"/>
            <a:chExt cx="222874" cy="345737"/>
          </a:xfrm>
        </p:grpSpPr>
        <p:sp>
          <p:nvSpPr>
            <p:cNvPr id="12592" name="Google Shape;12592;p72"/>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2"/>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2"/>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5" name="Google Shape;12595;p72"/>
          <p:cNvGrpSpPr/>
          <p:nvPr/>
        </p:nvGrpSpPr>
        <p:grpSpPr>
          <a:xfrm>
            <a:off x="2238616" y="2908131"/>
            <a:ext cx="422596" cy="310382"/>
            <a:chOff x="2278533" y="2937377"/>
            <a:chExt cx="346788" cy="254704"/>
          </a:xfrm>
        </p:grpSpPr>
        <p:sp>
          <p:nvSpPr>
            <p:cNvPr id="12596" name="Google Shape;12596;p72"/>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2"/>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8" name="Google Shape;12598;p72"/>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9" name="Google Shape;12599;p72"/>
          <p:cNvGrpSpPr/>
          <p:nvPr/>
        </p:nvGrpSpPr>
        <p:grpSpPr>
          <a:xfrm>
            <a:off x="1836637" y="2891510"/>
            <a:ext cx="286152" cy="346438"/>
            <a:chOff x="1836637" y="2891510"/>
            <a:chExt cx="286152" cy="346438"/>
          </a:xfrm>
        </p:grpSpPr>
        <p:sp>
          <p:nvSpPr>
            <p:cNvPr id="12600" name="Google Shape;12600;p72"/>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2"/>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2"/>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72"/>
          <p:cNvGrpSpPr/>
          <p:nvPr/>
        </p:nvGrpSpPr>
        <p:grpSpPr>
          <a:xfrm>
            <a:off x="5585861" y="2905929"/>
            <a:ext cx="379764" cy="337684"/>
            <a:chOff x="5585861" y="2905929"/>
            <a:chExt cx="379764" cy="337684"/>
          </a:xfrm>
        </p:grpSpPr>
        <p:sp>
          <p:nvSpPr>
            <p:cNvPr id="12604" name="Google Shape;12604;p72"/>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2"/>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2"/>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2"/>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8" name="Google Shape;12608;p72"/>
          <p:cNvGrpSpPr/>
          <p:nvPr/>
        </p:nvGrpSpPr>
        <p:grpSpPr>
          <a:xfrm>
            <a:off x="1327676" y="2910480"/>
            <a:ext cx="347934" cy="310024"/>
            <a:chOff x="1327676" y="2910480"/>
            <a:chExt cx="347934" cy="310024"/>
          </a:xfrm>
        </p:grpSpPr>
        <p:sp>
          <p:nvSpPr>
            <p:cNvPr id="12609" name="Google Shape;12609;p72"/>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2"/>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2"/>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2"/>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2"/>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4" name="Google Shape;12614;p72"/>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5" name="Google Shape;12615;p72"/>
          <p:cNvGrpSpPr/>
          <p:nvPr/>
        </p:nvGrpSpPr>
        <p:grpSpPr>
          <a:xfrm>
            <a:off x="2753401" y="2869564"/>
            <a:ext cx="382828" cy="358601"/>
            <a:chOff x="2753373" y="2902523"/>
            <a:chExt cx="347552" cy="325557"/>
          </a:xfrm>
        </p:grpSpPr>
        <p:sp>
          <p:nvSpPr>
            <p:cNvPr id="12616" name="Google Shape;12616;p72"/>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2"/>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2"/>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2"/>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2"/>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2"/>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72"/>
          <p:cNvGrpSpPr/>
          <p:nvPr/>
        </p:nvGrpSpPr>
        <p:grpSpPr>
          <a:xfrm>
            <a:off x="849016" y="2903255"/>
            <a:ext cx="356655" cy="335425"/>
            <a:chOff x="849016" y="2903255"/>
            <a:chExt cx="356655" cy="335425"/>
          </a:xfrm>
        </p:grpSpPr>
        <p:sp>
          <p:nvSpPr>
            <p:cNvPr id="12623" name="Google Shape;12623;p72"/>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2"/>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2"/>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2"/>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2"/>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2"/>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2"/>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2"/>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2"/>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2"/>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2"/>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72"/>
          <p:cNvGrpSpPr/>
          <p:nvPr/>
        </p:nvGrpSpPr>
        <p:grpSpPr>
          <a:xfrm>
            <a:off x="4210933" y="2926777"/>
            <a:ext cx="280072" cy="275520"/>
            <a:chOff x="4210933" y="2926777"/>
            <a:chExt cx="280072" cy="275520"/>
          </a:xfrm>
        </p:grpSpPr>
        <p:sp>
          <p:nvSpPr>
            <p:cNvPr id="12635" name="Google Shape;12635;p72"/>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2"/>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2"/>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2"/>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2"/>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2"/>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2"/>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2"/>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2"/>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2"/>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2"/>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2"/>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2"/>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72"/>
          <p:cNvGrpSpPr/>
          <p:nvPr/>
        </p:nvGrpSpPr>
        <p:grpSpPr>
          <a:xfrm>
            <a:off x="4667216" y="2915382"/>
            <a:ext cx="320273" cy="318395"/>
            <a:chOff x="4667216" y="2915382"/>
            <a:chExt cx="320273" cy="318395"/>
          </a:xfrm>
        </p:grpSpPr>
        <p:sp>
          <p:nvSpPr>
            <p:cNvPr id="12649" name="Google Shape;12649;p72"/>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2"/>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2"/>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2"/>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72"/>
          <p:cNvGrpSpPr/>
          <p:nvPr/>
        </p:nvGrpSpPr>
        <p:grpSpPr>
          <a:xfrm>
            <a:off x="5170480" y="2934639"/>
            <a:ext cx="261929" cy="280550"/>
            <a:chOff x="5170480" y="2934639"/>
            <a:chExt cx="261929" cy="280550"/>
          </a:xfrm>
        </p:grpSpPr>
        <p:sp>
          <p:nvSpPr>
            <p:cNvPr id="12654" name="Google Shape;12654;p72"/>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2"/>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2"/>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2"/>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2"/>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2"/>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2"/>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72"/>
          <p:cNvGrpSpPr/>
          <p:nvPr/>
        </p:nvGrpSpPr>
        <p:grpSpPr>
          <a:xfrm>
            <a:off x="6069423" y="2891892"/>
            <a:ext cx="362321" cy="364231"/>
            <a:chOff x="6069423" y="2891892"/>
            <a:chExt cx="362321" cy="364231"/>
          </a:xfrm>
        </p:grpSpPr>
        <p:sp>
          <p:nvSpPr>
            <p:cNvPr id="12662" name="Google Shape;12662;p72"/>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2"/>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2"/>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2"/>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2"/>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2"/>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72"/>
          <p:cNvGrpSpPr/>
          <p:nvPr/>
        </p:nvGrpSpPr>
        <p:grpSpPr>
          <a:xfrm>
            <a:off x="6571955" y="2919170"/>
            <a:ext cx="308878" cy="311170"/>
            <a:chOff x="6571955" y="2919170"/>
            <a:chExt cx="308878" cy="311170"/>
          </a:xfrm>
        </p:grpSpPr>
        <p:sp>
          <p:nvSpPr>
            <p:cNvPr id="12669" name="Google Shape;12669;p72"/>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2"/>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2"/>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2"/>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2"/>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2"/>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2"/>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2"/>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2"/>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2"/>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72"/>
          <p:cNvGrpSpPr/>
          <p:nvPr/>
        </p:nvGrpSpPr>
        <p:grpSpPr>
          <a:xfrm>
            <a:off x="7500054" y="2934735"/>
            <a:ext cx="350576" cy="280454"/>
            <a:chOff x="7500054" y="2934735"/>
            <a:chExt cx="350576" cy="280454"/>
          </a:xfrm>
        </p:grpSpPr>
        <p:sp>
          <p:nvSpPr>
            <p:cNvPr id="12680" name="Google Shape;12680;p72"/>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2"/>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2"/>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2"/>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2"/>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2"/>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2"/>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2"/>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8" name="Google Shape;12688;p72"/>
          <p:cNvGrpSpPr/>
          <p:nvPr/>
        </p:nvGrpSpPr>
        <p:grpSpPr>
          <a:xfrm>
            <a:off x="7024430" y="2874662"/>
            <a:ext cx="332012" cy="355454"/>
            <a:chOff x="7055134" y="2919170"/>
            <a:chExt cx="290321" cy="310820"/>
          </a:xfrm>
        </p:grpSpPr>
        <p:sp>
          <p:nvSpPr>
            <p:cNvPr id="12689" name="Google Shape;12689;p72"/>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2"/>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2"/>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2"/>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2"/>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2"/>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2"/>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2"/>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2"/>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2"/>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2"/>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2"/>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2"/>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2"/>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72"/>
          <p:cNvGrpSpPr/>
          <p:nvPr/>
        </p:nvGrpSpPr>
        <p:grpSpPr>
          <a:xfrm>
            <a:off x="7985143" y="2900613"/>
            <a:ext cx="330109" cy="347552"/>
            <a:chOff x="7985143" y="2900613"/>
            <a:chExt cx="330109" cy="347552"/>
          </a:xfrm>
        </p:grpSpPr>
        <p:sp>
          <p:nvSpPr>
            <p:cNvPr id="12704" name="Google Shape;12704;p72"/>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2"/>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2"/>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2"/>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2"/>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2"/>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2"/>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2"/>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72"/>
          <p:cNvGrpSpPr/>
          <p:nvPr/>
        </p:nvGrpSpPr>
        <p:grpSpPr>
          <a:xfrm>
            <a:off x="7990840" y="2435226"/>
            <a:ext cx="354363" cy="353631"/>
            <a:chOff x="7990840" y="2435226"/>
            <a:chExt cx="354363" cy="353631"/>
          </a:xfrm>
        </p:grpSpPr>
        <p:sp>
          <p:nvSpPr>
            <p:cNvPr id="12713" name="Google Shape;12713;p72"/>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2"/>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2"/>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72"/>
          <p:cNvGrpSpPr/>
          <p:nvPr/>
        </p:nvGrpSpPr>
        <p:grpSpPr>
          <a:xfrm>
            <a:off x="1817317" y="2480330"/>
            <a:ext cx="350958" cy="263043"/>
            <a:chOff x="1817317" y="2480330"/>
            <a:chExt cx="350958" cy="263043"/>
          </a:xfrm>
        </p:grpSpPr>
        <p:sp>
          <p:nvSpPr>
            <p:cNvPr id="12717" name="Google Shape;12717;p72"/>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2"/>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2"/>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2"/>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2"/>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72"/>
          <p:cNvGrpSpPr/>
          <p:nvPr/>
        </p:nvGrpSpPr>
        <p:grpSpPr>
          <a:xfrm>
            <a:off x="1341727" y="2483349"/>
            <a:ext cx="419913" cy="308109"/>
            <a:chOff x="1341727" y="2483349"/>
            <a:chExt cx="419913" cy="308109"/>
          </a:xfrm>
        </p:grpSpPr>
        <p:sp>
          <p:nvSpPr>
            <p:cNvPr id="12723" name="Google Shape;12723;p72"/>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2"/>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2"/>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72"/>
          <p:cNvGrpSpPr/>
          <p:nvPr/>
        </p:nvGrpSpPr>
        <p:grpSpPr>
          <a:xfrm>
            <a:off x="854332" y="2447736"/>
            <a:ext cx="376358" cy="330109"/>
            <a:chOff x="854332" y="2447736"/>
            <a:chExt cx="376358" cy="330109"/>
          </a:xfrm>
        </p:grpSpPr>
        <p:sp>
          <p:nvSpPr>
            <p:cNvPr id="12727" name="Google Shape;12727;p72"/>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2"/>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2"/>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2"/>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2"/>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2"/>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2"/>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2"/>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72"/>
          <p:cNvGrpSpPr/>
          <p:nvPr/>
        </p:nvGrpSpPr>
        <p:grpSpPr>
          <a:xfrm>
            <a:off x="4206763" y="2450951"/>
            <a:ext cx="322151" cy="322374"/>
            <a:chOff x="4206763" y="2450951"/>
            <a:chExt cx="322151" cy="322374"/>
          </a:xfrm>
        </p:grpSpPr>
        <p:sp>
          <p:nvSpPr>
            <p:cNvPr id="12736" name="Google Shape;12736;p72"/>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2"/>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8" name="Google Shape;12738;p72"/>
          <p:cNvGrpSpPr/>
          <p:nvPr/>
        </p:nvGrpSpPr>
        <p:grpSpPr>
          <a:xfrm>
            <a:off x="7528096" y="2450059"/>
            <a:ext cx="327976" cy="324316"/>
            <a:chOff x="7528096" y="2450059"/>
            <a:chExt cx="327976" cy="324316"/>
          </a:xfrm>
        </p:grpSpPr>
        <p:sp>
          <p:nvSpPr>
            <p:cNvPr id="12739" name="Google Shape;12739;p72"/>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2"/>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2"/>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2"/>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2"/>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4" name="Google Shape;12744;p72"/>
          <p:cNvGrpSpPr/>
          <p:nvPr/>
        </p:nvGrpSpPr>
        <p:grpSpPr>
          <a:xfrm>
            <a:off x="7077129" y="2512542"/>
            <a:ext cx="282364" cy="198619"/>
            <a:chOff x="7077129" y="2512542"/>
            <a:chExt cx="282364" cy="198619"/>
          </a:xfrm>
        </p:grpSpPr>
        <p:sp>
          <p:nvSpPr>
            <p:cNvPr id="12745" name="Google Shape;12745;p72"/>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2"/>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2"/>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2"/>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2"/>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2"/>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1" name="Google Shape;12751;p72"/>
          <p:cNvGrpSpPr/>
          <p:nvPr/>
        </p:nvGrpSpPr>
        <p:grpSpPr>
          <a:xfrm>
            <a:off x="3725461" y="2444712"/>
            <a:ext cx="334279" cy="334661"/>
            <a:chOff x="3725461" y="2444712"/>
            <a:chExt cx="334279" cy="334661"/>
          </a:xfrm>
        </p:grpSpPr>
        <p:sp>
          <p:nvSpPr>
            <p:cNvPr id="12752" name="Google Shape;12752;p72"/>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2"/>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2"/>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2"/>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2"/>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2"/>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2"/>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72"/>
          <p:cNvGrpSpPr/>
          <p:nvPr/>
        </p:nvGrpSpPr>
        <p:grpSpPr>
          <a:xfrm>
            <a:off x="6577238" y="2457221"/>
            <a:ext cx="332019" cy="310788"/>
            <a:chOff x="6577238" y="2457221"/>
            <a:chExt cx="332019" cy="310788"/>
          </a:xfrm>
        </p:grpSpPr>
        <p:sp>
          <p:nvSpPr>
            <p:cNvPr id="12760" name="Google Shape;12760;p72"/>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2"/>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2"/>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2"/>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2"/>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2"/>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72"/>
          <p:cNvGrpSpPr/>
          <p:nvPr/>
        </p:nvGrpSpPr>
        <p:grpSpPr>
          <a:xfrm>
            <a:off x="2818561" y="2439778"/>
            <a:ext cx="247892" cy="346024"/>
            <a:chOff x="2818561" y="2439778"/>
            <a:chExt cx="247892" cy="346024"/>
          </a:xfrm>
        </p:grpSpPr>
        <p:sp>
          <p:nvSpPr>
            <p:cNvPr id="12767" name="Google Shape;12767;p72"/>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2"/>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2"/>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2"/>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2"/>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2"/>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2"/>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2"/>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2"/>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2"/>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2"/>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2"/>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72"/>
          <p:cNvGrpSpPr/>
          <p:nvPr/>
        </p:nvGrpSpPr>
        <p:grpSpPr>
          <a:xfrm>
            <a:off x="3207778" y="2474632"/>
            <a:ext cx="419933" cy="275170"/>
            <a:chOff x="3207778" y="2474632"/>
            <a:chExt cx="419933" cy="275170"/>
          </a:xfrm>
        </p:grpSpPr>
        <p:sp>
          <p:nvSpPr>
            <p:cNvPr id="12780" name="Google Shape;12780;p72"/>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2"/>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2"/>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2"/>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2"/>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2"/>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2"/>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2"/>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2"/>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2"/>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2"/>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2"/>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2"/>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2"/>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4" name="Google Shape;12794;p72"/>
          <p:cNvGrpSpPr/>
          <p:nvPr/>
        </p:nvGrpSpPr>
        <p:grpSpPr>
          <a:xfrm>
            <a:off x="6099375" y="2456075"/>
            <a:ext cx="337684" cy="314194"/>
            <a:chOff x="6099375" y="2456075"/>
            <a:chExt cx="337684" cy="314194"/>
          </a:xfrm>
        </p:grpSpPr>
        <p:sp>
          <p:nvSpPr>
            <p:cNvPr id="12795" name="Google Shape;12795;p72"/>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2"/>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7" name="Google Shape;12797;p72"/>
          <p:cNvGrpSpPr/>
          <p:nvPr/>
        </p:nvGrpSpPr>
        <p:grpSpPr>
          <a:xfrm>
            <a:off x="2312623" y="2468584"/>
            <a:ext cx="312698" cy="286534"/>
            <a:chOff x="2312623" y="2468584"/>
            <a:chExt cx="312698" cy="286534"/>
          </a:xfrm>
        </p:grpSpPr>
        <p:sp>
          <p:nvSpPr>
            <p:cNvPr id="12798" name="Google Shape;12798;p72"/>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2"/>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2"/>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72"/>
          <p:cNvGrpSpPr/>
          <p:nvPr/>
        </p:nvGrpSpPr>
        <p:grpSpPr>
          <a:xfrm>
            <a:off x="5618805" y="2440924"/>
            <a:ext cx="345292" cy="342618"/>
            <a:chOff x="5618805" y="2440924"/>
            <a:chExt cx="345292" cy="342618"/>
          </a:xfrm>
        </p:grpSpPr>
        <p:sp>
          <p:nvSpPr>
            <p:cNvPr id="12802" name="Google Shape;12802;p72"/>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2"/>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2"/>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2"/>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2"/>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7" name="Google Shape;12807;p72"/>
          <p:cNvGrpSpPr/>
          <p:nvPr/>
        </p:nvGrpSpPr>
        <p:grpSpPr>
          <a:xfrm>
            <a:off x="4653179" y="2446590"/>
            <a:ext cx="377886" cy="331255"/>
            <a:chOff x="4653179" y="2446590"/>
            <a:chExt cx="377886" cy="331255"/>
          </a:xfrm>
        </p:grpSpPr>
        <p:sp>
          <p:nvSpPr>
            <p:cNvPr id="12808" name="Google Shape;12808;p72"/>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2"/>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2"/>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2"/>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72"/>
          <p:cNvGrpSpPr/>
          <p:nvPr/>
        </p:nvGrpSpPr>
        <p:grpSpPr>
          <a:xfrm>
            <a:off x="5184517" y="2459481"/>
            <a:ext cx="252062" cy="305122"/>
            <a:chOff x="5184517" y="2459481"/>
            <a:chExt cx="252062" cy="305122"/>
          </a:xfrm>
        </p:grpSpPr>
        <p:sp>
          <p:nvSpPr>
            <p:cNvPr id="12813" name="Google Shape;12813;p72"/>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2"/>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2"/>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2"/>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2"/>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2"/>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9" name="Google Shape;12819;p72"/>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0" name="Google Shape;12820;p72"/>
          <p:cNvGrpSpPr/>
          <p:nvPr/>
        </p:nvGrpSpPr>
        <p:grpSpPr>
          <a:xfrm>
            <a:off x="6155459" y="1969108"/>
            <a:ext cx="249770" cy="363849"/>
            <a:chOff x="6155459" y="1969108"/>
            <a:chExt cx="249770" cy="363849"/>
          </a:xfrm>
        </p:grpSpPr>
        <p:sp>
          <p:nvSpPr>
            <p:cNvPr id="12821" name="Google Shape;12821;p72"/>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2"/>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2"/>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2"/>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2"/>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2"/>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2"/>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2"/>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2"/>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0" name="Google Shape;12830;p72"/>
          <p:cNvGrpSpPr/>
          <p:nvPr/>
        </p:nvGrpSpPr>
        <p:grpSpPr>
          <a:xfrm>
            <a:off x="2280029" y="1970604"/>
            <a:ext cx="353631" cy="354395"/>
            <a:chOff x="2280029" y="1970604"/>
            <a:chExt cx="353631" cy="354395"/>
          </a:xfrm>
        </p:grpSpPr>
        <p:sp>
          <p:nvSpPr>
            <p:cNvPr id="12831" name="Google Shape;12831;p72"/>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2"/>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2"/>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2"/>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72"/>
          <p:cNvGrpSpPr/>
          <p:nvPr/>
        </p:nvGrpSpPr>
        <p:grpSpPr>
          <a:xfrm>
            <a:off x="8065100" y="2000174"/>
            <a:ext cx="255086" cy="301685"/>
            <a:chOff x="8065100" y="2000174"/>
            <a:chExt cx="255086" cy="301685"/>
          </a:xfrm>
        </p:grpSpPr>
        <p:sp>
          <p:nvSpPr>
            <p:cNvPr id="12836" name="Google Shape;12836;p72"/>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2"/>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2"/>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2"/>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72"/>
          <p:cNvGrpSpPr/>
          <p:nvPr/>
        </p:nvGrpSpPr>
        <p:grpSpPr>
          <a:xfrm>
            <a:off x="6633705" y="1969108"/>
            <a:ext cx="249420" cy="363849"/>
            <a:chOff x="6633705" y="1969108"/>
            <a:chExt cx="249420" cy="363849"/>
          </a:xfrm>
        </p:grpSpPr>
        <p:sp>
          <p:nvSpPr>
            <p:cNvPr id="12841" name="Google Shape;12841;p72"/>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2"/>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2"/>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2"/>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2"/>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2"/>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2"/>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2"/>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72"/>
          <p:cNvGrpSpPr/>
          <p:nvPr/>
        </p:nvGrpSpPr>
        <p:grpSpPr>
          <a:xfrm>
            <a:off x="5211031" y="1969108"/>
            <a:ext cx="226661" cy="363467"/>
            <a:chOff x="5211031" y="1969108"/>
            <a:chExt cx="226661" cy="363467"/>
          </a:xfrm>
        </p:grpSpPr>
        <p:sp>
          <p:nvSpPr>
            <p:cNvPr id="12850" name="Google Shape;12850;p72"/>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2"/>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72"/>
          <p:cNvGrpSpPr/>
          <p:nvPr/>
        </p:nvGrpSpPr>
        <p:grpSpPr>
          <a:xfrm>
            <a:off x="3712952" y="1970604"/>
            <a:ext cx="354363" cy="354395"/>
            <a:chOff x="3712952" y="1970604"/>
            <a:chExt cx="354363" cy="354395"/>
          </a:xfrm>
        </p:grpSpPr>
        <p:sp>
          <p:nvSpPr>
            <p:cNvPr id="12853" name="Google Shape;12853;p72"/>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2"/>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2"/>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2"/>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2"/>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2"/>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2"/>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2"/>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2"/>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2" name="Google Shape;12862;p72"/>
          <p:cNvGrpSpPr/>
          <p:nvPr/>
        </p:nvGrpSpPr>
        <p:grpSpPr>
          <a:xfrm>
            <a:off x="3235438" y="1970604"/>
            <a:ext cx="354363" cy="354745"/>
            <a:chOff x="3235438" y="1970604"/>
            <a:chExt cx="354363" cy="354745"/>
          </a:xfrm>
        </p:grpSpPr>
        <p:sp>
          <p:nvSpPr>
            <p:cNvPr id="12863" name="Google Shape;12863;p72"/>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2"/>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2"/>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2"/>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2"/>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2"/>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2"/>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2"/>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2"/>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2"/>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2"/>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2"/>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2"/>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6" name="Google Shape;12876;p72"/>
          <p:cNvGrpSpPr/>
          <p:nvPr/>
        </p:nvGrpSpPr>
        <p:grpSpPr>
          <a:xfrm>
            <a:off x="1329585" y="1989925"/>
            <a:ext cx="341472" cy="335074"/>
            <a:chOff x="1329585" y="1989925"/>
            <a:chExt cx="341472" cy="335074"/>
          </a:xfrm>
        </p:grpSpPr>
        <p:sp>
          <p:nvSpPr>
            <p:cNvPr id="12877" name="Google Shape;12877;p72"/>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2"/>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2"/>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72"/>
          <p:cNvGrpSpPr/>
          <p:nvPr/>
        </p:nvGrpSpPr>
        <p:grpSpPr>
          <a:xfrm>
            <a:off x="5591871" y="1989906"/>
            <a:ext cx="416649" cy="325597"/>
            <a:chOff x="5626763" y="2013829"/>
            <a:chExt cx="351722" cy="274788"/>
          </a:xfrm>
        </p:grpSpPr>
        <p:sp>
          <p:nvSpPr>
            <p:cNvPr id="12881" name="Google Shape;12881;p72"/>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2"/>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2"/>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2"/>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2"/>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2"/>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2"/>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2"/>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2"/>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2"/>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1" name="Google Shape;12891;p72"/>
          <p:cNvGrpSpPr/>
          <p:nvPr/>
        </p:nvGrpSpPr>
        <p:grpSpPr>
          <a:xfrm>
            <a:off x="7576605" y="1983877"/>
            <a:ext cx="276698" cy="333133"/>
            <a:chOff x="7576605" y="1983877"/>
            <a:chExt cx="276698" cy="333133"/>
          </a:xfrm>
        </p:grpSpPr>
        <p:sp>
          <p:nvSpPr>
            <p:cNvPr id="12892" name="Google Shape;12892;p72"/>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2"/>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72"/>
          <p:cNvGrpSpPr/>
          <p:nvPr/>
        </p:nvGrpSpPr>
        <p:grpSpPr>
          <a:xfrm>
            <a:off x="853568" y="1975538"/>
            <a:ext cx="337334" cy="353599"/>
            <a:chOff x="853568" y="1975538"/>
            <a:chExt cx="337334" cy="353599"/>
          </a:xfrm>
        </p:grpSpPr>
        <p:sp>
          <p:nvSpPr>
            <p:cNvPr id="12895" name="Google Shape;12895;p72"/>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2"/>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2"/>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2"/>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72"/>
          <p:cNvGrpSpPr/>
          <p:nvPr/>
        </p:nvGrpSpPr>
        <p:grpSpPr>
          <a:xfrm>
            <a:off x="2770052" y="2009628"/>
            <a:ext cx="327085" cy="277080"/>
            <a:chOff x="2770052" y="2009628"/>
            <a:chExt cx="327085" cy="277080"/>
          </a:xfrm>
        </p:grpSpPr>
        <p:sp>
          <p:nvSpPr>
            <p:cNvPr id="12900" name="Google Shape;12900;p72"/>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2"/>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2" name="Google Shape;12902;p72"/>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3" name="Google Shape;12903;p72"/>
          <p:cNvGrpSpPr/>
          <p:nvPr/>
        </p:nvGrpSpPr>
        <p:grpSpPr>
          <a:xfrm>
            <a:off x="4195399" y="1970604"/>
            <a:ext cx="344878" cy="343573"/>
            <a:chOff x="4195399" y="1970604"/>
            <a:chExt cx="344878" cy="343573"/>
          </a:xfrm>
        </p:grpSpPr>
        <p:sp>
          <p:nvSpPr>
            <p:cNvPr id="12904" name="Google Shape;12904;p72"/>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2"/>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2"/>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2"/>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72"/>
          <p:cNvGrpSpPr/>
          <p:nvPr/>
        </p:nvGrpSpPr>
        <p:grpSpPr>
          <a:xfrm>
            <a:off x="4674791" y="1977447"/>
            <a:ext cx="344528" cy="344114"/>
            <a:chOff x="4674791" y="1977447"/>
            <a:chExt cx="344528" cy="344114"/>
          </a:xfrm>
        </p:grpSpPr>
        <p:sp>
          <p:nvSpPr>
            <p:cNvPr id="12909" name="Google Shape;12909;p72"/>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2"/>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2"/>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2"/>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2"/>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2"/>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2"/>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2"/>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2"/>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2"/>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2"/>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2"/>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2"/>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2"/>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2"/>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2"/>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2"/>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2"/>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2"/>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2"/>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2"/>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2"/>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2"/>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2"/>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2"/>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2"/>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72"/>
          <p:cNvGrpSpPr/>
          <p:nvPr/>
        </p:nvGrpSpPr>
        <p:grpSpPr>
          <a:xfrm>
            <a:off x="6083810" y="1547297"/>
            <a:ext cx="382819" cy="310788"/>
            <a:chOff x="6083810" y="1547297"/>
            <a:chExt cx="382819" cy="310788"/>
          </a:xfrm>
        </p:grpSpPr>
        <p:sp>
          <p:nvSpPr>
            <p:cNvPr id="12936" name="Google Shape;12936;p72"/>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2"/>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2"/>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2"/>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2"/>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2"/>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2"/>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2"/>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2"/>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2"/>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2"/>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2"/>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2"/>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2"/>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2"/>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2"/>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2"/>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2"/>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72"/>
          <p:cNvGrpSpPr/>
          <p:nvPr/>
        </p:nvGrpSpPr>
        <p:grpSpPr>
          <a:xfrm>
            <a:off x="6558300" y="1538193"/>
            <a:ext cx="382788" cy="328613"/>
            <a:chOff x="6558300" y="1538193"/>
            <a:chExt cx="382788" cy="328613"/>
          </a:xfrm>
        </p:grpSpPr>
        <p:sp>
          <p:nvSpPr>
            <p:cNvPr id="12955" name="Google Shape;12955;p72"/>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2"/>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72"/>
          <p:cNvGrpSpPr/>
          <p:nvPr/>
        </p:nvGrpSpPr>
        <p:grpSpPr>
          <a:xfrm>
            <a:off x="5194002" y="1511297"/>
            <a:ext cx="259605" cy="346024"/>
            <a:chOff x="5194002" y="1511297"/>
            <a:chExt cx="259605" cy="346024"/>
          </a:xfrm>
        </p:grpSpPr>
        <p:sp>
          <p:nvSpPr>
            <p:cNvPr id="12958" name="Google Shape;12958;p72"/>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2"/>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2"/>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2"/>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2" name="Google Shape;12962;p72"/>
          <p:cNvGrpSpPr/>
          <p:nvPr/>
        </p:nvGrpSpPr>
        <p:grpSpPr>
          <a:xfrm>
            <a:off x="1394741" y="1512061"/>
            <a:ext cx="252444" cy="351722"/>
            <a:chOff x="1394741" y="1512061"/>
            <a:chExt cx="252444" cy="351722"/>
          </a:xfrm>
        </p:grpSpPr>
        <p:sp>
          <p:nvSpPr>
            <p:cNvPr id="12963" name="Google Shape;12963;p72"/>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2"/>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2"/>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2"/>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2"/>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2"/>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2"/>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2"/>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2"/>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2"/>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2"/>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2"/>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2"/>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2"/>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2"/>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2"/>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2"/>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72"/>
          <p:cNvGrpSpPr/>
          <p:nvPr/>
        </p:nvGrpSpPr>
        <p:grpSpPr>
          <a:xfrm>
            <a:off x="855096" y="1504485"/>
            <a:ext cx="380910" cy="339594"/>
            <a:chOff x="855096" y="1504485"/>
            <a:chExt cx="380910" cy="339594"/>
          </a:xfrm>
        </p:grpSpPr>
        <p:sp>
          <p:nvSpPr>
            <p:cNvPr id="12981" name="Google Shape;12981;p72"/>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2"/>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2"/>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2"/>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2"/>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72"/>
          <p:cNvGrpSpPr/>
          <p:nvPr/>
        </p:nvGrpSpPr>
        <p:grpSpPr>
          <a:xfrm>
            <a:off x="1819576" y="1511679"/>
            <a:ext cx="352103" cy="352103"/>
            <a:chOff x="1819576" y="1511679"/>
            <a:chExt cx="352103" cy="352103"/>
          </a:xfrm>
        </p:grpSpPr>
        <p:sp>
          <p:nvSpPr>
            <p:cNvPr id="12987" name="Google Shape;12987;p72"/>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2"/>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2"/>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2"/>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72"/>
          <p:cNvGrpSpPr/>
          <p:nvPr/>
        </p:nvGrpSpPr>
        <p:grpSpPr>
          <a:xfrm>
            <a:off x="5621097" y="1500761"/>
            <a:ext cx="371424" cy="355446"/>
            <a:chOff x="5621097" y="1500761"/>
            <a:chExt cx="371424" cy="355446"/>
          </a:xfrm>
        </p:grpSpPr>
        <p:sp>
          <p:nvSpPr>
            <p:cNvPr id="12992" name="Google Shape;12992;p72"/>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2"/>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72"/>
          <p:cNvGrpSpPr/>
          <p:nvPr/>
        </p:nvGrpSpPr>
        <p:grpSpPr>
          <a:xfrm>
            <a:off x="4670239" y="1541599"/>
            <a:ext cx="359679" cy="321833"/>
            <a:chOff x="4670239" y="1541599"/>
            <a:chExt cx="359679" cy="321833"/>
          </a:xfrm>
        </p:grpSpPr>
        <p:sp>
          <p:nvSpPr>
            <p:cNvPr id="12995" name="Google Shape;12995;p72"/>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2"/>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2"/>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2"/>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2"/>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72"/>
          <p:cNvGrpSpPr/>
          <p:nvPr/>
        </p:nvGrpSpPr>
        <p:grpSpPr>
          <a:xfrm>
            <a:off x="4212429" y="1502385"/>
            <a:ext cx="321037" cy="353822"/>
            <a:chOff x="4212429" y="1502385"/>
            <a:chExt cx="321037" cy="353822"/>
          </a:xfrm>
        </p:grpSpPr>
        <p:sp>
          <p:nvSpPr>
            <p:cNvPr id="13001" name="Google Shape;13001;p72"/>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2"/>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2"/>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2"/>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5" name="Google Shape;13005;p72"/>
          <p:cNvGrpSpPr/>
          <p:nvPr/>
        </p:nvGrpSpPr>
        <p:grpSpPr>
          <a:xfrm>
            <a:off x="2302788" y="1505981"/>
            <a:ext cx="336188" cy="335425"/>
            <a:chOff x="2302788" y="1505981"/>
            <a:chExt cx="336188" cy="335425"/>
          </a:xfrm>
        </p:grpSpPr>
        <p:sp>
          <p:nvSpPr>
            <p:cNvPr id="13006" name="Google Shape;13006;p72"/>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2"/>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2"/>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2"/>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2"/>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2"/>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2"/>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2"/>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2"/>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2"/>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2"/>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2"/>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2"/>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2"/>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2"/>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2"/>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2"/>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72"/>
          <p:cNvGrpSpPr/>
          <p:nvPr/>
        </p:nvGrpSpPr>
        <p:grpSpPr>
          <a:xfrm>
            <a:off x="2780301" y="1521896"/>
            <a:ext cx="333133" cy="321037"/>
            <a:chOff x="2780301" y="1521896"/>
            <a:chExt cx="333133" cy="321037"/>
          </a:xfrm>
        </p:grpSpPr>
        <p:sp>
          <p:nvSpPr>
            <p:cNvPr id="13024" name="Google Shape;13024;p72"/>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2"/>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2"/>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2"/>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2"/>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2"/>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2"/>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2"/>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2"/>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2"/>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2"/>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2"/>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2"/>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2"/>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2"/>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2"/>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2"/>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2"/>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2"/>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2"/>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4" name="Google Shape;13044;p72"/>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2"/>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2"/>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7" name="Google Shape;13047;p72"/>
          <p:cNvGrpSpPr/>
          <p:nvPr/>
        </p:nvGrpSpPr>
        <p:grpSpPr>
          <a:xfrm>
            <a:off x="3316159" y="1515085"/>
            <a:ext cx="211892" cy="339594"/>
            <a:chOff x="3316159" y="1515085"/>
            <a:chExt cx="211892" cy="339594"/>
          </a:xfrm>
        </p:grpSpPr>
        <p:sp>
          <p:nvSpPr>
            <p:cNvPr id="13048" name="Google Shape;13048;p72"/>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2"/>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2"/>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2"/>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2"/>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2"/>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4" name="Google Shape;13054;p72"/>
          <p:cNvGrpSpPr/>
          <p:nvPr/>
        </p:nvGrpSpPr>
        <p:grpSpPr>
          <a:xfrm>
            <a:off x="3716358" y="1544655"/>
            <a:ext cx="361971" cy="314958"/>
            <a:chOff x="3716358" y="1544655"/>
            <a:chExt cx="361971" cy="314958"/>
          </a:xfrm>
        </p:grpSpPr>
        <p:sp>
          <p:nvSpPr>
            <p:cNvPr id="13055" name="Google Shape;13055;p72"/>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2"/>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2"/>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2"/>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2"/>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0" name="Google Shape;13060;p72"/>
            <p:cNvGrpSpPr/>
            <p:nvPr/>
          </p:nvGrpSpPr>
          <p:grpSpPr>
            <a:xfrm>
              <a:off x="3716358" y="1544655"/>
              <a:ext cx="361971" cy="314958"/>
              <a:chOff x="3716358" y="1544655"/>
              <a:chExt cx="361971" cy="314958"/>
            </a:xfrm>
          </p:grpSpPr>
          <p:sp>
            <p:nvSpPr>
              <p:cNvPr id="13061" name="Google Shape;13061;p72"/>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2"/>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2"/>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2"/>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2"/>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66" name="Google Shape;13066;p72"/>
          <p:cNvGrpSpPr/>
          <p:nvPr/>
        </p:nvGrpSpPr>
        <p:grpSpPr>
          <a:xfrm>
            <a:off x="7011924" y="1557552"/>
            <a:ext cx="499533" cy="305136"/>
            <a:chOff x="7009649" y="1541981"/>
            <a:chExt cx="524940" cy="320655"/>
          </a:xfrm>
        </p:grpSpPr>
        <p:sp>
          <p:nvSpPr>
            <p:cNvPr id="13067" name="Google Shape;13067;p72"/>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2"/>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2"/>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2"/>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2"/>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2"/>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2"/>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2"/>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5" name="Google Shape;13075;p72"/>
          <p:cNvGrpSpPr/>
          <p:nvPr/>
        </p:nvGrpSpPr>
        <p:grpSpPr>
          <a:xfrm>
            <a:off x="8034034" y="1518109"/>
            <a:ext cx="282746" cy="340358"/>
            <a:chOff x="8034034" y="1518109"/>
            <a:chExt cx="282746" cy="340358"/>
          </a:xfrm>
        </p:grpSpPr>
        <p:sp>
          <p:nvSpPr>
            <p:cNvPr id="13076" name="Google Shape;13076;p72"/>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2"/>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2"/>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2"/>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0" name="Google Shape;13080;p72"/>
          <p:cNvGrpSpPr/>
          <p:nvPr/>
        </p:nvGrpSpPr>
        <p:grpSpPr>
          <a:xfrm>
            <a:off x="7582302" y="1499934"/>
            <a:ext cx="369133" cy="360411"/>
            <a:chOff x="7582302" y="1499934"/>
            <a:chExt cx="369133" cy="360411"/>
          </a:xfrm>
        </p:grpSpPr>
        <p:sp>
          <p:nvSpPr>
            <p:cNvPr id="13081" name="Google Shape;13081;p72"/>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2"/>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2"/>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2"/>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2"/>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3089" name="Shape 13089"/>
        <p:cNvGrpSpPr/>
        <p:nvPr/>
      </p:nvGrpSpPr>
      <p:grpSpPr>
        <a:xfrm>
          <a:off x="0" y="0"/>
          <a:ext cx="0" cy="0"/>
          <a:chOff x="0" y="0"/>
          <a:chExt cx="0" cy="0"/>
        </a:xfrm>
      </p:grpSpPr>
      <p:pic>
        <p:nvPicPr>
          <p:cNvPr id="13090" name="Google Shape;13090;p7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Digestive Clinical Case by Slidesgo">
  <a:themeElements>
    <a:clrScheme name="Simple Light">
      <a:dk1>
        <a:srgbClr val="F3F3F3"/>
      </a:dk1>
      <a:lt1>
        <a:srgbClr val="343361"/>
      </a:lt1>
      <a:dk2>
        <a:srgbClr val="57568A"/>
      </a:dk2>
      <a:lt2>
        <a:srgbClr val="FFA593"/>
      </a:lt2>
      <a:accent1>
        <a:srgbClr val="393866"/>
      </a:accent1>
      <a:accent2>
        <a:srgbClr val="57568A"/>
      </a:accent2>
      <a:accent3>
        <a:srgbClr val="343361"/>
      </a:accent3>
      <a:accent4>
        <a:srgbClr val="FFA593"/>
      </a:accent4>
      <a:accent5>
        <a:srgbClr val="343361"/>
      </a:accent5>
      <a:accent6>
        <a:srgbClr val="57568A"/>
      </a:accent6>
      <a:hlink>
        <a:srgbClr val="F3F3F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